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3"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y="6858000" cx="12192000"/>
  <p:notesSz cx="6858000" cy="9144000"/>
  <p:embeddedFontLst>
    <p:embeddedFont>
      <p:font typeface="Quattrocento Sans"/>
      <p:regular r:id="rId54"/>
      <p:bold r:id="rId55"/>
      <p:italic r:id="rId56"/>
      <p:boldItalic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2" roundtripDataSignature="AMtx7mjb8BeaOI3AwYUCdhW+xGlbEsjd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5B75D7-2706-4AF0-82A2-438B4B180B04}">
  <a:tblStyle styleId="{D75B75D7-2706-4AF0-82A2-438B4B180B0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01B17C0-518A-4D9B-BE22-685E4BBAC150}"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customschemas.google.com/relationships/presentationmetadata" Target="metadata"/><Relationship Id="rId61" Type="http://schemas.openxmlformats.org/officeDocument/2006/relationships/font" Target="fonts/OpenSans-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OpenSans-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font" Target="fonts/QuattrocentoSans-bold.fntdata"/><Relationship Id="rId10" Type="http://schemas.openxmlformats.org/officeDocument/2006/relationships/slide" Target="slides/slide3.xml"/><Relationship Id="rId54" Type="http://schemas.openxmlformats.org/officeDocument/2006/relationships/font" Target="fonts/QuattrocentoSans-regular.fntdata"/><Relationship Id="rId13" Type="http://schemas.openxmlformats.org/officeDocument/2006/relationships/slide" Target="slides/slide6.xml"/><Relationship Id="rId57" Type="http://schemas.openxmlformats.org/officeDocument/2006/relationships/font" Target="fonts/QuattrocentoSans-boldItalic.fntdata"/><Relationship Id="rId12" Type="http://schemas.openxmlformats.org/officeDocument/2006/relationships/slide" Target="slides/slide5.xml"/><Relationship Id="rId56" Type="http://schemas.openxmlformats.org/officeDocument/2006/relationships/font" Target="fonts/QuattrocentoSans-italic.fntdata"/><Relationship Id="rId15" Type="http://schemas.openxmlformats.org/officeDocument/2006/relationships/slide" Target="slides/slide8.xml"/><Relationship Id="rId59" Type="http://schemas.openxmlformats.org/officeDocument/2006/relationships/font" Target="fonts/OpenSans-bold.fntdata"/><Relationship Id="rId14" Type="http://schemas.openxmlformats.org/officeDocument/2006/relationships/slide" Target="slides/slide7.xml"/><Relationship Id="rId58" Type="http://schemas.openxmlformats.org/officeDocument/2006/relationships/font" Target="fonts/OpenSans-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26" name="Google Shape;32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43" name="Google Shape;3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12d41577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49" name="Google Shape;349;g312d415776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57" name="Google Shape;3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12d4157766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64" name="Google Shape;364;g312d4157766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13d6cffeb4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74" name="Google Shape;374;g313d6cffeb4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85" name="Google Shape;38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92" name="Google Shape;39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02" name="Google Shape;40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14" name="Google Shape;41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27" name="Google Shape;4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39" name="Google Shape;43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45" name="Google Shape;4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51" name="Google Shape;4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67" name="Google Shape;46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77" name="Google Shape;47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88" name="Google Shape;48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95" name="Google Shape;49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16" name="Google Shape;51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26" name="Google Shape;52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37" name="Google Shape;5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45" name="Google Shape;54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51" name="Google Shape;55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57" name="Google Shape;55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63" name="Google Shape;56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71" name="Google Shape;57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77" name="Google Shape;577;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83" name="Google Shape;58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89" name="Google Shape;58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142a554b7e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142a554b7e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g3142a554b7e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142a554b7e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142a554b7e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g3142a554b7e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142a554b7e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g3142a554b7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142a554b7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142a554b7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g3142a554b7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142a554b7e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142a554b7e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g3142a554b7e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142a554b7e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142a554b7e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g3142a554b7e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142a554b7e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142a554b7e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g3142a554b7e_0_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142a554b7e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142a554b7e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g3142a554b7e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In Slide Show mode, click the arrow to enter the PowerPoint Getting Started Center.</a:t>
            </a:r>
            <a:endParaRPr/>
          </a:p>
        </p:txBody>
      </p:sp>
      <p:sp>
        <p:nvSpPr>
          <p:cNvPr id="655" name="Google Shape;655;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565655"/>
        </a:solidFill>
      </p:bgPr>
    </p:bg>
    <p:spTree>
      <p:nvGrpSpPr>
        <p:cNvPr id="15" name="Shape 15"/>
        <p:cNvGrpSpPr/>
        <p:nvPr/>
      </p:nvGrpSpPr>
      <p:grpSpPr>
        <a:xfrm>
          <a:off x="0" y="0"/>
          <a:ext cx="0" cy="0"/>
          <a:chOff x="0" y="0"/>
          <a:chExt cx="0" cy="0"/>
        </a:xfrm>
      </p:grpSpPr>
      <p:sp>
        <p:nvSpPr>
          <p:cNvPr id="16" name="Google Shape;16;p38"/>
          <p:cNvSpPr/>
          <p:nvPr/>
        </p:nvSpPr>
        <p:spPr>
          <a:xfrm>
            <a:off x="0" y="0"/>
            <a:ext cx="12192000" cy="4866468"/>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7" name="Google Shape;17;p38"/>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Quattrocento Sans"/>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8"/>
          <p:cNvSpPr txBox="1"/>
          <p:nvPr>
            <p:ph idx="1" type="subTitle"/>
          </p:nvPr>
        </p:nvSpPr>
        <p:spPr>
          <a:xfrm>
            <a:off x="838202" y="5110609"/>
            <a:ext cx="10515598" cy="1137793"/>
          </a:xfrm>
          <a:prstGeom prst="rect">
            <a:avLst/>
          </a:prstGeom>
          <a:noFill/>
          <a:ln>
            <a:noFill/>
          </a:ln>
        </p:spPr>
        <p:txBody>
          <a:bodyPr anchorCtr="0" anchor="t" bIns="45700" lIns="91425" spcFirstLastPara="1" rIns="91425" wrap="square" tIns="45700">
            <a:normAutofit/>
          </a:bodyPr>
          <a:lstStyle>
            <a:lvl1pPr lvl="0" algn="r">
              <a:lnSpc>
                <a:spcPct val="150000"/>
              </a:lnSpc>
              <a:spcBef>
                <a:spcPts val="60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lvl="1" algn="ctr">
              <a:lnSpc>
                <a:spcPct val="90000"/>
              </a:lnSpc>
              <a:spcBef>
                <a:spcPts val="600"/>
              </a:spcBef>
              <a:spcAft>
                <a:spcPts val="0"/>
              </a:spcAft>
              <a:buClr>
                <a:schemeClr val="dk1"/>
              </a:buClr>
              <a:buSzPts val="2000"/>
              <a:buNone/>
              <a:defRPr sz="2000"/>
            </a:lvl2pPr>
            <a:lvl3pPr lvl="2" algn="ctr">
              <a:lnSpc>
                <a:spcPct val="90000"/>
              </a:lnSpc>
              <a:spcBef>
                <a:spcPts val="540"/>
              </a:spcBef>
              <a:spcAft>
                <a:spcPts val="0"/>
              </a:spcAft>
              <a:buClr>
                <a:schemeClr val="dk1"/>
              </a:buClr>
              <a:buSzPts val="1800"/>
              <a:buNone/>
              <a:defRPr sz="1800"/>
            </a:lvl3pPr>
            <a:lvl4pPr lvl="3" algn="ctr">
              <a:lnSpc>
                <a:spcPct val="90000"/>
              </a:lnSpc>
              <a:spcBef>
                <a:spcPts val="480"/>
              </a:spcBef>
              <a:spcAft>
                <a:spcPts val="0"/>
              </a:spcAft>
              <a:buClr>
                <a:schemeClr val="dk1"/>
              </a:buClr>
              <a:buSzPts val="1600"/>
              <a:buNone/>
              <a:defRPr sz="1600"/>
            </a:lvl4pPr>
            <a:lvl5pPr lvl="4" algn="ctr">
              <a:lnSpc>
                <a:spcPct val="90000"/>
              </a:lnSpc>
              <a:spcBef>
                <a:spcPts val="480"/>
              </a:spcBef>
              <a:spcAft>
                <a:spcPts val="0"/>
              </a:spcAft>
              <a:buClr>
                <a:schemeClr val="dk1"/>
              </a:buClr>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p:txBody>
      </p:sp>
      <p:sp>
        <p:nvSpPr>
          <p:cNvPr id="19" name="Google Shape;19;p3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38"/>
          <p:cNvSpPr/>
          <p:nvPr/>
        </p:nvSpPr>
        <p:spPr>
          <a:xfrm>
            <a:off x="0" y="0"/>
            <a:ext cx="12192000" cy="4866468"/>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23" name="Google Shape;23;p38"/>
          <p:cNvPicPr preferRelativeResize="0"/>
          <p:nvPr/>
        </p:nvPicPr>
        <p:blipFill rotWithShape="1">
          <a:blip r:embed="rId2">
            <a:alphaModFix/>
          </a:blip>
          <a:srcRect b="0" l="0" r="0" t="0"/>
          <a:stretch/>
        </p:blipFill>
        <p:spPr>
          <a:xfrm>
            <a:off x="390525" y="315939"/>
            <a:ext cx="4686300" cy="923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4" name="Shape 24"/>
        <p:cNvGrpSpPr/>
        <p:nvPr/>
      </p:nvGrpSpPr>
      <p:grpSpPr>
        <a:xfrm>
          <a:off x="0" y="0"/>
          <a:ext cx="0" cy="0"/>
          <a:chOff x="0" y="0"/>
          <a:chExt cx="0" cy="0"/>
        </a:xfrm>
      </p:grpSpPr>
      <p:sp>
        <p:nvSpPr>
          <p:cNvPr id="25" name="Google Shape;25;p55"/>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6" name="Google Shape;26;p5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8" name="Google Shape;28;p55"/>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5"/>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5"/>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55"/>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32" name="Google Shape;32;p55"/>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33" name="Shape 33"/>
        <p:cNvGrpSpPr/>
        <p:nvPr/>
      </p:nvGrpSpPr>
      <p:grpSpPr>
        <a:xfrm>
          <a:off x="0" y="0"/>
          <a:ext cx="0" cy="0"/>
          <a:chOff x="0" y="0"/>
          <a:chExt cx="0" cy="0"/>
        </a:xfrm>
      </p:grpSpPr>
      <p:sp>
        <p:nvSpPr>
          <p:cNvPr id="34" name="Google Shape;34;p56"/>
          <p:cNvSpPr/>
          <p:nvPr/>
        </p:nvSpPr>
        <p:spPr>
          <a:xfrm>
            <a:off x="0" y="1709738"/>
            <a:ext cx="12192000"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5" name="Google Shape;35;p56"/>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57"/>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1" name="Google Shape;41;p5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43" name="Google Shape;43;p5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44" name="Google Shape;44;p5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57"/>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48" name="Google Shape;48;p57"/>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58"/>
          <p:cNvSpPr/>
          <p:nvPr/>
        </p:nvSpPr>
        <p:spPr>
          <a:xfrm>
            <a:off x="5656882" y="1709738"/>
            <a:ext cx="6535119" cy="357518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 name="Google Shape;51;p58"/>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55A4"/>
              </a:buClr>
              <a:buSzPts val="4800"/>
              <a:buFont typeface="Quattrocento Sans"/>
              <a:buNone/>
              <a:defRPr sz="4800">
                <a:solidFill>
                  <a:srgbClr val="0055A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8"/>
          <p:cNvSpPr txBox="1"/>
          <p:nvPr>
            <p:ph idx="1" type="body"/>
          </p:nvPr>
        </p:nvSpPr>
        <p:spPr>
          <a:xfrm>
            <a:off x="6323308" y="2402237"/>
            <a:ext cx="5269424" cy="2187226"/>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84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indent="-228600" lvl="1" marL="914400" algn="l">
              <a:lnSpc>
                <a:spcPct val="90000"/>
              </a:lnSpc>
              <a:spcBef>
                <a:spcPts val="600"/>
              </a:spcBef>
              <a:spcAft>
                <a:spcPts val="0"/>
              </a:spcAft>
              <a:buClr>
                <a:schemeClr val="dk1"/>
              </a:buClr>
              <a:buSzPts val="2000"/>
              <a:buNone/>
              <a:defRPr sz="2000"/>
            </a:lvl2pPr>
            <a:lvl3pPr indent="-228600" lvl="2" marL="1371600" algn="l">
              <a:lnSpc>
                <a:spcPct val="90000"/>
              </a:lnSpc>
              <a:spcBef>
                <a:spcPts val="540"/>
              </a:spcBef>
              <a:spcAft>
                <a:spcPts val="0"/>
              </a:spcAft>
              <a:buClr>
                <a:schemeClr val="dk1"/>
              </a:buClr>
              <a:buSzPts val="1800"/>
              <a:buNone/>
              <a:defRPr sz="1800"/>
            </a:lvl3pPr>
            <a:lvl4pPr indent="-228600" lvl="3" marL="1828800" algn="l">
              <a:lnSpc>
                <a:spcPct val="90000"/>
              </a:lnSpc>
              <a:spcBef>
                <a:spcPts val="480"/>
              </a:spcBef>
              <a:spcAft>
                <a:spcPts val="0"/>
              </a:spcAft>
              <a:buClr>
                <a:schemeClr val="dk1"/>
              </a:buClr>
              <a:buSzPts val="1600"/>
              <a:buNone/>
              <a:defRPr sz="1600"/>
            </a:lvl4pPr>
            <a:lvl5pPr indent="-228600" lvl="4" marL="2286000" algn="l">
              <a:lnSpc>
                <a:spcPct val="90000"/>
              </a:lnSpc>
              <a:spcBef>
                <a:spcPts val="480"/>
              </a:spcBef>
              <a:spcAft>
                <a:spcPts val="0"/>
              </a:spcAft>
              <a:buClr>
                <a:schemeClr val="dk1"/>
              </a:buClr>
              <a:buSzPts val="1600"/>
              <a:buNone/>
              <a:defRPr sz="1600"/>
            </a:lvl5pPr>
            <a:lvl6pPr indent="-228600" lvl="5" marL="2743200" algn="l">
              <a:lnSpc>
                <a:spcPct val="90000"/>
              </a:lnSpc>
              <a:spcBef>
                <a:spcPts val="480"/>
              </a:spcBef>
              <a:spcAft>
                <a:spcPts val="0"/>
              </a:spcAft>
              <a:buClr>
                <a:schemeClr val="dk1"/>
              </a:buClr>
              <a:buSzPts val="1600"/>
              <a:buNone/>
              <a:defRPr sz="1600"/>
            </a:lvl6pPr>
            <a:lvl7pPr indent="-228600" lvl="6" marL="3200400" algn="l">
              <a:lnSpc>
                <a:spcPct val="90000"/>
              </a:lnSpc>
              <a:spcBef>
                <a:spcPts val="480"/>
              </a:spcBef>
              <a:spcAft>
                <a:spcPts val="0"/>
              </a:spcAft>
              <a:buClr>
                <a:schemeClr val="dk1"/>
              </a:buClr>
              <a:buSzPts val="1600"/>
              <a:buNone/>
              <a:defRPr sz="1600"/>
            </a:lvl7pPr>
            <a:lvl8pPr indent="-228600" lvl="7" marL="3657600" algn="l">
              <a:lnSpc>
                <a:spcPct val="90000"/>
              </a:lnSpc>
              <a:spcBef>
                <a:spcPts val="480"/>
              </a:spcBef>
              <a:spcAft>
                <a:spcPts val="0"/>
              </a:spcAft>
              <a:buClr>
                <a:schemeClr val="dk1"/>
              </a:buClr>
              <a:buSzPts val="1600"/>
              <a:buNone/>
              <a:defRPr sz="1600"/>
            </a:lvl8pPr>
            <a:lvl9pPr indent="-228600" lvl="8" marL="4114800" algn="l">
              <a:lnSpc>
                <a:spcPct val="90000"/>
              </a:lnSpc>
              <a:spcBef>
                <a:spcPts val="480"/>
              </a:spcBef>
              <a:spcAft>
                <a:spcPts val="0"/>
              </a:spcAft>
              <a:buClr>
                <a:schemeClr val="dk1"/>
              </a:buClr>
              <a:buSzPts val="1600"/>
              <a:buNone/>
              <a:defRPr sz="1600"/>
            </a:lvl9pPr>
          </a:lstStyle>
          <a:p/>
        </p:txBody>
      </p:sp>
      <p:sp>
        <p:nvSpPr>
          <p:cNvPr id="53" name="Google Shape;53;p5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56" name="Google Shape;56;p58"/>
          <p:cNvSpPr/>
          <p:nvPr/>
        </p:nvSpPr>
        <p:spPr>
          <a:xfrm>
            <a:off x="5656882" y="1709738"/>
            <a:ext cx="6535119"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57" name="Google Shape;57;p58"/>
          <p:cNvPicPr preferRelativeResize="0"/>
          <p:nvPr/>
        </p:nvPicPr>
        <p:blipFill rotWithShape="1">
          <a:blip r:embed="rId2">
            <a:alphaModFix/>
          </a:blip>
          <a:srcRect b="0" l="0" r="0" t="0"/>
          <a:stretch/>
        </p:blipFill>
        <p:spPr>
          <a:xfrm>
            <a:off x="6787643" y="3074570"/>
            <a:ext cx="4273596" cy="84255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59"/>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0" name="Google Shape;60;p59"/>
          <p:cNvSpPr txBox="1"/>
          <p:nvPr>
            <p:ph type="title"/>
          </p:nvPr>
        </p:nvSpPr>
        <p:spPr>
          <a:xfrm>
            <a:off x="604434" y="0"/>
            <a:ext cx="10749367" cy="12088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9"/>
          <p:cNvSpPr txBox="1"/>
          <p:nvPr>
            <p:ph idx="1" type="body"/>
          </p:nvPr>
        </p:nvSpPr>
        <p:spPr>
          <a:xfrm>
            <a:off x="838201" y="1825625"/>
            <a:ext cx="4167753"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660"/>
              </a:spcBef>
              <a:spcAft>
                <a:spcPts val="0"/>
              </a:spcAft>
              <a:buClr>
                <a:srgbClr val="7F7F7F"/>
              </a:buClr>
              <a:buSzPts val="2200"/>
              <a:buNone/>
              <a:defRPr sz="2200">
                <a:solidFill>
                  <a:srgbClr val="7F7F7F"/>
                </a:solidFill>
              </a:defRPr>
            </a:lvl1pPr>
            <a:lvl2pPr indent="-342900" lvl="1" marL="914400" algn="l">
              <a:lnSpc>
                <a:spcPct val="150000"/>
              </a:lnSpc>
              <a:spcBef>
                <a:spcPts val="1200"/>
              </a:spcBef>
              <a:spcAft>
                <a:spcPts val="0"/>
              </a:spcAft>
              <a:buClr>
                <a:srgbClr val="7F7F7F"/>
              </a:buClr>
              <a:buSzPts val="1800"/>
              <a:buChar char="•"/>
              <a:defRPr sz="1800">
                <a:solidFill>
                  <a:srgbClr val="7F7F7F"/>
                </a:solidFill>
              </a:defRPr>
            </a:lvl2pPr>
            <a:lvl3pPr indent="-304800" lvl="2" marL="1371600" algn="l">
              <a:lnSpc>
                <a:spcPct val="150000"/>
              </a:lnSpc>
              <a:spcBef>
                <a:spcPts val="1200"/>
              </a:spcBef>
              <a:spcAft>
                <a:spcPts val="0"/>
              </a:spcAft>
              <a:buClr>
                <a:srgbClr val="7F7F7F"/>
              </a:buClr>
              <a:buSzPts val="1200"/>
              <a:buChar char="•"/>
              <a:defRPr sz="1200">
                <a:solidFill>
                  <a:srgbClr val="7F7F7F"/>
                </a:solidFill>
              </a:defRPr>
            </a:lvl3pPr>
            <a:lvl4pPr indent="-298450" lvl="3" marL="1828800" algn="l">
              <a:lnSpc>
                <a:spcPct val="150000"/>
              </a:lnSpc>
              <a:spcBef>
                <a:spcPts val="1200"/>
              </a:spcBef>
              <a:spcAft>
                <a:spcPts val="0"/>
              </a:spcAft>
              <a:buClr>
                <a:srgbClr val="7F7F7F"/>
              </a:buClr>
              <a:buSzPts val="1100"/>
              <a:buChar char="•"/>
              <a:defRPr sz="1100">
                <a:solidFill>
                  <a:srgbClr val="7F7F7F"/>
                </a:solidFill>
              </a:defRPr>
            </a:lvl4pPr>
            <a:lvl5pPr indent="-298450" lvl="4" marL="2286000" algn="l">
              <a:lnSpc>
                <a:spcPct val="150000"/>
              </a:lnSpc>
              <a:spcBef>
                <a:spcPts val="1200"/>
              </a:spcBef>
              <a:spcAft>
                <a:spcPts val="0"/>
              </a:spcAft>
              <a:buClr>
                <a:srgbClr val="7F7F7F"/>
              </a:buClr>
              <a:buSzPts val="1100"/>
              <a:buChar char="•"/>
              <a:defRPr sz="1100">
                <a:solidFill>
                  <a:srgbClr val="7F7F7F"/>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62" name="Google Shape;62;p5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65" name="Google Shape;65;p59"/>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66" name="Google Shape;66;p59"/>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60"/>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9" name="Google Shape;69;p60"/>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0"/>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71" name="Google Shape;71;p60"/>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72" name="Google Shape;72;p60"/>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73" name="Google Shape;73;p60"/>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74" name="Google Shape;74;p6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77" name="Google Shape;77;p60"/>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78" name="Google Shape;78;p60"/>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61"/>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81" name="Google Shape;81;p6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85" name="Google Shape;85;p61"/>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86" name="Google Shape;86;p61"/>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 name="Shape 87"/>
        <p:cNvGrpSpPr/>
        <p:nvPr/>
      </p:nvGrpSpPr>
      <p:grpSpPr>
        <a:xfrm>
          <a:off x="0" y="0"/>
          <a:ext cx="0" cy="0"/>
          <a:chOff x="0" y="0"/>
          <a:chExt cx="0" cy="0"/>
        </a:xfrm>
      </p:grpSpPr>
      <p:sp>
        <p:nvSpPr>
          <p:cNvPr id="88" name="Google Shape;88;p6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6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1" name="Shape 91"/>
        <p:cNvGrpSpPr/>
        <p:nvPr/>
      </p:nvGrpSpPr>
      <p:grpSpPr>
        <a:xfrm>
          <a:off x="0" y="0"/>
          <a:ext cx="0" cy="0"/>
          <a:chOff x="0" y="0"/>
          <a:chExt cx="0" cy="0"/>
        </a:xfrm>
      </p:grpSpPr>
      <p:sp>
        <p:nvSpPr>
          <p:cNvPr id="92" name="Google Shape;92;p6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63"/>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94" name="Google Shape;94;p63"/>
          <p:cNvSpPr txBox="1"/>
          <p:nvPr>
            <p:ph idx="2"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95" name="Google Shape;95;p6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6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6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8" name="Shape 98"/>
        <p:cNvGrpSpPr/>
        <p:nvPr/>
      </p:nvGrpSpPr>
      <p:grpSpPr>
        <a:xfrm>
          <a:off x="0" y="0"/>
          <a:ext cx="0" cy="0"/>
          <a:chOff x="0" y="0"/>
          <a:chExt cx="0" cy="0"/>
        </a:xfrm>
      </p:grpSpPr>
      <p:sp>
        <p:nvSpPr>
          <p:cNvPr id="99" name="Google Shape;99;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64"/>
          <p:cNvSpPr/>
          <p:nvPr>
            <p:ph idx="2" type="pic"/>
          </p:nvPr>
        </p:nvSpPr>
        <p:spPr>
          <a:xfrm>
            <a:off x="5183188" y="987427"/>
            <a:ext cx="6172200" cy="4873625"/>
          </a:xfrm>
          <a:prstGeom prst="rect">
            <a:avLst/>
          </a:prstGeom>
          <a:noFill/>
          <a:ln>
            <a:noFill/>
          </a:ln>
        </p:spPr>
      </p:sp>
      <p:sp>
        <p:nvSpPr>
          <p:cNvPr id="101" name="Google Shape;101;p64"/>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102" name="Google Shape;102;p6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6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6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5" name="Shape 105"/>
        <p:cNvGrpSpPr/>
        <p:nvPr/>
      </p:nvGrpSpPr>
      <p:grpSpPr>
        <a:xfrm>
          <a:off x="0" y="0"/>
          <a:ext cx="0" cy="0"/>
          <a:chOff x="0" y="0"/>
          <a:chExt cx="0" cy="0"/>
        </a:xfrm>
      </p:grpSpPr>
      <p:sp>
        <p:nvSpPr>
          <p:cNvPr id="106" name="Google Shape;106;p65"/>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07" name="Google Shape;107;p6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6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09" name="Google Shape;109;p65"/>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65"/>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65"/>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12" name="Google Shape;112;p65"/>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113" name="Google Shape;113;p65"/>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4" name="Shape 114"/>
        <p:cNvGrpSpPr/>
        <p:nvPr/>
      </p:nvGrpSpPr>
      <p:grpSpPr>
        <a:xfrm>
          <a:off x="0" y="0"/>
          <a:ext cx="0" cy="0"/>
          <a:chOff x="0" y="0"/>
          <a:chExt cx="0" cy="0"/>
        </a:xfrm>
      </p:grpSpPr>
      <p:sp>
        <p:nvSpPr>
          <p:cNvPr id="115" name="Google Shape;115;p66"/>
          <p:cNvSpPr/>
          <p:nvPr/>
        </p:nvSpPr>
        <p:spPr>
          <a:xfrm>
            <a:off x="10095346" y="0"/>
            <a:ext cx="2096655" cy="6858000"/>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16" name="Google Shape;116;p66"/>
          <p:cNvSpPr txBox="1"/>
          <p:nvPr>
            <p:ph type="title"/>
          </p:nvPr>
        </p:nvSpPr>
        <p:spPr>
          <a:xfrm rot="5400000">
            <a:off x="8219282" y="2361262"/>
            <a:ext cx="5811838" cy="18195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66"/>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18" name="Google Shape;118;p6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6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6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21" name="Google Shape;121;p66"/>
          <p:cNvSpPr/>
          <p:nvPr/>
        </p:nvSpPr>
        <p:spPr>
          <a:xfrm>
            <a:off x="10095346" y="0"/>
            <a:ext cx="2096655" cy="6858000"/>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2" name="Shape 122"/>
        <p:cNvGrpSpPr/>
        <p:nvPr/>
      </p:nvGrpSpPr>
      <p:grpSpPr>
        <a:xfrm>
          <a:off x="0" y="0"/>
          <a:ext cx="0" cy="0"/>
          <a:chOff x="0" y="0"/>
          <a:chExt cx="0" cy="0"/>
        </a:xfrm>
      </p:grpSpPr>
      <p:sp>
        <p:nvSpPr>
          <p:cNvPr id="123" name="Google Shape;123;p67"/>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Quattrocento Sans"/>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4" name="Google Shape;124;p67"/>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2133"/>
              </a:spcBef>
              <a:spcAft>
                <a:spcPts val="0"/>
              </a:spcAft>
              <a:buClr>
                <a:schemeClr val="dk1"/>
              </a:buClr>
              <a:buSzPts val="1400"/>
              <a:buChar char="○"/>
              <a:defRPr/>
            </a:lvl2pPr>
            <a:lvl3pPr indent="-317500" lvl="2" marL="1371600" algn="l">
              <a:lnSpc>
                <a:spcPct val="90000"/>
              </a:lnSpc>
              <a:spcBef>
                <a:spcPts val="2133"/>
              </a:spcBef>
              <a:spcAft>
                <a:spcPts val="0"/>
              </a:spcAft>
              <a:buClr>
                <a:schemeClr val="dk1"/>
              </a:buClr>
              <a:buSzPts val="1400"/>
              <a:buChar char="■"/>
              <a:defRPr/>
            </a:lvl3pPr>
            <a:lvl4pPr indent="-317500" lvl="3" marL="1828800" algn="l">
              <a:lnSpc>
                <a:spcPct val="90000"/>
              </a:lnSpc>
              <a:spcBef>
                <a:spcPts val="2133"/>
              </a:spcBef>
              <a:spcAft>
                <a:spcPts val="0"/>
              </a:spcAft>
              <a:buClr>
                <a:schemeClr val="dk1"/>
              </a:buClr>
              <a:buSzPts val="1400"/>
              <a:buChar char="●"/>
              <a:defRPr/>
            </a:lvl4pPr>
            <a:lvl5pPr indent="-317500" lvl="4" marL="2286000" algn="l">
              <a:lnSpc>
                <a:spcPct val="90000"/>
              </a:lnSpc>
              <a:spcBef>
                <a:spcPts val="2133"/>
              </a:spcBef>
              <a:spcAft>
                <a:spcPts val="0"/>
              </a:spcAft>
              <a:buClr>
                <a:schemeClr val="dk1"/>
              </a:buClr>
              <a:buSzPts val="1400"/>
              <a:buChar char="○"/>
              <a:defRPr/>
            </a:lvl5pPr>
            <a:lvl6pPr indent="-317500" lvl="5" marL="2743200" algn="l">
              <a:lnSpc>
                <a:spcPct val="90000"/>
              </a:lnSpc>
              <a:spcBef>
                <a:spcPts val="2133"/>
              </a:spcBef>
              <a:spcAft>
                <a:spcPts val="0"/>
              </a:spcAft>
              <a:buClr>
                <a:schemeClr val="dk1"/>
              </a:buClr>
              <a:buSzPts val="1400"/>
              <a:buChar char="■"/>
              <a:defRPr/>
            </a:lvl6pPr>
            <a:lvl7pPr indent="-317500" lvl="6" marL="3200400" algn="l">
              <a:lnSpc>
                <a:spcPct val="90000"/>
              </a:lnSpc>
              <a:spcBef>
                <a:spcPts val="2133"/>
              </a:spcBef>
              <a:spcAft>
                <a:spcPts val="0"/>
              </a:spcAft>
              <a:buClr>
                <a:schemeClr val="dk1"/>
              </a:buClr>
              <a:buSzPts val="1400"/>
              <a:buChar char="●"/>
              <a:defRPr/>
            </a:lvl7pPr>
            <a:lvl8pPr indent="-317500" lvl="7" marL="3657600" algn="l">
              <a:lnSpc>
                <a:spcPct val="90000"/>
              </a:lnSpc>
              <a:spcBef>
                <a:spcPts val="2133"/>
              </a:spcBef>
              <a:spcAft>
                <a:spcPts val="0"/>
              </a:spcAft>
              <a:buClr>
                <a:schemeClr val="dk1"/>
              </a:buClr>
              <a:buSzPts val="1400"/>
              <a:buChar char="○"/>
              <a:defRPr/>
            </a:lvl8pPr>
            <a:lvl9pPr indent="-317500" lvl="8" marL="4114800" algn="l">
              <a:lnSpc>
                <a:spcPct val="90000"/>
              </a:lnSpc>
              <a:spcBef>
                <a:spcPts val="2133"/>
              </a:spcBef>
              <a:spcAft>
                <a:spcPts val="2133"/>
              </a:spcAft>
              <a:buClr>
                <a:schemeClr val="dk1"/>
              </a:buClr>
              <a:buSzPts val="1400"/>
              <a:buChar char="■"/>
              <a:defRPr/>
            </a:lvl9pPr>
          </a:lstStyle>
          <a:p/>
        </p:txBody>
      </p:sp>
      <p:sp>
        <p:nvSpPr>
          <p:cNvPr id="125" name="Google Shape;125;p6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32" name="Shape 132"/>
        <p:cNvGrpSpPr/>
        <p:nvPr/>
      </p:nvGrpSpPr>
      <p:grpSpPr>
        <a:xfrm>
          <a:off x="0" y="0"/>
          <a:ext cx="0" cy="0"/>
          <a:chOff x="0" y="0"/>
          <a:chExt cx="0" cy="0"/>
        </a:xfrm>
      </p:grpSpPr>
      <p:sp>
        <p:nvSpPr>
          <p:cNvPr id="133" name="Google Shape;133;p40"/>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34" name="Google Shape;134;p4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36" name="Google Shape;136;p4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37" name="Google Shape;137;p4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38" name="Google Shape;138;p4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39" name="Google Shape;139;p40"/>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140" name="Google Shape;140;p40"/>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141" name="Shape 141"/>
        <p:cNvGrpSpPr/>
        <p:nvPr/>
      </p:nvGrpSpPr>
      <p:grpSpPr>
        <a:xfrm>
          <a:off x="0" y="0"/>
          <a:ext cx="0" cy="0"/>
          <a:chOff x="0" y="0"/>
          <a:chExt cx="0" cy="0"/>
        </a:xfrm>
      </p:grpSpPr>
      <p:sp>
        <p:nvSpPr>
          <p:cNvPr id="142" name="Google Shape;142;p41"/>
          <p:cNvSpPr/>
          <p:nvPr/>
        </p:nvSpPr>
        <p:spPr>
          <a:xfrm>
            <a:off x="0" y="1709738"/>
            <a:ext cx="12192000"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43" name="Google Shape;143;p41"/>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4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45" name="Google Shape;145;p4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46" name="Google Shape;146;p4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7" name="Shape 147"/>
        <p:cNvGrpSpPr/>
        <p:nvPr/>
      </p:nvGrpSpPr>
      <p:grpSpPr>
        <a:xfrm>
          <a:off x="0" y="0"/>
          <a:ext cx="0" cy="0"/>
          <a:chOff x="0" y="0"/>
          <a:chExt cx="0" cy="0"/>
        </a:xfrm>
      </p:grpSpPr>
      <p:sp>
        <p:nvSpPr>
          <p:cNvPr id="148" name="Google Shape;148;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4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4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4" name="Shape 154"/>
        <p:cNvGrpSpPr/>
        <p:nvPr/>
      </p:nvGrpSpPr>
      <p:grpSpPr>
        <a:xfrm>
          <a:off x="0" y="0"/>
          <a:ext cx="0" cy="0"/>
          <a:chOff x="0" y="0"/>
          <a:chExt cx="0" cy="0"/>
        </a:xfrm>
      </p:grpSpPr>
      <p:sp>
        <p:nvSpPr>
          <p:cNvPr id="155" name="Google Shape;155;p4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4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7" name="Google Shape;157;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0" name="Shape 160"/>
        <p:cNvGrpSpPr/>
        <p:nvPr/>
      </p:nvGrpSpPr>
      <p:grpSpPr>
        <a:xfrm>
          <a:off x="0" y="0"/>
          <a:ext cx="0" cy="0"/>
          <a:chOff x="0" y="0"/>
          <a:chExt cx="0" cy="0"/>
        </a:xfrm>
      </p:grpSpPr>
      <p:sp>
        <p:nvSpPr>
          <p:cNvPr id="161" name="Google Shape;161;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6" name="Shape 166"/>
        <p:cNvGrpSpPr/>
        <p:nvPr/>
      </p:nvGrpSpPr>
      <p:grpSpPr>
        <a:xfrm>
          <a:off x="0" y="0"/>
          <a:ext cx="0" cy="0"/>
          <a:chOff x="0" y="0"/>
          <a:chExt cx="0" cy="0"/>
        </a:xfrm>
      </p:grpSpPr>
      <p:sp>
        <p:nvSpPr>
          <p:cNvPr id="167" name="Google Shape;167;p4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4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69" name="Google Shape;169;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2" name="Shape 172"/>
        <p:cNvGrpSpPr/>
        <p:nvPr/>
      </p:nvGrpSpPr>
      <p:grpSpPr>
        <a:xfrm>
          <a:off x="0" y="0"/>
          <a:ext cx="0" cy="0"/>
          <a:chOff x="0" y="0"/>
          <a:chExt cx="0" cy="0"/>
        </a:xfrm>
      </p:grpSpPr>
      <p:sp>
        <p:nvSpPr>
          <p:cNvPr id="173" name="Google Shape;173;p4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4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5" name="Google Shape;175;p4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4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7" name="Google Shape;177;p4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1" name="Shape 181"/>
        <p:cNvGrpSpPr/>
        <p:nvPr/>
      </p:nvGrpSpPr>
      <p:grpSpPr>
        <a:xfrm>
          <a:off x="0" y="0"/>
          <a:ext cx="0" cy="0"/>
          <a:chOff x="0" y="0"/>
          <a:chExt cx="0" cy="0"/>
        </a:xfrm>
      </p:grpSpPr>
      <p:sp>
        <p:nvSpPr>
          <p:cNvPr id="182" name="Google Shape;182;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6" name="Shape 186"/>
        <p:cNvGrpSpPr/>
        <p:nvPr/>
      </p:nvGrpSpPr>
      <p:grpSpPr>
        <a:xfrm>
          <a:off x="0" y="0"/>
          <a:ext cx="0" cy="0"/>
          <a:chOff x="0" y="0"/>
          <a:chExt cx="0" cy="0"/>
        </a:xfrm>
      </p:grpSpPr>
      <p:sp>
        <p:nvSpPr>
          <p:cNvPr id="187" name="Google Shape;187;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0" name="Shape 190"/>
        <p:cNvGrpSpPr/>
        <p:nvPr/>
      </p:nvGrpSpPr>
      <p:grpSpPr>
        <a:xfrm>
          <a:off x="0" y="0"/>
          <a:ext cx="0" cy="0"/>
          <a:chOff x="0" y="0"/>
          <a:chExt cx="0" cy="0"/>
        </a:xfrm>
      </p:grpSpPr>
      <p:sp>
        <p:nvSpPr>
          <p:cNvPr id="191" name="Google Shape;191;p5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5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93" name="Google Shape;193;p5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4" name="Google Shape;194;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7" name="Shape 197"/>
        <p:cNvGrpSpPr/>
        <p:nvPr/>
      </p:nvGrpSpPr>
      <p:grpSpPr>
        <a:xfrm>
          <a:off x="0" y="0"/>
          <a:ext cx="0" cy="0"/>
          <a:chOff x="0" y="0"/>
          <a:chExt cx="0" cy="0"/>
        </a:xfrm>
      </p:grpSpPr>
      <p:sp>
        <p:nvSpPr>
          <p:cNvPr id="198" name="Google Shape;198;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 name="Google Shape;199;p52"/>
          <p:cNvSpPr/>
          <p:nvPr>
            <p:ph idx="2" type="pic"/>
          </p:nvPr>
        </p:nvSpPr>
        <p:spPr>
          <a:xfrm>
            <a:off x="5183188" y="987425"/>
            <a:ext cx="6172200" cy="4873625"/>
          </a:xfrm>
          <a:prstGeom prst="rect">
            <a:avLst/>
          </a:prstGeom>
          <a:noFill/>
          <a:ln>
            <a:noFill/>
          </a:ln>
        </p:spPr>
      </p:sp>
      <p:sp>
        <p:nvSpPr>
          <p:cNvPr id="200" name="Google Shape;200;p5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01" name="Google Shape;201;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4" name="Shape 204"/>
        <p:cNvGrpSpPr/>
        <p:nvPr/>
      </p:nvGrpSpPr>
      <p:grpSpPr>
        <a:xfrm>
          <a:off x="0" y="0"/>
          <a:ext cx="0" cy="0"/>
          <a:chOff x="0" y="0"/>
          <a:chExt cx="0" cy="0"/>
        </a:xfrm>
      </p:grpSpPr>
      <p:sp>
        <p:nvSpPr>
          <p:cNvPr id="205" name="Google Shape;205;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5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0" name="Shape 210"/>
        <p:cNvGrpSpPr/>
        <p:nvPr/>
      </p:nvGrpSpPr>
      <p:grpSpPr>
        <a:xfrm>
          <a:off x="0" y="0"/>
          <a:ext cx="0" cy="0"/>
          <a:chOff x="0" y="0"/>
          <a:chExt cx="0" cy="0"/>
        </a:xfrm>
      </p:grpSpPr>
      <p:sp>
        <p:nvSpPr>
          <p:cNvPr id="211" name="Google Shape;211;p5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5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3" name="Google Shape;213;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2" name="Shape 222"/>
        <p:cNvGrpSpPr/>
        <p:nvPr/>
      </p:nvGrpSpPr>
      <p:grpSpPr>
        <a:xfrm>
          <a:off x="0" y="0"/>
          <a:ext cx="0" cy="0"/>
          <a:chOff x="0" y="0"/>
          <a:chExt cx="0" cy="0"/>
        </a:xfrm>
      </p:grpSpPr>
      <p:sp>
        <p:nvSpPr>
          <p:cNvPr id="223" name="Google Shape;223;p44"/>
          <p:cNvSpPr/>
          <p:nvPr/>
        </p:nvSpPr>
        <p:spPr>
          <a:xfrm>
            <a:off x="5656882" y="1709738"/>
            <a:ext cx="6535119" cy="357518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224" name="Google Shape;224;p44"/>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55A4"/>
              </a:buClr>
              <a:buSzPts val="4800"/>
              <a:buFont typeface="Quattrocento Sans"/>
              <a:buNone/>
              <a:defRPr sz="4800">
                <a:solidFill>
                  <a:srgbClr val="0055A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5" name="Google Shape;225;p44"/>
          <p:cNvSpPr txBox="1"/>
          <p:nvPr>
            <p:ph idx="1" type="body"/>
          </p:nvPr>
        </p:nvSpPr>
        <p:spPr>
          <a:xfrm>
            <a:off x="6323308" y="2402237"/>
            <a:ext cx="5269424" cy="2187226"/>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84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indent="-228600" lvl="1" marL="914400" algn="l">
              <a:lnSpc>
                <a:spcPct val="90000"/>
              </a:lnSpc>
              <a:spcBef>
                <a:spcPts val="600"/>
              </a:spcBef>
              <a:spcAft>
                <a:spcPts val="0"/>
              </a:spcAft>
              <a:buClr>
                <a:schemeClr val="dk1"/>
              </a:buClr>
              <a:buSzPts val="2000"/>
              <a:buNone/>
              <a:defRPr sz="2000"/>
            </a:lvl2pPr>
            <a:lvl3pPr indent="-228600" lvl="2" marL="1371600" algn="l">
              <a:lnSpc>
                <a:spcPct val="90000"/>
              </a:lnSpc>
              <a:spcBef>
                <a:spcPts val="540"/>
              </a:spcBef>
              <a:spcAft>
                <a:spcPts val="0"/>
              </a:spcAft>
              <a:buClr>
                <a:schemeClr val="dk1"/>
              </a:buClr>
              <a:buSzPts val="1800"/>
              <a:buNone/>
              <a:defRPr sz="1800"/>
            </a:lvl3pPr>
            <a:lvl4pPr indent="-228600" lvl="3" marL="1828800" algn="l">
              <a:lnSpc>
                <a:spcPct val="90000"/>
              </a:lnSpc>
              <a:spcBef>
                <a:spcPts val="480"/>
              </a:spcBef>
              <a:spcAft>
                <a:spcPts val="0"/>
              </a:spcAft>
              <a:buClr>
                <a:schemeClr val="dk1"/>
              </a:buClr>
              <a:buSzPts val="1600"/>
              <a:buNone/>
              <a:defRPr sz="1600"/>
            </a:lvl4pPr>
            <a:lvl5pPr indent="-228600" lvl="4" marL="2286000" algn="l">
              <a:lnSpc>
                <a:spcPct val="90000"/>
              </a:lnSpc>
              <a:spcBef>
                <a:spcPts val="480"/>
              </a:spcBef>
              <a:spcAft>
                <a:spcPts val="0"/>
              </a:spcAft>
              <a:buClr>
                <a:schemeClr val="dk1"/>
              </a:buClr>
              <a:buSzPts val="1600"/>
              <a:buNone/>
              <a:defRPr sz="1600"/>
            </a:lvl5pPr>
            <a:lvl6pPr indent="-228600" lvl="5" marL="2743200" algn="l">
              <a:lnSpc>
                <a:spcPct val="90000"/>
              </a:lnSpc>
              <a:spcBef>
                <a:spcPts val="480"/>
              </a:spcBef>
              <a:spcAft>
                <a:spcPts val="0"/>
              </a:spcAft>
              <a:buClr>
                <a:schemeClr val="dk1"/>
              </a:buClr>
              <a:buSzPts val="1600"/>
              <a:buNone/>
              <a:defRPr sz="1600"/>
            </a:lvl6pPr>
            <a:lvl7pPr indent="-228600" lvl="6" marL="3200400" algn="l">
              <a:lnSpc>
                <a:spcPct val="90000"/>
              </a:lnSpc>
              <a:spcBef>
                <a:spcPts val="480"/>
              </a:spcBef>
              <a:spcAft>
                <a:spcPts val="0"/>
              </a:spcAft>
              <a:buClr>
                <a:schemeClr val="dk1"/>
              </a:buClr>
              <a:buSzPts val="1600"/>
              <a:buNone/>
              <a:defRPr sz="1600"/>
            </a:lvl7pPr>
            <a:lvl8pPr indent="-228600" lvl="7" marL="3657600" algn="l">
              <a:lnSpc>
                <a:spcPct val="90000"/>
              </a:lnSpc>
              <a:spcBef>
                <a:spcPts val="480"/>
              </a:spcBef>
              <a:spcAft>
                <a:spcPts val="0"/>
              </a:spcAft>
              <a:buClr>
                <a:schemeClr val="dk1"/>
              </a:buClr>
              <a:buSzPts val="1600"/>
              <a:buNone/>
              <a:defRPr sz="1600"/>
            </a:lvl8pPr>
            <a:lvl9pPr indent="-228600" lvl="8" marL="4114800" algn="l">
              <a:lnSpc>
                <a:spcPct val="90000"/>
              </a:lnSpc>
              <a:spcBef>
                <a:spcPts val="480"/>
              </a:spcBef>
              <a:spcAft>
                <a:spcPts val="0"/>
              </a:spcAft>
              <a:buClr>
                <a:schemeClr val="dk1"/>
              </a:buClr>
              <a:buSzPts val="1600"/>
              <a:buNone/>
              <a:defRPr sz="1600"/>
            </a:lvl9pPr>
          </a:lstStyle>
          <a:p/>
        </p:txBody>
      </p:sp>
      <p:sp>
        <p:nvSpPr>
          <p:cNvPr id="226" name="Google Shape;226;p4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27" name="Google Shape;227;p4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28" name="Google Shape;228;p4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29" name="Google Shape;229;p44"/>
          <p:cNvSpPr/>
          <p:nvPr/>
        </p:nvSpPr>
        <p:spPr>
          <a:xfrm>
            <a:off x="5656882" y="1709738"/>
            <a:ext cx="6535119"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pic>
        <p:nvPicPr>
          <p:cNvPr id="230" name="Google Shape;230;p44"/>
          <p:cNvPicPr preferRelativeResize="0"/>
          <p:nvPr/>
        </p:nvPicPr>
        <p:blipFill rotWithShape="1">
          <a:blip r:embed="rId2">
            <a:alphaModFix/>
          </a:blip>
          <a:srcRect b="0" l="0" r="0" t="0"/>
          <a:stretch/>
        </p:blipFill>
        <p:spPr>
          <a:xfrm>
            <a:off x="6787643" y="3074570"/>
            <a:ext cx="4273596" cy="84255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565655"/>
        </a:solidFill>
      </p:bgPr>
    </p:bg>
    <p:spTree>
      <p:nvGrpSpPr>
        <p:cNvPr id="231" name="Shape 231"/>
        <p:cNvGrpSpPr/>
        <p:nvPr/>
      </p:nvGrpSpPr>
      <p:grpSpPr>
        <a:xfrm>
          <a:off x="0" y="0"/>
          <a:ext cx="0" cy="0"/>
          <a:chOff x="0" y="0"/>
          <a:chExt cx="0" cy="0"/>
        </a:xfrm>
      </p:grpSpPr>
      <p:sp>
        <p:nvSpPr>
          <p:cNvPr id="232" name="Google Shape;232;p68"/>
          <p:cNvSpPr/>
          <p:nvPr/>
        </p:nvSpPr>
        <p:spPr>
          <a:xfrm>
            <a:off x="0" y="0"/>
            <a:ext cx="12192000" cy="4866468"/>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33" name="Google Shape;233;p68"/>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Quattrocento Sans"/>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p68"/>
          <p:cNvSpPr txBox="1"/>
          <p:nvPr>
            <p:ph idx="1" type="subTitle"/>
          </p:nvPr>
        </p:nvSpPr>
        <p:spPr>
          <a:xfrm>
            <a:off x="838202" y="5110609"/>
            <a:ext cx="10515598" cy="1137793"/>
          </a:xfrm>
          <a:prstGeom prst="rect">
            <a:avLst/>
          </a:prstGeom>
          <a:noFill/>
          <a:ln>
            <a:noFill/>
          </a:ln>
        </p:spPr>
        <p:txBody>
          <a:bodyPr anchorCtr="0" anchor="t" bIns="45700" lIns="91425" spcFirstLastPara="1" rIns="91425" wrap="square" tIns="45700">
            <a:normAutofit/>
          </a:bodyPr>
          <a:lstStyle>
            <a:lvl1pPr lvl="0" algn="r">
              <a:lnSpc>
                <a:spcPct val="150000"/>
              </a:lnSpc>
              <a:spcBef>
                <a:spcPts val="60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lvl="1" algn="ctr">
              <a:lnSpc>
                <a:spcPct val="90000"/>
              </a:lnSpc>
              <a:spcBef>
                <a:spcPts val="600"/>
              </a:spcBef>
              <a:spcAft>
                <a:spcPts val="0"/>
              </a:spcAft>
              <a:buClr>
                <a:schemeClr val="dk1"/>
              </a:buClr>
              <a:buSzPts val="2000"/>
              <a:buNone/>
              <a:defRPr sz="2000"/>
            </a:lvl2pPr>
            <a:lvl3pPr lvl="2" algn="ctr">
              <a:lnSpc>
                <a:spcPct val="90000"/>
              </a:lnSpc>
              <a:spcBef>
                <a:spcPts val="540"/>
              </a:spcBef>
              <a:spcAft>
                <a:spcPts val="0"/>
              </a:spcAft>
              <a:buClr>
                <a:schemeClr val="dk1"/>
              </a:buClr>
              <a:buSzPts val="1800"/>
              <a:buNone/>
              <a:defRPr sz="1800"/>
            </a:lvl3pPr>
            <a:lvl4pPr lvl="3" algn="ctr">
              <a:lnSpc>
                <a:spcPct val="90000"/>
              </a:lnSpc>
              <a:spcBef>
                <a:spcPts val="480"/>
              </a:spcBef>
              <a:spcAft>
                <a:spcPts val="0"/>
              </a:spcAft>
              <a:buClr>
                <a:schemeClr val="dk1"/>
              </a:buClr>
              <a:buSzPts val="1600"/>
              <a:buNone/>
              <a:defRPr sz="1600"/>
            </a:lvl4pPr>
            <a:lvl5pPr lvl="4" algn="ctr">
              <a:lnSpc>
                <a:spcPct val="90000"/>
              </a:lnSpc>
              <a:spcBef>
                <a:spcPts val="480"/>
              </a:spcBef>
              <a:spcAft>
                <a:spcPts val="0"/>
              </a:spcAft>
              <a:buClr>
                <a:schemeClr val="dk1"/>
              </a:buClr>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p:txBody>
      </p:sp>
      <p:sp>
        <p:nvSpPr>
          <p:cNvPr id="235" name="Google Shape;235;p6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1400"/>
              <a:buFont typeface="Quattrocento Sans"/>
              <a:buNone/>
              <a:defRPr>
                <a:solidFill>
                  <a:schemeClr val="lt1"/>
                </a:solidFill>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36" name="Google Shape;236;p6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lt1"/>
              </a:buClr>
              <a:buSzPts val="1400"/>
              <a:buFont typeface="Quattrocento Sans"/>
              <a:buNone/>
              <a:defRPr>
                <a:solidFill>
                  <a:schemeClr val="lt1"/>
                </a:solidFill>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37" name="Google Shape;237;p6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1pPr>
            <a:lvl2pPr indent="0" lvl="1"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2pPr>
            <a:lvl3pPr indent="0" lvl="2"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3pPr>
            <a:lvl4pPr indent="0" lvl="3"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4pPr>
            <a:lvl5pPr indent="0" lvl="4"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5pPr>
            <a:lvl6pPr indent="0" lvl="5"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6pPr>
            <a:lvl7pPr indent="0" lvl="6"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7pPr>
            <a:lvl8pPr indent="0" lvl="7"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8pPr>
            <a:lvl9pPr indent="0" lvl="8" marL="0" marR="0" algn="r">
              <a:spcBef>
                <a:spcPts val="0"/>
              </a:spcBef>
              <a:spcAft>
                <a:spcPts val="0"/>
              </a:spcAft>
              <a:buClr>
                <a:schemeClr val="lt1"/>
              </a:buClr>
              <a:buSzPts val="1200"/>
              <a:buFont typeface="Quattrocento Sans"/>
              <a:buNone/>
              <a:defRPr b="0" i="0" sz="12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38" name="Google Shape;238;p68"/>
          <p:cNvSpPr/>
          <p:nvPr/>
        </p:nvSpPr>
        <p:spPr>
          <a:xfrm>
            <a:off x="0" y="0"/>
            <a:ext cx="12192000" cy="4866468"/>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239" name="Google Shape;239;p68"/>
          <p:cNvPicPr preferRelativeResize="0"/>
          <p:nvPr/>
        </p:nvPicPr>
        <p:blipFill rotWithShape="1">
          <a:blip r:embed="rId2">
            <a:alphaModFix/>
          </a:blip>
          <a:srcRect b="0" l="0" r="0" t="0"/>
          <a:stretch/>
        </p:blipFill>
        <p:spPr>
          <a:xfrm>
            <a:off x="390525" y="315939"/>
            <a:ext cx="4686300" cy="92392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40" name="Shape 240"/>
        <p:cNvGrpSpPr/>
        <p:nvPr/>
      </p:nvGrpSpPr>
      <p:grpSpPr>
        <a:xfrm>
          <a:off x="0" y="0"/>
          <a:ext cx="0" cy="0"/>
          <a:chOff x="0" y="0"/>
          <a:chExt cx="0" cy="0"/>
        </a:xfrm>
      </p:grpSpPr>
      <p:sp>
        <p:nvSpPr>
          <p:cNvPr id="241" name="Google Shape;241;p69"/>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42" name="Google Shape;242;p6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p6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44" name="Google Shape;244;p6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45" name="Google Shape;245;p6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46" name="Google Shape;246;p6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47" name="Google Shape;247;p69"/>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248" name="Google Shape;248;p69"/>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9" name="Shape 249"/>
        <p:cNvGrpSpPr/>
        <p:nvPr/>
      </p:nvGrpSpPr>
      <p:grpSpPr>
        <a:xfrm>
          <a:off x="0" y="0"/>
          <a:ext cx="0" cy="0"/>
          <a:chOff x="0" y="0"/>
          <a:chExt cx="0" cy="0"/>
        </a:xfrm>
      </p:grpSpPr>
      <p:sp>
        <p:nvSpPr>
          <p:cNvPr id="250" name="Google Shape;250;p70"/>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251" name="Google Shape;251;p7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 name="Google Shape;252;p7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53" name="Google Shape;253;p7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54" name="Google Shape;254;p7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55" name="Google Shape;255;p7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56" name="Google Shape;256;p7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57" name="Google Shape;257;p70"/>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pic>
        <p:nvPicPr>
          <p:cNvPr id="258" name="Google Shape;258;p70"/>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9" name="Shape 259"/>
        <p:cNvGrpSpPr/>
        <p:nvPr/>
      </p:nvGrpSpPr>
      <p:grpSpPr>
        <a:xfrm>
          <a:off x="0" y="0"/>
          <a:ext cx="0" cy="0"/>
          <a:chOff x="0" y="0"/>
          <a:chExt cx="0" cy="0"/>
        </a:xfrm>
      </p:grpSpPr>
      <p:sp>
        <p:nvSpPr>
          <p:cNvPr id="260" name="Google Shape;260;p71"/>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261" name="Google Shape;261;p7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2" name="Google Shape;262;p7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63" name="Google Shape;263;p7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64" name="Google Shape;264;p7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65" name="Google Shape;265;p71"/>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pic>
        <p:nvPicPr>
          <p:cNvPr id="266" name="Google Shape;266;p71"/>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7" name="Shape 267"/>
        <p:cNvGrpSpPr/>
        <p:nvPr/>
      </p:nvGrpSpPr>
      <p:grpSpPr>
        <a:xfrm>
          <a:off x="0" y="0"/>
          <a:ext cx="0" cy="0"/>
          <a:chOff x="0" y="0"/>
          <a:chExt cx="0" cy="0"/>
        </a:xfrm>
      </p:grpSpPr>
      <p:sp>
        <p:nvSpPr>
          <p:cNvPr id="268" name="Google Shape;268;p72"/>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269" name="Google Shape;269;p72"/>
          <p:cNvSpPr txBox="1"/>
          <p:nvPr>
            <p:ph type="title"/>
          </p:nvPr>
        </p:nvSpPr>
        <p:spPr>
          <a:xfrm>
            <a:off x="604434" y="0"/>
            <a:ext cx="10749367" cy="12088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0" name="Google Shape;270;p72"/>
          <p:cNvSpPr txBox="1"/>
          <p:nvPr>
            <p:ph idx="1" type="body"/>
          </p:nvPr>
        </p:nvSpPr>
        <p:spPr>
          <a:xfrm>
            <a:off x="838201" y="1825625"/>
            <a:ext cx="4167753"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660"/>
              </a:spcBef>
              <a:spcAft>
                <a:spcPts val="0"/>
              </a:spcAft>
              <a:buClr>
                <a:srgbClr val="7F7F7F"/>
              </a:buClr>
              <a:buSzPts val="2200"/>
              <a:buNone/>
              <a:defRPr sz="2200">
                <a:solidFill>
                  <a:srgbClr val="7F7F7F"/>
                </a:solidFill>
              </a:defRPr>
            </a:lvl1pPr>
            <a:lvl2pPr indent="-342900" lvl="1" marL="914400" algn="l">
              <a:lnSpc>
                <a:spcPct val="150000"/>
              </a:lnSpc>
              <a:spcBef>
                <a:spcPts val="1200"/>
              </a:spcBef>
              <a:spcAft>
                <a:spcPts val="0"/>
              </a:spcAft>
              <a:buClr>
                <a:srgbClr val="7F7F7F"/>
              </a:buClr>
              <a:buSzPts val="1800"/>
              <a:buChar char="•"/>
              <a:defRPr sz="1800">
                <a:solidFill>
                  <a:srgbClr val="7F7F7F"/>
                </a:solidFill>
              </a:defRPr>
            </a:lvl2pPr>
            <a:lvl3pPr indent="-304800" lvl="2" marL="1371600" algn="l">
              <a:lnSpc>
                <a:spcPct val="150000"/>
              </a:lnSpc>
              <a:spcBef>
                <a:spcPts val="1200"/>
              </a:spcBef>
              <a:spcAft>
                <a:spcPts val="0"/>
              </a:spcAft>
              <a:buClr>
                <a:srgbClr val="7F7F7F"/>
              </a:buClr>
              <a:buSzPts val="1200"/>
              <a:buChar char="•"/>
              <a:defRPr sz="1200">
                <a:solidFill>
                  <a:srgbClr val="7F7F7F"/>
                </a:solidFill>
              </a:defRPr>
            </a:lvl3pPr>
            <a:lvl4pPr indent="-298450" lvl="3" marL="1828800" algn="l">
              <a:lnSpc>
                <a:spcPct val="150000"/>
              </a:lnSpc>
              <a:spcBef>
                <a:spcPts val="1200"/>
              </a:spcBef>
              <a:spcAft>
                <a:spcPts val="0"/>
              </a:spcAft>
              <a:buClr>
                <a:srgbClr val="7F7F7F"/>
              </a:buClr>
              <a:buSzPts val="1100"/>
              <a:buChar char="•"/>
              <a:defRPr sz="1100">
                <a:solidFill>
                  <a:srgbClr val="7F7F7F"/>
                </a:solidFill>
              </a:defRPr>
            </a:lvl4pPr>
            <a:lvl5pPr indent="-298450" lvl="4" marL="2286000" algn="l">
              <a:lnSpc>
                <a:spcPct val="150000"/>
              </a:lnSpc>
              <a:spcBef>
                <a:spcPts val="1200"/>
              </a:spcBef>
              <a:spcAft>
                <a:spcPts val="0"/>
              </a:spcAft>
              <a:buClr>
                <a:srgbClr val="7F7F7F"/>
              </a:buClr>
              <a:buSzPts val="1100"/>
              <a:buChar char="•"/>
              <a:defRPr sz="1100">
                <a:solidFill>
                  <a:srgbClr val="7F7F7F"/>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71" name="Google Shape;271;p7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72" name="Google Shape;272;p7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73" name="Google Shape;273;p7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74" name="Google Shape;274;p72"/>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pic>
        <p:nvPicPr>
          <p:cNvPr id="275" name="Google Shape;275;p72"/>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6" name="Shape 276"/>
        <p:cNvGrpSpPr/>
        <p:nvPr/>
      </p:nvGrpSpPr>
      <p:grpSpPr>
        <a:xfrm>
          <a:off x="0" y="0"/>
          <a:ext cx="0" cy="0"/>
          <a:chOff x="0" y="0"/>
          <a:chExt cx="0" cy="0"/>
        </a:xfrm>
      </p:grpSpPr>
      <p:sp>
        <p:nvSpPr>
          <p:cNvPr id="277" name="Google Shape;277;p73"/>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278" name="Google Shape;278;p73"/>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9" name="Google Shape;279;p73"/>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280" name="Google Shape;280;p73"/>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81" name="Google Shape;281;p73"/>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282" name="Google Shape;282;p73"/>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83" name="Google Shape;283;p7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84" name="Google Shape;284;p7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85" name="Google Shape;285;p7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86" name="Google Shape;286;p73"/>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pic>
        <p:nvPicPr>
          <p:cNvPr id="287" name="Google Shape;287;p73"/>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8" name="Shape 288"/>
        <p:cNvGrpSpPr/>
        <p:nvPr/>
      </p:nvGrpSpPr>
      <p:grpSpPr>
        <a:xfrm>
          <a:off x="0" y="0"/>
          <a:ext cx="0" cy="0"/>
          <a:chOff x="0" y="0"/>
          <a:chExt cx="0" cy="0"/>
        </a:xfrm>
      </p:grpSpPr>
      <p:sp>
        <p:nvSpPr>
          <p:cNvPr id="289" name="Google Shape;289;p7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90" name="Google Shape;290;p7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91" name="Google Shape;291;p7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92" name="Shape 292"/>
        <p:cNvGrpSpPr/>
        <p:nvPr/>
      </p:nvGrpSpPr>
      <p:grpSpPr>
        <a:xfrm>
          <a:off x="0" y="0"/>
          <a:ext cx="0" cy="0"/>
          <a:chOff x="0" y="0"/>
          <a:chExt cx="0" cy="0"/>
        </a:xfrm>
      </p:grpSpPr>
      <p:sp>
        <p:nvSpPr>
          <p:cNvPr id="293" name="Google Shape;293;p7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4" name="Google Shape;294;p75"/>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95" name="Google Shape;295;p75"/>
          <p:cNvSpPr txBox="1"/>
          <p:nvPr>
            <p:ph idx="2"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296" name="Google Shape;296;p75"/>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97" name="Google Shape;297;p75"/>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298" name="Google Shape;298;p75"/>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99" name="Shape 299"/>
        <p:cNvGrpSpPr/>
        <p:nvPr/>
      </p:nvGrpSpPr>
      <p:grpSpPr>
        <a:xfrm>
          <a:off x="0" y="0"/>
          <a:ext cx="0" cy="0"/>
          <a:chOff x="0" y="0"/>
          <a:chExt cx="0" cy="0"/>
        </a:xfrm>
      </p:grpSpPr>
      <p:sp>
        <p:nvSpPr>
          <p:cNvPr id="300" name="Google Shape;300;p7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1" name="Google Shape;301;p76"/>
          <p:cNvSpPr/>
          <p:nvPr>
            <p:ph idx="2" type="pic"/>
          </p:nvPr>
        </p:nvSpPr>
        <p:spPr>
          <a:xfrm>
            <a:off x="5183188" y="987427"/>
            <a:ext cx="6172200" cy="4873625"/>
          </a:xfrm>
          <a:prstGeom prst="rect">
            <a:avLst/>
          </a:prstGeom>
          <a:noFill/>
          <a:ln>
            <a:noFill/>
          </a:ln>
        </p:spPr>
      </p:sp>
      <p:sp>
        <p:nvSpPr>
          <p:cNvPr id="302" name="Google Shape;302;p76"/>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303" name="Google Shape;303;p7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304" name="Google Shape;304;p7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305" name="Google Shape;305;p7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06" name="Shape 306"/>
        <p:cNvGrpSpPr/>
        <p:nvPr/>
      </p:nvGrpSpPr>
      <p:grpSpPr>
        <a:xfrm>
          <a:off x="0" y="0"/>
          <a:ext cx="0" cy="0"/>
          <a:chOff x="0" y="0"/>
          <a:chExt cx="0" cy="0"/>
        </a:xfrm>
      </p:grpSpPr>
      <p:sp>
        <p:nvSpPr>
          <p:cNvPr id="307" name="Google Shape;307;p77"/>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308" name="Google Shape;308;p7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9" name="Google Shape;309;p7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310" name="Google Shape;310;p7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311" name="Google Shape;311;p7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312" name="Google Shape;312;p7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313" name="Google Shape;313;p77"/>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pic>
        <p:nvPicPr>
          <p:cNvPr id="314" name="Google Shape;314;p77"/>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5" name="Shape 315"/>
        <p:cNvGrpSpPr/>
        <p:nvPr/>
      </p:nvGrpSpPr>
      <p:grpSpPr>
        <a:xfrm>
          <a:off x="0" y="0"/>
          <a:ext cx="0" cy="0"/>
          <a:chOff x="0" y="0"/>
          <a:chExt cx="0" cy="0"/>
        </a:xfrm>
      </p:grpSpPr>
      <p:sp>
        <p:nvSpPr>
          <p:cNvPr id="316" name="Google Shape;316;p78"/>
          <p:cNvSpPr/>
          <p:nvPr/>
        </p:nvSpPr>
        <p:spPr>
          <a:xfrm>
            <a:off x="10095346" y="0"/>
            <a:ext cx="2096655" cy="6858000"/>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
        <p:nvSpPr>
          <p:cNvPr id="317" name="Google Shape;317;p78"/>
          <p:cNvSpPr txBox="1"/>
          <p:nvPr>
            <p:ph type="title"/>
          </p:nvPr>
        </p:nvSpPr>
        <p:spPr>
          <a:xfrm rot="5400000">
            <a:off x="8219282" y="2361262"/>
            <a:ext cx="5811838" cy="18195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8" name="Google Shape;318;p78"/>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319" name="Google Shape;319;p7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320" name="Google Shape;320;p7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888888"/>
              </a:buClr>
              <a:buSzPts val="1400"/>
              <a:buFont typeface="Quattrocento Sans"/>
              <a:buNone/>
              <a:defRPr/>
            </a:lvl1pPr>
            <a:lvl2pPr lvl="1" algn="l">
              <a:spcBef>
                <a:spcPts val="0"/>
              </a:spcBef>
              <a:spcAft>
                <a:spcPts val="0"/>
              </a:spcAft>
              <a:buClr>
                <a:schemeClr val="dk1"/>
              </a:buClr>
              <a:buSzPts val="1400"/>
              <a:buFont typeface="Quattrocento Sans"/>
              <a:buNone/>
              <a:defRPr/>
            </a:lvl2pPr>
            <a:lvl3pPr lvl="2" algn="l">
              <a:spcBef>
                <a:spcPts val="0"/>
              </a:spcBef>
              <a:spcAft>
                <a:spcPts val="0"/>
              </a:spcAft>
              <a:buClr>
                <a:schemeClr val="dk1"/>
              </a:buClr>
              <a:buSzPts val="1400"/>
              <a:buFont typeface="Quattrocento Sans"/>
              <a:buNone/>
              <a:defRPr/>
            </a:lvl3pPr>
            <a:lvl4pPr lvl="3" algn="l">
              <a:spcBef>
                <a:spcPts val="0"/>
              </a:spcBef>
              <a:spcAft>
                <a:spcPts val="0"/>
              </a:spcAft>
              <a:buClr>
                <a:schemeClr val="dk1"/>
              </a:buClr>
              <a:buSzPts val="1400"/>
              <a:buFont typeface="Quattrocento Sans"/>
              <a:buNone/>
              <a:defRPr/>
            </a:lvl4pPr>
            <a:lvl5pPr lvl="4" algn="l">
              <a:spcBef>
                <a:spcPts val="0"/>
              </a:spcBef>
              <a:spcAft>
                <a:spcPts val="0"/>
              </a:spcAft>
              <a:buClr>
                <a:schemeClr val="dk1"/>
              </a:buClr>
              <a:buSzPts val="1400"/>
              <a:buFont typeface="Quattrocento Sans"/>
              <a:buNone/>
              <a:defRPr/>
            </a:lvl5pPr>
            <a:lvl6pPr lvl="5" algn="l">
              <a:spcBef>
                <a:spcPts val="0"/>
              </a:spcBef>
              <a:spcAft>
                <a:spcPts val="0"/>
              </a:spcAft>
              <a:buClr>
                <a:schemeClr val="dk1"/>
              </a:buClr>
              <a:buSzPts val="1400"/>
              <a:buFont typeface="Quattrocento Sans"/>
              <a:buNone/>
              <a:defRPr/>
            </a:lvl6pPr>
            <a:lvl7pPr lvl="6" algn="l">
              <a:spcBef>
                <a:spcPts val="0"/>
              </a:spcBef>
              <a:spcAft>
                <a:spcPts val="0"/>
              </a:spcAft>
              <a:buClr>
                <a:schemeClr val="dk1"/>
              </a:buClr>
              <a:buSzPts val="1400"/>
              <a:buFont typeface="Quattrocento Sans"/>
              <a:buNone/>
              <a:defRPr/>
            </a:lvl7pPr>
            <a:lvl8pPr lvl="7" algn="l">
              <a:spcBef>
                <a:spcPts val="0"/>
              </a:spcBef>
              <a:spcAft>
                <a:spcPts val="0"/>
              </a:spcAft>
              <a:buClr>
                <a:schemeClr val="dk1"/>
              </a:buClr>
              <a:buSzPts val="1400"/>
              <a:buFont typeface="Quattrocento Sans"/>
              <a:buNone/>
              <a:defRPr/>
            </a:lvl8pPr>
            <a:lvl9pPr lvl="8" algn="l">
              <a:spcBef>
                <a:spcPts val="0"/>
              </a:spcBef>
              <a:spcAft>
                <a:spcPts val="0"/>
              </a:spcAft>
              <a:buClr>
                <a:schemeClr val="dk1"/>
              </a:buClr>
              <a:buSzPts val="1400"/>
              <a:buFont typeface="Quattrocento Sans"/>
              <a:buNone/>
              <a:defRPr/>
            </a:lvl9pPr>
          </a:lstStyle>
          <a:p/>
        </p:txBody>
      </p:sp>
      <p:sp>
        <p:nvSpPr>
          <p:cNvPr id="321" name="Google Shape;321;p7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322" name="Google Shape;322;p78"/>
          <p:cNvSpPr/>
          <p:nvPr/>
        </p:nvSpPr>
        <p:spPr>
          <a:xfrm>
            <a:off x="10095346" y="0"/>
            <a:ext cx="2096655" cy="6858000"/>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Quattrocento Sans"/>
              <a:ea typeface="Quattrocento Sans"/>
              <a:cs typeface="Quattrocento Sans"/>
              <a:sym typeface="Quattrocen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8.xml"/><Relationship Id="rId10" Type="http://schemas.openxmlformats.org/officeDocument/2006/relationships/slideLayout" Target="../slideLayouts/slideLayout37.xml"/><Relationship Id="rId13" Type="http://schemas.openxmlformats.org/officeDocument/2006/relationships/theme" Target="../theme/theme4.xml"/><Relationship Id="rId12" Type="http://schemas.openxmlformats.org/officeDocument/2006/relationships/slideLayout" Target="../slideLayouts/slideLayout39.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7"/>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500"/>
              <a:buFont typeface="Quattrocento Sans"/>
              <a:buNone/>
              <a:defRPr b="0" i="0" sz="45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84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72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3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3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3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8" name="Google Shape;128;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9" name="Google Shape;129;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0" name="Google Shape;130;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1" name="Google Shape;13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6" name="Shape 216"/>
        <p:cNvGrpSpPr/>
        <p:nvPr/>
      </p:nvGrpSpPr>
      <p:grpSpPr>
        <a:xfrm>
          <a:off x="0" y="0"/>
          <a:ext cx="0" cy="0"/>
          <a:chOff x="0" y="0"/>
          <a:chExt cx="0" cy="0"/>
        </a:xfrm>
      </p:grpSpPr>
      <p:sp>
        <p:nvSpPr>
          <p:cNvPr id="217" name="Google Shape;217;p43"/>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500"/>
              <a:buFont typeface="Quattrocento Sans"/>
              <a:buNone/>
              <a:defRPr b="0" i="0" sz="45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8" name="Google Shape;218;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84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72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219" name="Google Shape;219;p4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rgbClr val="888888"/>
              </a:buClr>
              <a:buSzPts val="14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lvl="1"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220" name="Google Shape;220;p4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rgbClr val="888888"/>
              </a:buClr>
              <a:buSzPts val="14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lvl="1"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Clr>
                <a:schemeClr val="dk1"/>
              </a:buClr>
              <a:buSzPts val="1400"/>
              <a:buFont typeface="Quattrocento Sans"/>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221" name="Google Shape;221;p4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12.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13.png"/><Relationship Id="rId4" Type="http://schemas.openxmlformats.org/officeDocument/2006/relationships/hyperlink" Target="https://foxutech.com/journaling-filesyste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hyperlink" Target="https://arstechnica.com/information-technology/2014/01/bitrot-and-atomic-cows-inside-next-gen-filesystems/" TargetMode="External"/><Relationship Id="rId4" Type="http://schemas.openxmlformats.org/officeDocument/2006/relationships/hyperlink" Target="https://en.wikipedia.org/wiki/File_Allocation_Table" TargetMode="External"/><Relationship Id="rId5" Type="http://schemas.openxmlformats.org/officeDocument/2006/relationships/hyperlink" Target="https://en.wikipedia.org/wiki/NTFS" TargetMode="External"/><Relationship Id="rId6" Type="http://schemas.openxmlformats.org/officeDocument/2006/relationships/hyperlink" Target="https://en.wikipedia.org/wiki/Ext2"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hyperlink" Target="https://arstechnica.com/information-technology/2014/01/bitrot-and-atomic-cows-inside-next-gen-filesystems/" TargetMode="External"/><Relationship Id="rId4" Type="http://schemas.openxmlformats.org/officeDocument/2006/relationships/hyperlink" Target="https://en.wikipedia.org/wiki/NTFS" TargetMode="External"/><Relationship Id="rId5" Type="http://schemas.openxmlformats.org/officeDocument/2006/relationships/hyperlink" Target="https://en.wikipedia.org/wiki/Ext4" TargetMode="External"/><Relationship Id="rId6" Type="http://schemas.openxmlformats.org/officeDocument/2006/relationships/hyperlink" Target="https://en.wikipedia.org/wiki/ZFS" TargetMode="External"/><Relationship Id="rId7" Type="http://schemas.openxmlformats.org/officeDocument/2006/relationships/hyperlink" Target="https://duckduckgo.com/?t=ffab&amp;q=btrfs&amp;ia=web"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Quattrocento Sans"/>
              <a:buNone/>
            </a:pPr>
            <a:br>
              <a:rPr lang="en-US"/>
            </a:br>
            <a:r>
              <a:rPr lang="en-US"/>
              <a:t>Technical Support (420-1N6-AB)</a:t>
            </a:r>
            <a:br>
              <a:rPr lang="en-US"/>
            </a:br>
            <a:r>
              <a:rPr lang="en-US"/>
              <a:t>File Systems</a:t>
            </a:r>
            <a:endParaRPr/>
          </a:p>
        </p:txBody>
      </p:sp>
      <p:sp>
        <p:nvSpPr>
          <p:cNvPr id="329" name="Google Shape;329;p1"/>
          <p:cNvSpPr txBox="1"/>
          <p:nvPr>
            <p:ph idx="1" type="subTitle"/>
          </p:nvPr>
        </p:nvSpPr>
        <p:spPr>
          <a:xfrm>
            <a:off x="838202" y="5110609"/>
            <a:ext cx="11074877" cy="1376455"/>
          </a:xfrm>
          <a:prstGeom prst="rect">
            <a:avLst/>
          </a:prstGeom>
          <a:noFill/>
          <a:ln>
            <a:noFill/>
          </a:ln>
        </p:spPr>
        <p:txBody>
          <a:bodyPr anchorCtr="0" anchor="t" bIns="45700" lIns="91425" spcFirstLastPara="1" rIns="91425" wrap="square" tIns="45700">
            <a:normAutofit/>
          </a:bodyPr>
          <a:lstStyle/>
          <a:p>
            <a:pPr indent="0" lvl="0" marL="0" rtl="0" algn="r">
              <a:lnSpc>
                <a:spcPct val="150000"/>
              </a:lnSpc>
              <a:spcBef>
                <a:spcPts val="0"/>
              </a:spcBef>
              <a:spcAft>
                <a:spcPts val="0"/>
              </a:spcAft>
              <a:buClr>
                <a:schemeClr val="lt1"/>
              </a:buClr>
              <a:buSzPts val="2800"/>
              <a:buNone/>
            </a:pPr>
            <a:r>
              <a:rPr lang="en-US"/>
              <a:t>Fall 2023</a:t>
            </a:r>
            <a:endParaRPr/>
          </a:p>
          <a:p>
            <a:pPr indent="0" lvl="0" marL="0" rtl="0" algn="r">
              <a:lnSpc>
                <a:spcPct val="150000"/>
              </a:lnSpc>
              <a:spcBef>
                <a:spcPts val="0"/>
              </a:spcBef>
              <a:spcAft>
                <a:spcPts val="0"/>
              </a:spcAft>
              <a:buClr>
                <a:schemeClr val="lt1"/>
              </a:buClr>
              <a:buSzPts val="2800"/>
              <a:buNone/>
            </a:pPr>
            <a:r>
              <a:rPr lang="en-US"/>
              <a:t>Adapted for Fall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Outline</a:t>
            </a:r>
            <a:endParaRPr/>
          </a:p>
        </p:txBody>
      </p:sp>
      <p:sp>
        <p:nvSpPr>
          <p:cNvPr id="335" name="Google Shape;335;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en-US"/>
              <a:t>File Formats</a:t>
            </a:r>
            <a:endParaRPr/>
          </a:p>
          <a:p>
            <a:pPr indent="-419100" lvl="0" marL="457200" rtl="0" algn="l">
              <a:lnSpc>
                <a:spcPct val="90000"/>
              </a:lnSpc>
              <a:spcBef>
                <a:spcPts val="900"/>
              </a:spcBef>
              <a:spcAft>
                <a:spcPts val="0"/>
              </a:spcAft>
              <a:buClr>
                <a:srgbClr val="7F7F7F"/>
              </a:buClr>
              <a:buSzPts val="3000"/>
              <a:buChar char="•"/>
            </a:pPr>
            <a:r>
              <a:rPr lang="en-US"/>
              <a:t>Data vs. Metadata</a:t>
            </a:r>
            <a:endParaRPr/>
          </a:p>
          <a:p>
            <a:pPr indent="-419100" lvl="0" marL="457200" rtl="0" algn="l">
              <a:lnSpc>
                <a:spcPct val="90000"/>
              </a:lnSpc>
              <a:spcBef>
                <a:spcPts val="900"/>
              </a:spcBef>
              <a:spcAft>
                <a:spcPts val="0"/>
              </a:spcAft>
              <a:buClr>
                <a:srgbClr val="7F7F7F"/>
              </a:buClr>
              <a:buSzPts val="3000"/>
              <a:buChar char="•"/>
            </a:pPr>
            <a:r>
              <a:rPr lang="en-US"/>
              <a:t>File systems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US"/>
              <a:t>File Format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File Format</a:t>
            </a:r>
            <a:endParaRPr/>
          </a:p>
        </p:txBody>
      </p:sp>
      <p:sp>
        <p:nvSpPr>
          <p:cNvPr id="346" name="Google Shape;346;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599" lvl="0" marL="228600" rtl="0" algn="l">
              <a:lnSpc>
                <a:spcPct val="115000"/>
              </a:lnSpc>
              <a:spcBef>
                <a:spcPts val="0"/>
              </a:spcBef>
              <a:spcAft>
                <a:spcPts val="0"/>
              </a:spcAft>
              <a:buClr>
                <a:srgbClr val="7F7F7F"/>
              </a:buClr>
              <a:buSzPts val="3000"/>
              <a:buChar char="•"/>
            </a:pPr>
            <a:r>
              <a:rPr b="1" lang="en-US"/>
              <a:t>Files</a:t>
            </a:r>
            <a:r>
              <a:rPr lang="en-US"/>
              <a:t> are named collections of data in computer storage.</a:t>
            </a:r>
            <a:endParaRPr/>
          </a:p>
          <a:p>
            <a:pPr indent="-228599" lvl="1" marL="685800" rtl="0" algn="l">
              <a:lnSpc>
                <a:spcPct val="115000"/>
              </a:lnSpc>
              <a:spcBef>
                <a:spcPts val="780"/>
              </a:spcBef>
              <a:spcAft>
                <a:spcPts val="0"/>
              </a:spcAft>
              <a:buClr>
                <a:srgbClr val="7F7F7F"/>
              </a:buClr>
              <a:buSzPts val="2600"/>
              <a:buChar char="•"/>
            </a:pPr>
            <a:r>
              <a:rPr lang="en-US"/>
              <a:t>Many types of files: text files, music files, photos and videos.</a:t>
            </a:r>
            <a:endParaRPr/>
          </a:p>
          <a:p>
            <a:pPr indent="-228599" lvl="0" marL="228600" rtl="0" algn="l">
              <a:lnSpc>
                <a:spcPct val="115000"/>
              </a:lnSpc>
              <a:spcBef>
                <a:spcPts val="900"/>
              </a:spcBef>
              <a:spcAft>
                <a:spcPts val="0"/>
              </a:spcAft>
              <a:buClr>
                <a:srgbClr val="0055A4"/>
              </a:buClr>
              <a:buSzPts val="3000"/>
              <a:buChar char="•"/>
            </a:pPr>
            <a:r>
              <a:rPr lang="en-US">
                <a:solidFill>
                  <a:srgbClr val="0055A4"/>
                </a:solidFill>
              </a:rPr>
              <a:t>File format </a:t>
            </a:r>
            <a:r>
              <a:rPr lang="en-US"/>
              <a:t>is the way the data is organized inside a file.</a:t>
            </a:r>
            <a:endParaRPr/>
          </a:p>
          <a:p>
            <a:pPr indent="-228599" lvl="0" marL="228600" rtl="0" algn="l">
              <a:lnSpc>
                <a:spcPct val="115000"/>
              </a:lnSpc>
              <a:spcBef>
                <a:spcPts val="900"/>
              </a:spcBef>
              <a:spcAft>
                <a:spcPts val="0"/>
              </a:spcAft>
              <a:buClr>
                <a:srgbClr val="7F7F7F"/>
              </a:buClr>
              <a:buSzPts val="3000"/>
              <a:buChar char="•"/>
            </a:pPr>
            <a:r>
              <a:rPr lang="en-US"/>
              <a:t>When saving a file, the OS or application uses an existing standard to organize the data.</a:t>
            </a:r>
            <a:endParaRPr/>
          </a:p>
          <a:p>
            <a:pPr indent="-228600" lvl="1" marL="685800" rtl="0" algn="l">
              <a:lnSpc>
                <a:spcPct val="115000"/>
              </a:lnSpc>
              <a:spcBef>
                <a:spcPts val="780"/>
              </a:spcBef>
              <a:spcAft>
                <a:spcPts val="0"/>
              </a:spcAft>
              <a:buClr>
                <a:srgbClr val="7F7F7F"/>
              </a:buClr>
              <a:buSzPts val="2600"/>
              <a:buChar char="•"/>
            </a:pPr>
            <a:r>
              <a:rPr lang="en-US"/>
              <a:t>Example of standard file formats: JPEG, MP4 and DOCX.</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312d4157766_0_0"/>
          <p:cNvSpPr txBox="1"/>
          <p:nvPr>
            <p:ph idx="1" type="body"/>
          </p:nvPr>
        </p:nvSpPr>
        <p:spPr>
          <a:xfrm>
            <a:off x="248400" y="1489625"/>
            <a:ext cx="11943600" cy="51837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5000"/>
              </a:lnSpc>
              <a:spcBef>
                <a:spcPts val="900"/>
              </a:spcBef>
              <a:spcAft>
                <a:spcPts val="0"/>
              </a:spcAft>
              <a:buNone/>
            </a:pPr>
            <a:r>
              <a:rPr lang="en-US"/>
              <a:t>All files have </a:t>
            </a:r>
            <a:r>
              <a:rPr b="1" lang="en-US"/>
              <a:t>raw data</a:t>
            </a:r>
            <a:r>
              <a:rPr lang="en-US"/>
              <a:t> (the binary representation) stored in storage.</a:t>
            </a:r>
            <a:br>
              <a:rPr lang="en-US"/>
            </a:br>
            <a:r>
              <a:rPr lang="en-US"/>
              <a:t>In Windows, we view this raw data in Hexidecimal using </a:t>
            </a:r>
            <a:r>
              <a:rPr b="1" lang="en-US"/>
              <a:t>Format-Hex </a:t>
            </a:r>
            <a:r>
              <a:rPr lang="en-US"/>
              <a:t>in </a:t>
            </a:r>
            <a:r>
              <a:rPr b="1" lang="en-US"/>
              <a:t>Powershell:</a:t>
            </a:r>
            <a:br>
              <a:rPr b="1" lang="en-US"/>
            </a:br>
            <a:br>
              <a:rPr b="1" lang="en-US"/>
            </a:br>
            <a:br>
              <a:rPr b="1" lang="en-US"/>
            </a:br>
            <a:br>
              <a:rPr b="1" lang="en-US"/>
            </a:br>
            <a:r>
              <a:rPr b="1" lang="en-US" u="sng"/>
              <a:t>Hex-&gt;ASCII</a:t>
            </a:r>
            <a:br>
              <a:rPr b="1" lang="en-US"/>
            </a:br>
            <a:r>
              <a:rPr lang="en-US">
                <a:latin typeface="Consolas"/>
                <a:ea typeface="Consolas"/>
                <a:cs typeface="Consolas"/>
                <a:sym typeface="Consolas"/>
              </a:rPr>
              <a:t>48</a:t>
            </a:r>
            <a:r>
              <a:rPr baseline="-25000" lang="en-US">
                <a:latin typeface="Consolas"/>
                <a:ea typeface="Consolas"/>
                <a:cs typeface="Consolas"/>
                <a:sym typeface="Consolas"/>
              </a:rPr>
              <a:t>16</a:t>
            </a:r>
            <a:r>
              <a:rPr lang="en-US">
                <a:latin typeface="Consolas"/>
                <a:ea typeface="Consolas"/>
                <a:cs typeface="Consolas"/>
                <a:sym typeface="Consolas"/>
              </a:rPr>
              <a:t>-&gt; H</a:t>
            </a:r>
            <a:br>
              <a:rPr lang="en-US">
                <a:latin typeface="Consolas"/>
                <a:ea typeface="Consolas"/>
                <a:cs typeface="Consolas"/>
                <a:sym typeface="Consolas"/>
              </a:rPr>
            </a:br>
            <a:r>
              <a:rPr lang="en-US">
                <a:latin typeface="Consolas"/>
                <a:ea typeface="Consolas"/>
                <a:cs typeface="Consolas"/>
                <a:sym typeface="Consolas"/>
              </a:rPr>
              <a:t>65</a:t>
            </a:r>
            <a:r>
              <a:rPr baseline="-25000" lang="en-US">
                <a:latin typeface="Consolas"/>
                <a:ea typeface="Consolas"/>
                <a:cs typeface="Consolas"/>
                <a:sym typeface="Consolas"/>
              </a:rPr>
              <a:t>16</a:t>
            </a:r>
            <a:r>
              <a:rPr lang="en-US">
                <a:latin typeface="Consolas"/>
                <a:ea typeface="Consolas"/>
                <a:cs typeface="Consolas"/>
                <a:sym typeface="Consolas"/>
              </a:rPr>
              <a:t>-&gt; e</a:t>
            </a:r>
            <a:endParaRPr>
              <a:latin typeface="Consolas"/>
              <a:ea typeface="Consolas"/>
              <a:cs typeface="Consolas"/>
              <a:sym typeface="Consolas"/>
            </a:endParaRPr>
          </a:p>
          <a:p>
            <a:pPr indent="0" lvl="0" marL="0" rtl="0" algn="l">
              <a:lnSpc>
                <a:spcPct val="115000"/>
              </a:lnSpc>
              <a:spcBef>
                <a:spcPts val="900"/>
              </a:spcBef>
              <a:spcAft>
                <a:spcPts val="0"/>
              </a:spcAft>
              <a:buNone/>
            </a:pPr>
            <a:r>
              <a:rPr lang="en-US">
                <a:latin typeface="Consolas"/>
                <a:ea typeface="Consolas"/>
                <a:cs typeface="Consolas"/>
                <a:sym typeface="Consolas"/>
              </a:rPr>
              <a:t>6C</a:t>
            </a:r>
            <a:r>
              <a:rPr baseline="-25000" lang="en-US">
                <a:latin typeface="Consolas"/>
                <a:ea typeface="Consolas"/>
                <a:cs typeface="Consolas"/>
                <a:sym typeface="Consolas"/>
              </a:rPr>
              <a:t>16</a:t>
            </a:r>
            <a:r>
              <a:rPr lang="en-US">
                <a:latin typeface="Consolas"/>
                <a:ea typeface="Consolas"/>
                <a:cs typeface="Consolas"/>
                <a:sym typeface="Consolas"/>
              </a:rPr>
              <a:t>-&gt; l</a:t>
            </a:r>
            <a:endParaRPr>
              <a:latin typeface="Consolas"/>
              <a:ea typeface="Consolas"/>
              <a:cs typeface="Consolas"/>
              <a:sym typeface="Consolas"/>
            </a:endParaRPr>
          </a:p>
          <a:p>
            <a:pPr indent="0" lvl="0" marL="0" rtl="0" algn="l">
              <a:lnSpc>
                <a:spcPct val="115000"/>
              </a:lnSpc>
              <a:spcBef>
                <a:spcPts val="900"/>
              </a:spcBef>
              <a:spcAft>
                <a:spcPts val="0"/>
              </a:spcAft>
              <a:buNone/>
            </a:pPr>
            <a:r>
              <a:rPr lang="en-US">
                <a:latin typeface="Consolas"/>
                <a:ea typeface="Consolas"/>
                <a:cs typeface="Consolas"/>
                <a:sym typeface="Consolas"/>
              </a:rPr>
              <a:t>6C</a:t>
            </a:r>
            <a:r>
              <a:rPr baseline="-25000" lang="en-US">
                <a:latin typeface="Consolas"/>
                <a:ea typeface="Consolas"/>
                <a:cs typeface="Consolas"/>
                <a:sym typeface="Consolas"/>
              </a:rPr>
              <a:t>16</a:t>
            </a:r>
            <a:r>
              <a:rPr lang="en-US">
                <a:latin typeface="Consolas"/>
                <a:ea typeface="Consolas"/>
                <a:cs typeface="Consolas"/>
                <a:sym typeface="Consolas"/>
              </a:rPr>
              <a:t>-&gt; l</a:t>
            </a:r>
            <a:endParaRPr>
              <a:latin typeface="Consolas"/>
              <a:ea typeface="Consolas"/>
              <a:cs typeface="Consolas"/>
              <a:sym typeface="Consolas"/>
            </a:endParaRPr>
          </a:p>
          <a:p>
            <a:pPr indent="0" lvl="0" marL="0" rtl="0" algn="l">
              <a:lnSpc>
                <a:spcPct val="115000"/>
              </a:lnSpc>
              <a:spcBef>
                <a:spcPts val="900"/>
              </a:spcBef>
              <a:spcAft>
                <a:spcPts val="0"/>
              </a:spcAft>
              <a:buNone/>
            </a:pPr>
            <a:r>
              <a:rPr lang="en-US">
                <a:latin typeface="Consolas"/>
                <a:ea typeface="Consolas"/>
                <a:cs typeface="Consolas"/>
                <a:sym typeface="Consolas"/>
              </a:rPr>
              <a:t>6F</a:t>
            </a:r>
            <a:r>
              <a:rPr baseline="-25000" lang="en-US">
                <a:latin typeface="Consolas"/>
                <a:ea typeface="Consolas"/>
                <a:cs typeface="Consolas"/>
                <a:sym typeface="Consolas"/>
              </a:rPr>
              <a:t>16</a:t>
            </a:r>
            <a:r>
              <a:rPr lang="en-US">
                <a:latin typeface="Consolas"/>
                <a:ea typeface="Consolas"/>
                <a:cs typeface="Consolas"/>
                <a:sym typeface="Consolas"/>
              </a:rPr>
              <a:t>-&gt; o</a:t>
            </a:r>
            <a:br>
              <a:rPr lang="en-US">
                <a:latin typeface="Consolas"/>
                <a:ea typeface="Consolas"/>
                <a:cs typeface="Consolas"/>
                <a:sym typeface="Consolas"/>
              </a:rPr>
            </a:br>
            <a:endParaRPr>
              <a:latin typeface="Consolas"/>
              <a:ea typeface="Consolas"/>
              <a:cs typeface="Consolas"/>
              <a:sym typeface="Consolas"/>
            </a:endParaRPr>
          </a:p>
        </p:txBody>
      </p:sp>
      <p:sp>
        <p:nvSpPr>
          <p:cNvPr id="352" name="Google Shape;352;g312d4157766_0_0"/>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File Formats: Text Files</a:t>
            </a:r>
            <a:endParaRPr/>
          </a:p>
        </p:txBody>
      </p:sp>
      <p:pic>
        <p:nvPicPr>
          <p:cNvPr id="353" name="Google Shape;353;g312d4157766_0_0"/>
          <p:cNvPicPr preferRelativeResize="0"/>
          <p:nvPr/>
        </p:nvPicPr>
        <p:blipFill>
          <a:blip r:embed="rId3">
            <a:alphaModFix/>
          </a:blip>
          <a:stretch>
            <a:fillRect/>
          </a:stretch>
        </p:blipFill>
        <p:spPr>
          <a:xfrm>
            <a:off x="2534488" y="2464900"/>
            <a:ext cx="9496425" cy="1504950"/>
          </a:xfrm>
          <a:prstGeom prst="rect">
            <a:avLst/>
          </a:prstGeom>
          <a:noFill/>
          <a:ln>
            <a:noFill/>
          </a:ln>
        </p:spPr>
      </p:pic>
      <p:pic>
        <p:nvPicPr>
          <p:cNvPr id="354" name="Google Shape;354;g312d4157766_0_0"/>
          <p:cNvPicPr preferRelativeResize="0"/>
          <p:nvPr/>
        </p:nvPicPr>
        <p:blipFill>
          <a:blip r:embed="rId4">
            <a:alphaModFix/>
          </a:blip>
          <a:stretch>
            <a:fillRect/>
          </a:stretch>
        </p:blipFill>
        <p:spPr>
          <a:xfrm>
            <a:off x="2534500" y="4133438"/>
            <a:ext cx="8343900" cy="1952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File Formats: Plain Text Files</a:t>
            </a:r>
            <a:endParaRPr/>
          </a:p>
        </p:txBody>
      </p:sp>
      <p:sp>
        <p:nvSpPr>
          <p:cNvPr id="360" name="Google Shape;360;p5"/>
          <p:cNvSpPr txBox="1"/>
          <p:nvPr>
            <p:ph idx="1" type="body"/>
          </p:nvPr>
        </p:nvSpPr>
        <p:spPr>
          <a:xfrm>
            <a:off x="248475" y="1787450"/>
            <a:ext cx="11943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a:t>Plain Text Files</a:t>
            </a:r>
            <a:r>
              <a:rPr lang="en-US"/>
              <a:t> refers to any file that is ASCII/Unicode: that means, </a:t>
            </a:r>
            <a:r>
              <a:rPr b="1" lang="en-US"/>
              <a:t>every byte of the file translates to some readable “plain” text</a:t>
            </a:r>
            <a:r>
              <a:rPr lang="en-US"/>
              <a:t>.</a:t>
            </a:r>
            <a:endParaRPr baseline="30000"/>
          </a:p>
          <a:p>
            <a:pPr indent="0" lvl="0" marL="0" rtl="0" algn="l">
              <a:lnSpc>
                <a:spcPct val="90000"/>
              </a:lnSpc>
              <a:spcBef>
                <a:spcPts val="0"/>
              </a:spcBef>
              <a:spcAft>
                <a:spcPts val="0"/>
              </a:spcAft>
              <a:buNone/>
            </a:pPr>
            <a:r>
              <a:t/>
            </a:r>
            <a:endParaRPr/>
          </a:p>
          <a:p>
            <a:pPr indent="-228600" lvl="0" marL="228600" rtl="0" algn="l">
              <a:lnSpc>
                <a:spcPct val="90000"/>
              </a:lnSpc>
              <a:spcBef>
                <a:spcPts val="0"/>
              </a:spcBef>
              <a:spcAft>
                <a:spcPts val="0"/>
              </a:spcAft>
              <a:buClr>
                <a:srgbClr val="7F7F7F"/>
              </a:buClr>
              <a:buSzPts val="3000"/>
              <a:buChar char="•"/>
            </a:pPr>
            <a:r>
              <a:rPr lang="en-US"/>
              <a:t>Often known as TXT files, with the extension .txt</a:t>
            </a:r>
            <a:endParaRPr/>
          </a:p>
          <a:p>
            <a:pPr indent="-393700" lvl="1" marL="914400" rtl="0" algn="l">
              <a:lnSpc>
                <a:spcPct val="90000"/>
              </a:lnSpc>
              <a:spcBef>
                <a:spcPts val="0"/>
              </a:spcBef>
              <a:spcAft>
                <a:spcPts val="0"/>
              </a:spcAft>
              <a:buSzPts val="2600"/>
              <a:buChar char="•"/>
            </a:pPr>
            <a:r>
              <a:rPr lang="en-US"/>
              <a:t>However, there are </a:t>
            </a:r>
            <a:r>
              <a:rPr b="1" lang="en-US"/>
              <a:t>many</a:t>
            </a:r>
            <a:r>
              <a:rPr lang="en-US"/>
              <a:t> file extensions known as “plain text”</a:t>
            </a:r>
            <a:endParaRPr/>
          </a:p>
          <a:p>
            <a:pPr indent="-393700" lvl="1" marL="914400" rtl="0" algn="l">
              <a:lnSpc>
                <a:spcPct val="90000"/>
              </a:lnSpc>
              <a:spcBef>
                <a:spcPts val="0"/>
              </a:spcBef>
              <a:spcAft>
                <a:spcPts val="0"/>
              </a:spcAft>
              <a:buSzPts val="2600"/>
              <a:buChar char="•"/>
            </a:pPr>
            <a:r>
              <a:rPr lang="en-US"/>
              <a:t>all programming language files are plaintext (.cs, .c, .cpp, .py, .sh, etc.)</a:t>
            </a:r>
            <a:endParaRPr/>
          </a:p>
          <a:p>
            <a:pPr indent="-393700" lvl="1" marL="914400" rtl="0" algn="l">
              <a:lnSpc>
                <a:spcPct val="90000"/>
              </a:lnSpc>
              <a:spcBef>
                <a:spcPts val="0"/>
              </a:spcBef>
              <a:spcAft>
                <a:spcPts val="0"/>
              </a:spcAft>
              <a:buSzPts val="2600"/>
              <a:buChar char="•"/>
            </a:pPr>
            <a:r>
              <a:rPr lang="en-US"/>
              <a:t>By default, a file without an extension is stored in plain text</a:t>
            </a:r>
            <a:endParaRPr/>
          </a:p>
        </p:txBody>
      </p:sp>
      <p:graphicFrame>
        <p:nvGraphicFramePr>
          <p:cNvPr id="361" name="Google Shape;361;p5"/>
          <p:cNvGraphicFramePr/>
          <p:nvPr/>
        </p:nvGraphicFramePr>
        <p:xfrm>
          <a:off x="248475" y="5162314"/>
          <a:ext cx="3000000" cy="3000000"/>
        </p:xfrm>
        <a:graphic>
          <a:graphicData uri="http://schemas.openxmlformats.org/drawingml/2006/table">
            <a:tbl>
              <a:tblPr>
                <a:noFill/>
                <a:tableStyleId>{D75B75D7-2706-4AF0-82A2-438B4B180B04}</a:tableStyleId>
              </a:tblPr>
              <a:tblGrid>
                <a:gridCol w="947125"/>
                <a:gridCol w="947125"/>
                <a:gridCol w="947125"/>
                <a:gridCol w="947125"/>
                <a:gridCol w="947125"/>
                <a:gridCol w="947125"/>
                <a:gridCol w="947125"/>
                <a:gridCol w="947125"/>
                <a:gridCol w="947125"/>
                <a:gridCol w="947125"/>
                <a:gridCol w="947125"/>
                <a:gridCol w="947125"/>
              </a:tblGrid>
              <a:tr h="370850">
                <a:tc>
                  <a:txBody>
                    <a:bodyPr/>
                    <a:lstStyle/>
                    <a:p>
                      <a:pPr indent="0" lvl="0" marL="0" marR="0" rtl="0" algn="ct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Binary</a:t>
                      </a:r>
                      <a:endParaRPr b="1" sz="1200" u="none" cap="none" strike="noStrike">
                        <a:latin typeface="Courier New"/>
                        <a:ea typeface="Courier New"/>
                        <a:cs typeface="Courier New"/>
                        <a:sym typeface="Courier New"/>
                      </a:endParaRPr>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01001000</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01100101</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01101100 </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01101100 </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01101111 </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00100000</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01010111</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01101111</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01110010</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01101100</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200"/>
                        <a:buFont typeface="Courier New"/>
                        <a:buNone/>
                      </a:pPr>
                      <a:r>
                        <a:rPr b="1" lang="en-US" sz="1200" u="none" cap="none" strike="noStrike">
                          <a:latin typeface="Courier New"/>
                          <a:ea typeface="Courier New"/>
                          <a:cs typeface="Courier New"/>
                          <a:sym typeface="Courier New"/>
                        </a:rPr>
                        <a:t>01100100</a:t>
                      </a:r>
                      <a:endParaRPr sz="1800" u="none" cap="none" strike="noStrike"/>
                    </a:p>
                  </a:txBody>
                  <a:tcPr marT="45725" marB="45725" marR="91450" marL="91450"/>
                </a:tc>
              </a:tr>
              <a:tr h="370850">
                <a:tc>
                  <a:txBody>
                    <a:bodyPr/>
                    <a:lstStyle/>
                    <a:p>
                      <a:pPr indent="0" lvl="0" marL="0" marR="0" rtl="0" algn="ctr">
                        <a:spcBef>
                          <a:spcPts val="0"/>
                        </a:spcBef>
                        <a:spcAft>
                          <a:spcPts val="0"/>
                        </a:spcAft>
                        <a:buClr>
                          <a:schemeClr val="dk1"/>
                        </a:buClr>
                        <a:buSzPts val="1800"/>
                        <a:buFont typeface="Calibri"/>
                        <a:buNone/>
                      </a:pPr>
                      <a:r>
                        <a:rPr lang="en-US" sz="1800" u="none" cap="none" strike="noStrike"/>
                        <a:t>ASCI</a:t>
                      </a:r>
                      <a:endParaRPr sz="14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rPr lang="en-US" sz="1400" u="none" cap="none" strike="noStrike"/>
                        <a:t>H</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rPr lang="en-US" sz="1400" u="none" cap="none" strike="noStrike"/>
                        <a:t>e</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rPr lang="en-US" sz="1400" u="none" cap="none" strike="noStrike"/>
                        <a:t>l</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rPr lang="en-US" sz="1400" u="none" cap="none" strike="noStrike"/>
                        <a:t>l</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rPr lang="en-US" sz="1400" u="none" cap="none" strike="noStrike"/>
                        <a:t>o</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t/>
                      </a:r>
                      <a:endParaRPr sz="14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rPr lang="en-US" sz="1400" u="none" cap="none" strike="noStrike"/>
                        <a:t>W</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rPr lang="en-US" sz="1400" u="none" cap="none" strike="noStrike"/>
                        <a:t>o</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rPr lang="en-US" sz="1400" u="none" cap="none" strike="noStrike"/>
                        <a:t>r</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rPr lang="en-US" sz="1400" u="none" cap="none" strike="noStrike"/>
                        <a:t>l</a:t>
                      </a:r>
                      <a:endParaRPr sz="1800" u="none" cap="none" strike="noStrike"/>
                    </a:p>
                  </a:txBody>
                  <a:tcPr marT="45725" marB="45725" marR="91450" marL="91450"/>
                </a:tc>
                <a:tc>
                  <a:txBody>
                    <a:bodyPr/>
                    <a:lstStyle/>
                    <a:p>
                      <a:pPr indent="0" lvl="0" marL="0" marR="0" rtl="0" algn="r">
                        <a:spcBef>
                          <a:spcPts val="0"/>
                        </a:spcBef>
                        <a:spcAft>
                          <a:spcPts val="0"/>
                        </a:spcAft>
                        <a:buClr>
                          <a:schemeClr val="dk1"/>
                        </a:buClr>
                        <a:buSzPts val="1400"/>
                        <a:buFont typeface="Calibri"/>
                        <a:buNone/>
                      </a:pPr>
                      <a:r>
                        <a:rPr lang="en-US" sz="1400" u="none" cap="none" strike="noStrike"/>
                        <a:t>d</a:t>
                      </a:r>
                      <a:endParaRPr sz="1800" u="none" cap="none" strike="noStrike"/>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12d4157766_0_8"/>
          <p:cNvSpPr txBox="1"/>
          <p:nvPr>
            <p:ph idx="1" type="body"/>
          </p:nvPr>
        </p:nvSpPr>
        <p:spPr>
          <a:xfrm>
            <a:off x="248400" y="1481775"/>
            <a:ext cx="11943600" cy="4901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900"/>
              </a:spcBef>
              <a:spcAft>
                <a:spcPts val="0"/>
              </a:spcAft>
              <a:buNone/>
            </a:pPr>
            <a:r>
              <a:rPr lang="en-US"/>
              <a:t>Many files are NOT plain text! Here’s the raw data for a .docx </a:t>
            </a:r>
            <a:r>
              <a:rPr b="1" lang="en-US"/>
              <a:t>with exactly the same content </a:t>
            </a:r>
            <a:r>
              <a:rPr lang="en-US"/>
              <a:t>as the previous .txt example:</a:t>
            </a:r>
            <a:endParaRPr/>
          </a:p>
        </p:txBody>
      </p:sp>
      <p:sp>
        <p:nvSpPr>
          <p:cNvPr id="367" name="Google Shape;367;g312d4157766_0_8"/>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File Formats: Compiled/Executable Files</a:t>
            </a:r>
            <a:endParaRPr/>
          </a:p>
        </p:txBody>
      </p:sp>
      <p:pic>
        <p:nvPicPr>
          <p:cNvPr id="368" name="Google Shape;368;g312d4157766_0_8"/>
          <p:cNvPicPr preferRelativeResize="0"/>
          <p:nvPr/>
        </p:nvPicPr>
        <p:blipFill>
          <a:blip r:embed="rId3">
            <a:alphaModFix/>
          </a:blip>
          <a:stretch>
            <a:fillRect/>
          </a:stretch>
        </p:blipFill>
        <p:spPr>
          <a:xfrm>
            <a:off x="479013" y="2433100"/>
            <a:ext cx="9077325" cy="2638425"/>
          </a:xfrm>
          <a:prstGeom prst="rect">
            <a:avLst/>
          </a:prstGeom>
          <a:noFill/>
          <a:ln>
            <a:noFill/>
          </a:ln>
        </p:spPr>
      </p:pic>
      <p:pic>
        <p:nvPicPr>
          <p:cNvPr id="369" name="Google Shape;369;g312d4157766_0_8"/>
          <p:cNvPicPr preferRelativeResize="0"/>
          <p:nvPr/>
        </p:nvPicPr>
        <p:blipFill>
          <a:blip r:embed="rId4">
            <a:alphaModFix/>
          </a:blip>
          <a:stretch>
            <a:fillRect/>
          </a:stretch>
        </p:blipFill>
        <p:spPr>
          <a:xfrm>
            <a:off x="3203738" y="3467363"/>
            <a:ext cx="8877300" cy="2428875"/>
          </a:xfrm>
          <a:prstGeom prst="rect">
            <a:avLst/>
          </a:prstGeom>
          <a:noFill/>
          <a:ln>
            <a:noFill/>
          </a:ln>
        </p:spPr>
      </p:pic>
      <p:pic>
        <p:nvPicPr>
          <p:cNvPr id="370" name="Google Shape;370;g312d4157766_0_8"/>
          <p:cNvPicPr preferRelativeResize="0"/>
          <p:nvPr/>
        </p:nvPicPr>
        <p:blipFill>
          <a:blip r:embed="rId5">
            <a:alphaModFix/>
          </a:blip>
          <a:stretch>
            <a:fillRect/>
          </a:stretch>
        </p:blipFill>
        <p:spPr>
          <a:xfrm>
            <a:off x="3132300" y="6307275"/>
            <a:ext cx="9020175" cy="1352550"/>
          </a:xfrm>
          <a:prstGeom prst="rect">
            <a:avLst/>
          </a:prstGeom>
          <a:noFill/>
          <a:ln>
            <a:noFill/>
          </a:ln>
        </p:spPr>
      </p:pic>
      <p:sp>
        <p:nvSpPr>
          <p:cNvPr id="371" name="Google Shape;371;g312d4157766_0_8"/>
          <p:cNvSpPr txBox="1"/>
          <p:nvPr/>
        </p:nvSpPr>
        <p:spPr>
          <a:xfrm>
            <a:off x="3132300" y="5768675"/>
            <a:ext cx="9020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Thousands of similar lines skipped….</a:t>
            </a:r>
            <a:endParaRPr sz="2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13d6cffeb4_0_8"/>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File Formats: Plain Text vs Compiled</a:t>
            </a:r>
            <a:endParaRPr/>
          </a:p>
        </p:txBody>
      </p:sp>
      <p:sp>
        <p:nvSpPr>
          <p:cNvPr id="377" name="Google Shape;377;g313d6cffeb4_0_8"/>
          <p:cNvSpPr txBox="1"/>
          <p:nvPr>
            <p:ph idx="1" type="body"/>
          </p:nvPr>
        </p:nvSpPr>
        <p:spPr>
          <a:xfrm>
            <a:off x="248475" y="1787450"/>
            <a:ext cx="11943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a:t>Compiled </a:t>
            </a:r>
            <a:r>
              <a:rPr lang="en-US"/>
              <a:t>or </a:t>
            </a:r>
            <a:r>
              <a:rPr b="1" lang="en-US"/>
              <a:t>executable </a:t>
            </a:r>
            <a:r>
              <a:rPr lang="en-US"/>
              <a:t>files are </a:t>
            </a:r>
            <a:r>
              <a:rPr lang="en-US"/>
              <a:t>any file that is NOT plain text, that is it’s raw data does NOT translate to ASCII/Unicode. Instead, </a:t>
            </a:r>
            <a:r>
              <a:rPr b="1" lang="en-US"/>
              <a:t>every byte of the file translates to some executable “instruction” </a:t>
            </a:r>
            <a:r>
              <a:rPr lang="en-US"/>
              <a:t>for a program to run</a:t>
            </a:r>
            <a:r>
              <a:rPr lang="en-US"/>
              <a:t>.</a:t>
            </a:r>
            <a:endParaRPr baseline="30000"/>
          </a:p>
          <a:p>
            <a:pPr indent="0" lvl="0" marL="0" rtl="0" algn="l">
              <a:lnSpc>
                <a:spcPct val="90000"/>
              </a:lnSpc>
              <a:spcBef>
                <a:spcPts val="0"/>
              </a:spcBef>
              <a:spcAft>
                <a:spcPts val="0"/>
              </a:spcAft>
              <a:buNone/>
            </a:pPr>
            <a:r>
              <a:t/>
            </a:r>
            <a:endParaRPr/>
          </a:p>
          <a:p>
            <a:pPr indent="-228600" lvl="0" marL="228600" rtl="0" algn="l">
              <a:lnSpc>
                <a:spcPct val="90000"/>
              </a:lnSpc>
              <a:spcBef>
                <a:spcPts val="0"/>
              </a:spcBef>
              <a:spcAft>
                <a:spcPts val="0"/>
              </a:spcAft>
              <a:buClr>
                <a:srgbClr val="7F7F7F"/>
              </a:buClr>
              <a:buSzPts val="3000"/>
              <a:buChar char="•"/>
            </a:pPr>
            <a:r>
              <a:rPr lang="en-US"/>
              <a:t>Many types:</a:t>
            </a:r>
            <a:endParaRPr/>
          </a:p>
          <a:p>
            <a:pPr indent="-393700" lvl="1" marL="914400" rtl="0" algn="l">
              <a:lnSpc>
                <a:spcPct val="90000"/>
              </a:lnSpc>
              <a:spcBef>
                <a:spcPts val="0"/>
              </a:spcBef>
              <a:spcAft>
                <a:spcPts val="0"/>
              </a:spcAft>
              <a:buSzPts val="2600"/>
              <a:buChar char="•"/>
            </a:pPr>
            <a:r>
              <a:rPr lang="en-US"/>
              <a:t>Executable files like .exe in Windows</a:t>
            </a:r>
            <a:endParaRPr/>
          </a:p>
          <a:p>
            <a:pPr indent="-393700" lvl="1" marL="914400" rtl="0" algn="l">
              <a:lnSpc>
                <a:spcPct val="90000"/>
              </a:lnSpc>
              <a:spcBef>
                <a:spcPts val="0"/>
              </a:spcBef>
              <a:spcAft>
                <a:spcPts val="0"/>
              </a:spcAft>
              <a:buSzPts val="2600"/>
              <a:buChar char="•"/>
            </a:pPr>
            <a:r>
              <a:rPr lang="en-US"/>
              <a:t>Archives (compressed collection of files) like .docx, .zip, .tar.gz, etc.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6"/>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US"/>
              <a:t>File Metadata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File Metadata</a:t>
            </a:r>
            <a:endParaRPr/>
          </a:p>
        </p:txBody>
      </p:sp>
      <p:sp>
        <p:nvSpPr>
          <p:cNvPr id="388" name="Google Shape;388;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185736" lvl="0" marL="228600" rtl="0" algn="l">
              <a:lnSpc>
                <a:spcPct val="115000"/>
              </a:lnSpc>
              <a:spcBef>
                <a:spcPts val="0"/>
              </a:spcBef>
              <a:spcAft>
                <a:spcPts val="0"/>
              </a:spcAft>
              <a:buClr>
                <a:srgbClr val="7F7F7F"/>
              </a:buClr>
              <a:buSzPct val="100000"/>
              <a:buChar char="•"/>
            </a:pPr>
            <a:r>
              <a:rPr lang="en-US"/>
              <a:t>Many file formats cannot be stored so simply (a video file needs more structure than a text file, for example)</a:t>
            </a:r>
            <a:endParaRPr/>
          </a:p>
          <a:p>
            <a:pPr indent="-185736" lvl="0" marL="228600" rtl="0" algn="l">
              <a:lnSpc>
                <a:spcPct val="115000"/>
              </a:lnSpc>
              <a:spcBef>
                <a:spcPts val="900"/>
              </a:spcBef>
              <a:spcAft>
                <a:spcPts val="0"/>
              </a:spcAft>
              <a:buClr>
                <a:srgbClr val="7F7F7F"/>
              </a:buClr>
              <a:buSzPct val="100000"/>
              <a:buChar char="•"/>
            </a:pPr>
            <a:r>
              <a:rPr lang="en-US"/>
              <a:t>We need to include\save more data about the file to be able to read it properly. This data about the data is known as </a:t>
            </a:r>
            <a:r>
              <a:rPr lang="en-US">
                <a:solidFill>
                  <a:srgbClr val="0055A4"/>
                </a:solidFill>
              </a:rPr>
              <a:t>Metadata</a:t>
            </a:r>
            <a:r>
              <a:rPr lang="en-US"/>
              <a:t>.</a:t>
            </a:r>
            <a:endParaRPr/>
          </a:p>
          <a:p>
            <a:pPr indent="-185736" lvl="0" marL="228600" rtl="0" algn="l">
              <a:lnSpc>
                <a:spcPct val="115000"/>
              </a:lnSpc>
              <a:spcBef>
                <a:spcPts val="900"/>
              </a:spcBef>
              <a:spcAft>
                <a:spcPts val="0"/>
              </a:spcAft>
              <a:buClr>
                <a:srgbClr val="0055A4"/>
              </a:buClr>
              <a:buSzPct val="100000"/>
              <a:buChar char="•"/>
            </a:pPr>
            <a:r>
              <a:rPr lang="en-US">
                <a:solidFill>
                  <a:srgbClr val="0055A4"/>
                </a:solidFill>
              </a:rPr>
              <a:t>Metadata is data that provides information about other data.</a:t>
            </a:r>
            <a:r>
              <a:rPr lang="en-US"/>
              <a:t> </a:t>
            </a:r>
            <a:endParaRPr/>
          </a:p>
          <a:p>
            <a:pPr indent="-185736" lvl="0" marL="228600" rtl="0" algn="l">
              <a:lnSpc>
                <a:spcPct val="115000"/>
              </a:lnSpc>
              <a:spcBef>
                <a:spcPts val="900"/>
              </a:spcBef>
              <a:spcAft>
                <a:spcPts val="0"/>
              </a:spcAft>
              <a:buClr>
                <a:srgbClr val="7F7F7F"/>
              </a:buClr>
              <a:buSzPct val="100000"/>
              <a:buChar char="•"/>
            </a:pPr>
            <a:r>
              <a:rPr lang="en-US"/>
              <a:t>File metadata provides information about the file data.</a:t>
            </a:r>
            <a:endParaRPr/>
          </a:p>
          <a:p>
            <a:pPr indent="-191451" lvl="1" marL="685800" rtl="0" algn="l">
              <a:lnSpc>
                <a:spcPct val="115000"/>
              </a:lnSpc>
              <a:spcBef>
                <a:spcPts val="780"/>
              </a:spcBef>
              <a:spcAft>
                <a:spcPts val="0"/>
              </a:spcAft>
              <a:buClr>
                <a:srgbClr val="7F7F7F"/>
              </a:buClr>
              <a:buSzPct val="100000"/>
              <a:buChar char="•"/>
            </a:pPr>
            <a:r>
              <a:rPr lang="en-US"/>
              <a:t>Stored at the front of the file data on the storage device. </a:t>
            </a:r>
            <a:br>
              <a:rPr lang="en-US"/>
            </a:br>
            <a:r>
              <a:rPr lang="en-US"/>
              <a:t>(ahead of the actual data).</a:t>
            </a:r>
            <a:endParaRPr/>
          </a:p>
          <a:p>
            <a:pPr indent="-191451" lvl="1" marL="685800" rtl="0" algn="l">
              <a:lnSpc>
                <a:spcPct val="115000"/>
              </a:lnSpc>
              <a:spcBef>
                <a:spcPts val="780"/>
              </a:spcBef>
              <a:spcAft>
                <a:spcPts val="0"/>
              </a:spcAft>
              <a:buClr>
                <a:srgbClr val="7F7F7F"/>
              </a:buClr>
              <a:buSzPct val="100000"/>
              <a:buChar char="•"/>
            </a:pPr>
            <a:r>
              <a:rPr lang="en-US"/>
              <a:t>Known as file header.</a:t>
            </a:r>
            <a:endParaRPr/>
          </a:p>
          <a:p>
            <a:pPr indent="-63500" lvl="1" marL="685800" rtl="0" algn="l">
              <a:lnSpc>
                <a:spcPct val="90000"/>
              </a:lnSpc>
              <a:spcBef>
                <a:spcPts val="780"/>
              </a:spcBef>
              <a:spcAft>
                <a:spcPts val="0"/>
              </a:spcAft>
              <a:buClr>
                <a:srgbClr val="7F7F7F"/>
              </a:buClr>
              <a:buSzPct val="100000"/>
              <a:buNone/>
            </a:pPr>
            <a:r>
              <a:t/>
            </a:r>
            <a:endParaRPr/>
          </a:p>
          <a:p>
            <a:pPr indent="-38100" lvl="0" marL="228600" rtl="0" algn="l">
              <a:lnSpc>
                <a:spcPct val="90000"/>
              </a:lnSpc>
              <a:spcBef>
                <a:spcPts val="900"/>
              </a:spcBef>
              <a:spcAft>
                <a:spcPts val="0"/>
              </a:spcAft>
              <a:buClr>
                <a:srgbClr val="7F7F7F"/>
              </a:buClr>
              <a:buSzPct val="100000"/>
              <a:buNone/>
            </a:pPr>
            <a:r>
              <a:t/>
            </a:r>
            <a:endParaRPr/>
          </a:p>
        </p:txBody>
      </p:sp>
      <p:pic>
        <p:nvPicPr>
          <p:cNvPr descr="What is Metadata (with examples) - Data terminology" id="389" name="Google Shape;389;p7"/>
          <p:cNvPicPr preferRelativeResize="0"/>
          <p:nvPr/>
        </p:nvPicPr>
        <p:blipFill rotWithShape="1">
          <a:blip r:embed="rId3">
            <a:alphaModFix/>
          </a:blip>
          <a:srcRect b="0" l="13639" r="12652" t="0"/>
          <a:stretch/>
        </p:blipFill>
        <p:spPr>
          <a:xfrm>
            <a:off x="9114503" y="4674328"/>
            <a:ext cx="2635046" cy="19099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File Metadata: Example: Bitmap Photo (BMP)</a:t>
            </a:r>
            <a:endParaRPr/>
          </a:p>
        </p:txBody>
      </p:sp>
      <p:graphicFrame>
        <p:nvGraphicFramePr>
          <p:cNvPr id="395" name="Google Shape;395;p8"/>
          <p:cNvGraphicFramePr/>
          <p:nvPr/>
        </p:nvGraphicFramePr>
        <p:xfrm>
          <a:off x="838223" y="3246659"/>
          <a:ext cx="3000000" cy="3000000"/>
        </p:xfrm>
        <a:graphic>
          <a:graphicData uri="http://schemas.openxmlformats.org/drawingml/2006/table">
            <a:tbl>
              <a:tblPr>
                <a:noFill/>
                <a:tableStyleId>{D75B75D7-2706-4AF0-82A2-438B4B180B04}</a:tableStyleId>
              </a:tblPr>
              <a:tblGrid>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gridCol w="257450"/>
              </a:tblGrid>
              <a:tr h="370850">
                <a:tc>
                  <a:txBody>
                    <a:bodyPr/>
                    <a:lstStyle/>
                    <a:p>
                      <a:pPr indent="0" lvl="0" marL="0" marR="0" rtl="0" algn="ctr">
                        <a:spcBef>
                          <a:spcPts val="0"/>
                        </a:spcBef>
                        <a:spcAft>
                          <a:spcPts val="0"/>
                        </a:spcAft>
                        <a:buClr>
                          <a:schemeClr val="dk1"/>
                        </a:buClr>
                        <a:buSzPts val="1200"/>
                        <a:buFont typeface="Calibri"/>
                        <a:buNone/>
                      </a:pPr>
                      <a:r>
                        <a:rPr lang="en-US" sz="1200" u="none" cap="none" strike="noStrike"/>
                        <a:t>B</a:t>
                      </a:r>
                      <a:endParaRPr sz="1800" u="none" cap="none" strike="noStrike"/>
                    </a:p>
                  </a:txBody>
                  <a:tcPr marT="45725" marB="45725" marR="91450" marL="91450">
                    <a:solidFill>
                      <a:srgbClr val="D24726"/>
                    </a:solidFill>
                  </a:tcPr>
                </a:tc>
                <a:tc>
                  <a:txBody>
                    <a:bodyPr/>
                    <a:lstStyle/>
                    <a:p>
                      <a:pPr indent="0" lvl="0" marL="0" marR="0" rtl="0" algn="ctr">
                        <a:spcBef>
                          <a:spcPts val="0"/>
                        </a:spcBef>
                        <a:spcAft>
                          <a:spcPts val="0"/>
                        </a:spcAft>
                        <a:buClr>
                          <a:schemeClr val="dk1"/>
                        </a:buClr>
                        <a:buSzPts val="1200"/>
                        <a:buFont typeface="Calibri"/>
                        <a:buNone/>
                      </a:pPr>
                      <a:r>
                        <a:rPr lang="en-US" sz="1200" u="none" cap="none" strike="noStrike"/>
                        <a:t>M</a:t>
                      </a:r>
                      <a:endParaRPr sz="1800" u="none" cap="none" strike="noStrike"/>
                    </a:p>
                  </a:txBody>
                  <a:tcPr marT="45725" marB="45725" marR="91450" marL="91450">
                    <a:solidFill>
                      <a:srgbClr val="D24726"/>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D24726"/>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D24726"/>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FFC00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FFC00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FFC00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FFC00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92D05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92D05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92D05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92D05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0070C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0070C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0070C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0070C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7030A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7030A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7030A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7030A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3B3026"/>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3B3026"/>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3B3026"/>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3B3026"/>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EFD5A2"/>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EFD5A2"/>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EFD5A2"/>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EFD5A2"/>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00206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solidFill>
                      <a:srgbClr val="002060"/>
                    </a:solidFill>
                  </a:tcPr>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tc>
              </a:tr>
              <a:tr h="370850">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tc>
                <a:tc>
                  <a:txBody>
                    <a:bodyPr/>
                    <a:lstStyle/>
                    <a:p>
                      <a:pPr indent="0" lvl="0" marL="0" marR="0" rtl="0" algn="ctr">
                        <a:spcBef>
                          <a:spcPts val="0"/>
                        </a:spcBef>
                        <a:spcAft>
                          <a:spcPts val="0"/>
                        </a:spcAft>
                        <a:buClr>
                          <a:schemeClr val="dk1"/>
                        </a:buClr>
                        <a:buSzPts val="1200"/>
                        <a:buFont typeface="Calibri"/>
                        <a:buNone/>
                      </a:pPr>
                      <a:r>
                        <a:t/>
                      </a:r>
                      <a:endParaRPr sz="1200" u="none" cap="none" strike="noStrike"/>
                    </a:p>
                  </a:txBody>
                  <a:tcPr marT="45725" marB="45725" marR="91450" marL="91450"/>
                </a:tc>
                <a:tc gridSpan="4">
                  <a:txBody>
                    <a:bodyPr/>
                    <a:lstStyle/>
                    <a:p>
                      <a:pPr indent="0" lvl="0" marL="0" marR="0" rtl="0" algn="ctr">
                        <a:spcBef>
                          <a:spcPts val="0"/>
                        </a:spcBef>
                        <a:spcAft>
                          <a:spcPts val="0"/>
                        </a:spcAft>
                        <a:buClr>
                          <a:schemeClr val="dk1"/>
                        </a:buClr>
                        <a:buSzPts val="1200"/>
                        <a:buFont typeface="Calibri"/>
                        <a:buNone/>
                      </a:pPr>
                      <a:r>
                        <a:rPr lang="en-US" sz="1200" u="none" cap="none" strike="noStrike"/>
                        <a:t>File Size</a:t>
                      </a:r>
                      <a:endParaRPr sz="1800" u="none" cap="none" strike="noStrike"/>
                    </a:p>
                    <a:p>
                      <a:pPr indent="0" lvl="0" marL="0" marR="0" rtl="0" algn="ctr">
                        <a:spcBef>
                          <a:spcPts val="0"/>
                        </a:spcBef>
                        <a:spcAft>
                          <a:spcPts val="0"/>
                        </a:spcAft>
                        <a:buClr>
                          <a:schemeClr val="dk1"/>
                        </a:buClr>
                        <a:buSzPts val="1200"/>
                        <a:buFont typeface="Calibri"/>
                        <a:buNone/>
                      </a:pPr>
                      <a:r>
                        <a:rPr lang="en-US" sz="1200" u="none" cap="none" strike="noStrike"/>
                        <a:t>4 bytes</a:t>
                      </a:r>
                      <a:endParaRPr sz="1800" u="none" cap="none" strike="noStrike"/>
                    </a:p>
                  </a:txBody>
                  <a:tcPr marT="45725" marB="45725" marR="91450" marL="91450"/>
                </a:tc>
                <a:tc hMerge="1"/>
                <a:tc hMerge="1"/>
                <a:tc hMerge="1"/>
                <a:tc gridSpan="4">
                  <a:txBody>
                    <a:bodyPr/>
                    <a:lstStyle/>
                    <a:p>
                      <a:pPr indent="0" lvl="0" marL="0" marR="0" rtl="0" algn="ctr">
                        <a:spcBef>
                          <a:spcPts val="0"/>
                        </a:spcBef>
                        <a:spcAft>
                          <a:spcPts val="0"/>
                        </a:spcAft>
                        <a:buClr>
                          <a:schemeClr val="dk1"/>
                        </a:buClr>
                        <a:buSzPts val="1200"/>
                        <a:buFont typeface="Calibri"/>
                        <a:buNone/>
                      </a:pPr>
                      <a:r>
                        <a:rPr lang="en-US" sz="1200" u="none" cap="none" strike="noStrike"/>
                        <a:t>Reserved</a:t>
                      </a:r>
                      <a:endParaRPr sz="1800" u="none" cap="none" strike="noStrike"/>
                    </a:p>
                  </a:txBody>
                  <a:tcPr marT="45725" marB="45725" marR="91450" marL="91450"/>
                </a:tc>
                <a:tc hMerge="1"/>
                <a:tc hMerge="1"/>
                <a:tc hMerge="1"/>
                <a:tc gridSpan="4">
                  <a:txBody>
                    <a:bodyPr/>
                    <a:lstStyle/>
                    <a:p>
                      <a:pPr indent="0" lvl="0" marL="0" marR="0" rtl="0" algn="ctr">
                        <a:spcBef>
                          <a:spcPts val="0"/>
                        </a:spcBef>
                        <a:spcAft>
                          <a:spcPts val="0"/>
                        </a:spcAft>
                        <a:buClr>
                          <a:schemeClr val="dk1"/>
                        </a:buClr>
                        <a:buSzPts val="1200"/>
                        <a:buFont typeface="Calibri"/>
                        <a:buNone/>
                      </a:pPr>
                      <a:r>
                        <a:rPr lang="en-US" sz="1200" u="none" cap="none" strike="noStrike"/>
                        <a:t>Offset</a:t>
                      </a:r>
                      <a:endParaRPr sz="1800" u="none" cap="none" strike="noStrike"/>
                    </a:p>
                  </a:txBody>
                  <a:tcPr marT="45725" marB="45725" marR="91450" marL="91450"/>
                </a:tc>
                <a:tc hMerge="1"/>
                <a:tc hMerge="1"/>
                <a:tc hMerge="1"/>
                <a:tc gridSpan="4">
                  <a:txBody>
                    <a:bodyPr/>
                    <a:lstStyle/>
                    <a:p>
                      <a:pPr indent="0" lvl="0" marL="0" marR="0" rtl="0" algn="ctr">
                        <a:spcBef>
                          <a:spcPts val="0"/>
                        </a:spcBef>
                        <a:spcAft>
                          <a:spcPts val="0"/>
                        </a:spcAft>
                        <a:buClr>
                          <a:schemeClr val="dk1"/>
                        </a:buClr>
                        <a:buSzPts val="1200"/>
                        <a:buFont typeface="Calibri"/>
                        <a:buNone/>
                      </a:pPr>
                      <a:r>
                        <a:rPr lang="en-US" sz="1200" u="none" cap="none" strike="noStrike"/>
                        <a:t>Header Size</a:t>
                      </a:r>
                      <a:endParaRPr sz="1800" u="none" cap="none" strike="noStrike"/>
                    </a:p>
                  </a:txBody>
                  <a:tcPr marT="45725" marB="45725" marR="91450" marL="91450"/>
                </a:tc>
                <a:tc hMerge="1"/>
                <a:tc hMerge="1"/>
                <a:tc hMerge="1"/>
                <a:tc gridSpan="4">
                  <a:txBody>
                    <a:bodyPr/>
                    <a:lstStyle/>
                    <a:p>
                      <a:pPr indent="0" lvl="0" marL="0" marR="0" rtl="0" algn="ctr">
                        <a:spcBef>
                          <a:spcPts val="0"/>
                        </a:spcBef>
                        <a:spcAft>
                          <a:spcPts val="0"/>
                        </a:spcAft>
                        <a:buClr>
                          <a:schemeClr val="dk1"/>
                        </a:buClr>
                        <a:buSzPts val="1200"/>
                        <a:buFont typeface="Calibri"/>
                        <a:buNone/>
                      </a:pPr>
                      <a:r>
                        <a:rPr lang="en-US" sz="1200" u="none" cap="none" strike="noStrike"/>
                        <a:t>Photo Width</a:t>
                      </a:r>
                      <a:endParaRPr sz="1800" u="none" cap="none" strike="noStrike"/>
                    </a:p>
                  </a:txBody>
                  <a:tcPr marT="45725" marB="45725" marR="91450" marL="91450"/>
                </a:tc>
                <a:tc hMerge="1"/>
                <a:tc hMerge="1"/>
                <a:tc hMerge="1"/>
                <a:tc gridSpan="4">
                  <a:txBody>
                    <a:bodyPr/>
                    <a:lstStyle/>
                    <a:p>
                      <a:pPr indent="0" lvl="0" marL="0" marR="0" rtl="0" algn="ctr">
                        <a:spcBef>
                          <a:spcPts val="0"/>
                        </a:spcBef>
                        <a:spcAft>
                          <a:spcPts val="0"/>
                        </a:spcAft>
                        <a:buClr>
                          <a:schemeClr val="dk1"/>
                        </a:buClr>
                        <a:buSzPts val="1200"/>
                        <a:buFont typeface="Calibri"/>
                        <a:buNone/>
                      </a:pPr>
                      <a:r>
                        <a:rPr lang="en-US" sz="1200" u="none" cap="none" strike="noStrike"/>
                        <a:t>Photo Height</a:t>
                      </a:r>
                      <a:endParaRPr sz="1800" u="none" cap="none" strike="noStrike"/>
                    </a:p>
                  </a:txBody>
                  <a:tcPr marT="45725" marB="45725" marR="91450" marL="91450"/>
                </a:tc>
                <a:tc hMerge="1"/>
                <a:tc hMerge="1"/>
                <a:tc hMerge="1"/>
                <a:tc gridSpan="2">
                  <a:txBody>
                    <a:bodyPr/>
                    <a:lstStyle/>
                    <a:p>
                      <a:pPr indent="0" lvl="0" marL="0" marR="0" rtl="0" algn="ctr">
                        <a:spcBef>
                          <a:spcPts val="0"/>
                        </a:spcBef>
                        <a:spcAft>
                          <a:spcPts val="0"/>
                        </a:spcAft>
                        <a:buClr>
                          <a:schemeClr val="dk1"/>
                        </a:buClr>
                        <a:buSzPts val="900"/>
                        <a:buFont typeface="Calibri"/>
                        <a:buNone/>
                      </a:pPr>
                      <a:r>
                        <a:rPr lang="en-US" sz="900" u="none" cap="none" strike="noStrike"/>
                        <a:t>Planes</a:t>
                      </a:r>
                      <a:endParaRPr sz="1800" u="none" cap="none" strike="noStrike"/>
                    </a:p>
                  </a:txBody>
                  <a:tcPr marT="45725" marB="45725" marR="91450" marL="91450"/>
                </a:tc>
                <a:tc hMerge="1"/>
                <a:tc gridSpan="2">
                  <a:txBody>
                    <a:bodyPr/>
                    <a:lstStyle/>
                    <a:p>
                      <a:pPr indent="0" lvl="0" marL="0" marR="0" rtl="0" algn="ctr">
                        <a:spcBef>
                          <a:spcPts val="0"/>
                        </a:spcBef>
                        <a:spcAft>
                          <a:spcPts val="0"/>
                        </a:spcAft>
                        <a:buClr>
                          <a:schemeClr val="dk1"/>
                        </a:buClr>
                        <a:buSzPts val="900"/>
                        <a:buFont typeface="Calibri"/>
                        <a:buNone/>
                      </a:pPr>
                      <a:r>
                        <a:rPr lang="en-US" sz="900" u="none" cap="none" strike="noStrike"/>
                        <a:t>Color Depth</a:t>
                      </a:r>
                      <a:endParaRPr sz="1800" u="none" cap="none" strike="noStrike"/>
                    </a:p>
                  </a:txBody>
                  <a:tcPr marT="45725" marB="45725" marR="91450" marL="91450"/>
                </a:tc>
                <a:tc hMerge="1"/>
              </a:tr>
            </a:tbl>
          </a:graphicData>
        </a:graphic>
      </p:graphicFrame>
      <p:graphicFrame>
        <p:nvGraphicFramePr>
          <p:cNvPr id="396" name="Google Shape;396;p8"/>
          <p:cNvGraphicFramePr/>
          <p:nvPr/>
        </p:nvGraphicFramePr>
        <p:xfrm>
          <a:off x="9085268" y="3246658"/>
          <a:ext cx="3000000" cy="3000000"/>
        </p:xfrm>
        <a:graphic>
          <a:graphicData uri="http://schemas.openxmlformats.org/drawingml/2006/table">
            <a:tbl>
              <a:tblPr>
                <a:noFill/>
                <a:tableStyleId>{D75B75D7-2706-4AF0-82A2-438B4B180B04}</a:tableStyleId>
              </a:tblPr>
              <a:tblGrid>
                <a:gridCol w="2592200"/>
              </a:tblGrid>
              <a:tr h="380475">
                <a:tc>
                  <a:txBody>
                    <a:bodyPr/>
                    <a:lstStyle/>
                    <a:p>
                      <a:pPr indent="0" lvl="0" marL="0" marR="0" rtl="0" algn="ctr">
                        <a:spcBef>
                          <a:spcPts val="0"/>
                        </a:spcBef>
                        <a:spcAft>
                          <a:spcPts val="0"/>
                        </a:spcAft>
                        <a:buClr>
                          <a:schemeClr val="dk1"/>
                        </a:buClr>
                        <a:buSzPts val="200"/>
                        <a:buFont typeface="Calibri"/>
                        <a:buNone/>
                      </a:pPr>
                      <a:r>
                        <a:t/>
                      </a:r>
                      <a:endParaRPr sz="200" u="none" cap="none" strike="noStrike"/>
                    </a:p>
                  </a:txBody>
                  <a:tcPr marT="45725" marB="45725" marR="91450" marL="91450">
                    <a:solidFill>
                      <a:srgbClr val="C00000"/>
                    </a:solidFill>
                  </a:tcPr>
                </a:tc>
              </a:tr>
              <a:tr h="447575">
                <a:tc>
                  <a:txBody>
                    <a:bodyPr/>
                    <a:lstStyle/>
                    <a:p>
                      <a:pPr indent="0" lvl="0" marL="0" marR="0" rtl="0" algn="ctr">
                        <a:spcBef>
                          <a:spcPts val="0"/>
                        </a:spcBef>
                        <a:spcAft>
                          <a:spcPts val="0"/>
                        </a:spcAft>
                        <a:buClr>
                          <a:srgbClr val="0055A4"/>
                        </a:buClr>
                        <a:buSzPts val="1600"/>
                        <a:buFont typeface="Calibri"/>
                        <a:buNone/>
                      </a:pPr>
                      <a:r>
                        <a:rPr b="1" lang="en-US" sz="1600" u="none" cap="none" strike="noStrike">
                          <a:solidFill>
                            <a:srgbClr val="0055A4"/>
                          </a:solidFill>
                        </a:rPr>
                        <a:t>Data</a:t>
                      </a:r>
                      <a:endParaRPr sz="1800" u="none" cap="none" strike="noStrike"/>
                    </a:p>
                  </a:txBody>
                  <a:tcPr marT="45725" marB="45725" marR="91450" marL="91450"/>
                </a:tc>
              </a:tr>
            </a:tbl>
          </a:graphicData>
        </a:graphic>
      </p:graphicFrame>
      <p:sp>
        <p:nvSpPr>
          <p:cNvPr id="397" name="Google Shape;397;p8"/>
          <p:cNvSpPr/>
          <p:nvPr/>
        </p:nvSpPr>
        <p:spPr>
          <a:xfrm rot="-5400000">
            <a:off x="4734904" y="178016"/>
            <a:ext cx="453682" cy="8247045"/>
          </a:xfrm>
          <a:prstGeom prst="leftBrace">
            <a:avLst>
              <a:gd fmla="val 8333" name="adj1"/>
              <a:gd fmla="val 50000" name="adj2"/>
            </a:avLst>
          </a:prstGeom>
          <a:noFill/>
          <a:ln cap="flat" cmpd="sng" w="28575">
            <a:solidFill>
              <a:srgbClr val="0055A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98" name="Google Shape;398;p8"/>
          <p:cNvSpPr txBox="1"/>
          <p:nvPr/>
        </p:nvSpPr>
        <p:spPr>
          <a:xfrm>
            <a:off x="3733100" y="4718071"/>
            <a:ext cx="31458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55A4"/>
              </a:buClr>
              <a:buSzPts val="1800"/>
              <a:buFont typeface="Quattrocento Sans"/>
              <a:buNone/>
            </a:pPr>
            <a:r>
              <a:rPr b="0" i="0" lang="en-US" sz="1800" u="none" cap="none" strike="noStrike">
                <a:solidFill>
                  <a:srgbClr val="0055A4"/>
                </a:solidFill>
                <a:latin typeface="Quattrocento Sans"/>
                <a:ea typeface="Quattrocento Sans"/>
                <a:cs typeface="Quattrocento Sans"/>
                <a:sym typeface="Quattrocento Sans"/>
              </a:rPr>
              <a:t>Metadata of BMP Photo </a:t>
            </a:r>
            <a:endParaRPr b="0" i="0" sz="1800" u="none" cap="none" strike="noStrike">
              <a:solidFill>
                <a:schemeClr val="dk1"/>
              </a:solidFill>
              <a:latin typeface="Calibri"/>
              <a:ea typeface="Calibri"/>
              <a:cs typeface="Calibri"/>
              <a:sym typeface="Calibri"/>
            </a:endParaRPr>
          </a:p>
        </p:txBody>
      </p:sp>
      <p:sp>
        <p:nvSpPr>
          <p:cNvPr id="399" name="Google Shape;399;p8"/>
          <p:cNvSpPr txBox="1"/>
          <p:nvPr/>
        </p:nvSpPr>
        <p:spPr>
          <a:xfrm>
            <a:off x="738231" y="6342077"/>
            <a:ext cx="9160778"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100"/>
              <a:buFont typeface="Quattrocento Sans"/>
              <a:buNone/>
            </a:pPr>
            <a:r>
              <a:rPr b="0" i="0" lang="en-US" sz="1100" u="none" cap="none" strike="noStrike">
                <a:solidFill>
                  <a:schemeClr val="dk1"/>
                </a:solidFill>
                <a:latin typeface="Quattrocento Sans"/>
                <a:ea typeface="Quattrocento Sans"/>
                <a:cs typeface="Quattrocento Sans"/>
                <a:sym typeface="Quattrocento Sans"/>
              </a:rPr>
              <a:t>Source and details found at: https://en.wikipedia.org/wiki/BMP_file_format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Files and File Formats</a:t>
            </a:r>
            <a:endParaRPr/>
          </a:p>
        </p:txBody>
      </p:sp>
      <p:sp>
        <p:nvSpPr>
          <p:cNvPr id="405" name="Google Shape;405;p9"/>
          <p:cNvSpPr txBox="1"/>
          <p:nvPr>
            <p:ph idx="1" type="body"/>
          </p:nvPr>
        </p:nvSpPr>
        <p:spPr>
          <a:xfrm>
            <a:off x="838200" y="1825625"/>
            <a:ext cx="695517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Under the hood, files are all the same:</a:t>
            </a:r>
            <a:endParaRPr/>
          </a:p>
          <a:p>
            <a:pPr indent="-228600" lvl="1" marL="685800" rtl="0" algn="l">
              <a:lnSpc>
                <a:spcPct val="90000"/>
              </a:lnSpc>
              <a:spcBef>
                <a:spcPts val="780"/>
              </a:spcBef>
              <a:spcAft>
                <a:spcPts val="0"/>
              </a:spcAft>
              <a:buClr>
                <a:srgbClr val="7F7F7F"/>
              </a:buClr>
              <a:buSzPts val="2600"/>
              <a:buChar char="•"/>
            </a:pPr>
            <a:r>
              <a:rPr lang="en-US"/>
              <a:t>Long lists of numbers, stored as binary, on a storage device.</a:t>
            </a:r>
            <a:endParaRPr/>
          </a:p>
          <a:p>
            <a:pPr indent="-228600" lvl="1" marL="685800" rtl="0" algn="l">
              <a:lnSpc>
                <a:spcPct val="90000"/>
              </a:lnSpc>
              <a:spcBef>
                <a:spcPts val="780"/>
              </a:spcBef>
              <a:spcAft>
                <a:spcPts val="0"/>
              </a:spcAft>
              <a:buClr>
                <a:srgbClr val="7F7F7F"/>
              </a:buClr>
              <a:buSzPts val="2600"/>
              <a:buChar char="•"/>
            </a:pPr>
            <a:r>
              <a:rPr lang="en-US"/>
              <a:t>Consist of two parts: </a:t>
            </a:r>
            <a:endParaRPr/>
          </a:p>
          <a:p>
            <a:pPr indent="-228600" lvl="2" marL="1143000" rtl="0" algn="l">
              <a:lnSpc>
                <a:spcPct val="90000"/>
              </a:lnSpc>
              <a:spcBef>
                <a:spcPts val="600"/>
              </a:spcBef>
              <a:spcAft>
                <a:spcPts val="0"/>
              </a:spcAft>
              <a:buClr>
                <a:srgbClr val="7F7F7F"/>
              </a:buClr>
              <a:buSzPts val="2000"/>
              <a:buChar char="•"/>
            </a:pPr>
            <a:r>
              <a:rPr lang="en-US"/>
              <a:t>Metadata</a:t>
            </a:r>
            <a:endParaRPr/>
          </a:p>
          <a:p>
            <a:pPr indent="-228600" lvl="2" marL="1143000" rtl="0" algn="l">
              <a:lnSpc>
                <a:spcPct val="90000"/>
              </a:lnSpc>
              <a:spcBef>
                <a:spcPts val="600"/>
              </a:spcBef>
              <a:spcAft>
                <a:spcPts val="0"/>
              </a:spcAft>
              <a:buClr>
                <a:srgbClr val="7F7F7F"/>
              </a:buClr>
              <a:buSzPts val="2000"/>
              <a:buChar char="•"/>
            </a:pPr>
            <a:r>
              <a:rPr lang="en-US"/>
              <a:t>Actual data.</a:t>
            </a:r>
            <a:endParaRPr/>
          </a:p>
          <a:p>
            <a:pPr indent="-228600" lvl="1" marL="685800" rtl="0" algn="l">
              <a:lnSpc>
                <a:spcPct val="90000"/>
              </a:lnSpc>
              <a:spcBef>
                <a:spcPts val="780"/>
              </a:spcBef>
              <a:spcAft>
                <a:spcPts val="0"/>
              </a:spcAft>
              <a:buClr>
                <a:srgbClr val="7F7F7F"/>
              </a:buClr>
              <a:buSzPts val="2600"/>
              <a:buChar char="•"/>
            </a:pPr>
            <a:r>
              <a:rPr lang="en-US"/>
              <a:t>File formats are the key to reading and understanding the data inside.</a:t>
            </a:r>
            <a:endParaRPr/>
          </a:p>
          <a:p>
            <a:pPr indent="-38100" lvl="0" marL="228600" rtl="0" algn="l">
              <a:lnSpc>
                <a:spcPct val="90000"/>
              </a:lnSpc>
              <a:spcBef>
                <a:spcPts val="900"/>
              </a:spcBef>
              <a:spcAft>
                <a:spcPts val="0"/>
              </a:spcAft>
              <a:buClr>
                <a:srgbClr val="7F7F7F"/>
              </a:buClr>
              <a:buSzPts val="3000"/>
              <a:buNone/>
            </a:pPr>
            <a:r>
              <a:t/>
            </a:r>
            <a:endParaRPr/>
          </a:p>
        </p:txBody>
      </p:sp>
      <p:pic>
        <p:nvPicPr>
          <p:cNvPr descr="Image result for file formats" id="406" name="Google Shape;406;p9"/>
          <p:cNvPicPr preferRelativeResize="0"/>
          <p:nvPr/>
        </p:nvPicPr>
        <p:blipFill rotWithShape="1">
          <a:blip r:embed="rId3">
            <a:alphaModFix/>
          </a:blip>
          <a:srcRect b="0" l="0" r="0" t="0"/>
          <a:stretch/>
        </p:blipFill>
        <p:spPr>
          <a:xfrm>
            <a:off x="7633689" y="2309325"/>
            <a:ext cx="4394725" cy="33839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0"/>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US"/>
              <a:t>File Systems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1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Saving Files to Storage Devices</a:t>
            </a:r>
            <a:endParaRPr/>
          </a:p>
        </p:txBody>
      </p:sp>
      <p:sp>
        <p:nvSpPr>
          <p:cNvPr id="417" name="Google Shape;417;p11"/>
          <p:cNvSpPr txBox="1"/>
          <p:nvPr>
            <p:ph idx="1" type="body"/>
          </p:nvPr>
        </p:nvSpPr>
        <p:spPr>
          <a:xfrm>
            <a:off x="838200" y="1825625"/>
            <a:ext cx="10515600" cy="465507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Computer store data on permanent storage technologies without having any power.  </a:t>
            </a:r>
            <a:endParaRPr/>
          </a:p>
          <a:p>
            <a:pPr indent="-228600" lvl="1" marL="685800" rtl="0" algn="l">
              <a:lnSpc>
                <a:spcPct val="90000"/>
              </a:lnSpc>
              <a:spcBef>
                <a:spcPts val="780"/>
              </a:spcBef>
              <a:spcAft>
                <a:spcPts val="0"/>
              </a:spcAft>
              <a:buClr>
                <a:srgbClr val="7F7F7F"/>
              </a:buClr>
              <a:buSzPts val="2600"/>
              <a:buChar char="•"/>
            </a:pPr>
            <a:r>
              <a:rPr lang="en-US"/>
              <a:t>Hard drives, SSDs, magnetic tapes, flash drives.</a:t>
            </a:r>
            <a:endParaRPr/>
          </a:p>
          <a:p>
            <a:pPr indent="-228600" lvl="1" marL="685800" rtl="0" algn="l">
              <a:lnSpc>
                <a:spcPct val="90000"/>
              </a:lnSpc>
              <a:spcBef>
                <a:spcPts val="780"/>
              </a:spcBef>
              <a:spcAft>
                <a:spcPts val="0"/>
              </a:spcAft>
              <a:buClr>
                <a:srgbClr val="7F7F7F"/>
              </a:buClr>
              <a:buSzPts val="2600"/>
              <a:buChar char="•"/>
            </a:pPr>
            <a:r>
              <a:rPr lang="en-US"/>
              <a:t>Millions, billions and trillions of bits.</a:t>
            </a:r>
            <a:endParaRPr/>
          </a:p>
          <a:p>
            <a:pPr indent="0" lvl="0" marL="0" rtl="0" algn="ctr">
              <a:lnSpc>
                <a:spcPct val="90000"/>
              </a:lnSpc>
              <a:spcBef>
                <a:spcPts val="960"/>
              </a:spcBef>
              <a:spcAft>
                <a:spcPts val="0"/>
              </a:spcAft>
              <a:buClr>
                <a:srgbClr val="0055A4"/>
              </a:buClr>
              <a:buSzPts val="3200"/>
              <a:buNone/>
            </a:pPr>
            <a:r>
              <a:rPr i="1" lang="en-US" sz="3200">
                <a:solidFill>
                  <a:srgbClr val="0055A4"/>
                </a:solidFill>
              </a:rPr>
              <a:t>How are they organized?</a:t>
            </a:r>
            <a:endParaRPr/>
          </a:p>
          <a:p>
            <a:pPr indent="-228600" lvl="0" marL="228600" rtl="0" algn="l">
              <a:lnSpc>
                <a:spcPct val="90000"/>
              </a:lnSpc>
              <a:spcBef>
                <a:spcPts val="900"/>
              </a:spcBef>
              <a:spcAft>
                <a:spcPts val="0"/>
              </a:spcAft>
              <a:buClr>
                <a:srgbClr val="7F7F7F"/>
              </a:buClr>
              <a:buSzPts val="3000"/>
              <a:buChar char="•"/>
            </a:pPr>
            <a:r>
              <a:rPr lang="en-US"/>
              <a:t>File System:</a:t>
            </a:r>
            <a:endParaRPr/>
          </a:p>
          <a:p>
            <a:pPr indent="-228600" lvl="1" marL="685800" rtl="0" algn="l">
              <a:lnSpc>
                <a:spcPct val="90000"/>
              </a:lnSpc>
              <a:spcBef>
                <a:spcPts val="780"/>
              </a:spcBef>
              <a:spcAft>
                <a:spcPts val="0"/>
              </a:spcAft>
              <a:buClr>
                <a:srgbClr val="7F7F7F"/>
              </a:buClr>
              <a:buSzPts val="2600"/>
              <a:buChar char="•"/>
            </a:pPr>
            <a:r>
              <a:rPr lang="en-US"/>
              <a:t>Manages and keeps track of stored files on the disk.</a:t>
            </a:r>
            <a:endParaRPr/>
          </a:p>
          <a:p>
            <a:pPr indent="-228600" lvl="1" marL="685800" rtl="0" algn="l">
              <a:lnSpc>
                <a:spcPct val="90000"/>
              </a:lnSpc>
              <a:spcBef>
                <a:spcPts val="780"/>
              </a:spcBef>
              <a:spcAft>
                <a:spcPts val="0"/>
              </a:spcAft>
              <a:buClr>
                <a:srgbClr val="7F7F7F"/>
              </a:buClr>
              <a:buSzPts val="2600"/>
              <a:buChar char="•"/>
            </a:pPr>
            <a:r>
              <a:rPr lang="en-US"/>
              <a:t>Each OS has it own file system. </a:t>
            </a:r>
            <a:endParaRPr/>
          </a:p>
          <a:p>
            <a:pPr indent="-38100" lvl="0" marL="228600" rtl="0" algn="l">
              <a:lnSpc>
                <a:spcPct val="90000"/>
              </a:lnSpc>
              <a:spcBef>
                <a:spcPts val="900"/>
              </a:spcBef>
              <a:spcAft>
                <a:spcPts val="0"/>
              </a:spcAft>
              <a:buClr>
                <a:srgbClr val="7F7F7F"/>
              </a:buClr>
              <a:buSzPts val="3000"/>
              <a:buNone/>
            </a:pPr>
            <a:r>
              <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Partitioning </a:t>
            </a:r>
            <a:endParaRPr/>
          </a:p>
        </p:txBody>
      </p:sp>
      <p:sp>
        <p:nvSpPr>
          <p:cNvPr id="423" name="Google Shape;423;p12"/>
          <p:cNvSpPr txBox="1"/>
          <p:nvPr>
            <p:ph idx="1" type="body"/>
          </p:nvPr>
        </p:nvSpPr>
        <p:spPr>
          <a:xfrm>
            <a:off x="838199" y="1568741"/>
            <a:ext cx="10923165" cy="460822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400"/>
              <a:buChar char="•"/>
            </a:pPr>
            <a:r>
              <a:rPr lang="en-US" sz="2400"/>
              <a:t>The process of subdividing the physical hard drive into smaller units each known as a partition.</a:t>
            </a:r>
            <a:endParaRPr/>
          </a:p>
          <a:p>
            <a:pPr indent="-228600" lvl="1" marL="685800" rtl="0" algn="l">
              <a:lnSpc>
                <a:spcPct val="90000"/>
              </a:lnSpc>
              <a:spcBef>
                <a:spcPts val="600"/>
              </a:spcBef>
              <a:spcAft>
                <a:spcPts val="0"/>
              </a:spcAft>
              <a:buClr>
                <a:srgbClr val="7F7F7F"/>
              </a:buClr>
              <a:buSzPts val="2000"/>
              <a:buChar char="•"/>
            </a:pPr>
            <a:r>
              <a:rPr lang="en-US" sz="2000"/>
              <a:t>A hard drive must have at least one partition. </a:t>
            </a:r>
            <a:endParaRPr/>
          </a:p>
          <a:p>
            <a:pPr indent="-76200" lvl="0" marL="228600" rtl="0" algn="l">
              <a:lnSpc>
                <a:spcPct val="90000"/>
              </a:lnSpc>
              <a:spcBef>
                <a:spcPts val="720"/>
              </a:spcBef>
              <a:spcAft>
                <a:spcPts val="0"/>
              </a:spcAft>
              <a:buClr>
                <a:srgbClr val="7F7F7F"/>
              </a:buClr>
              <a:buSzPts val="2400"/>
              <a:buNone/>
            </a:pPr>
            <a:r>
              <a:t/>
            </a:r>
            <a:endParaRPr sz="2400"/>
          </a:p>
          <a:p>
            <a:pPr indent="-228600" lvl="0" marL="228600" rtl="0" algn="l">
              <a:lnSpc>
                <a:spcPct val="90000"/>
              </a:lnSpc>
              <a:spcBef>
                <a:spcPts val="720"/>
              </a:spcBef>
              <a:spcAft>
                <a:spcPts val="0"/>
              </a:spcAft>
              <a:buClr>
                <a:srgbClr val="7F7F7F"/>
              </a:buClr>
              <a:buSzPts val="2400"/>
              <a:buChar char="•"/>
            </a:pPr>
            <a:r>
              <a:rPr lang="en-US" sz="2400"/>
              <a:t>Windows:</a:t>
            </a:r>
            <a:br>
              <a:rPr lang="en-US" sz="2400"/>
            </a:br>
            <a:r>
              <a:rPr lang="en-US" sz="2400"/>
              <a:t>Each partition is </a:t>
            </a:r>
            <a:br>
              <a:rPr lang="en-US" sz="2400"/>
            </a:br>
            <a:r>
              <a:rPr lang="en-US" sz="2400"/>
              <a:t>assigned a drive </a:t>
            </a:r>
            <a:br>
              <a:rPr lang="en-US" sz="2400"/>
            </a:br>
            <a:r>
              <a:rPr lang="en-US" sz="2400"/>
              <a:t>letter such as</a:t>
            </a:r>
            <a:br>
              <a:rPr lang="en-US" sz="2400"/>
            </a:br>
            <a:r>
              <a:rPr lang="en-US" sz="2400"/>
              <a:t>C: or D:</a:t>
            </a:r>
            <a:endParaRPr/>
          </a:p>
          <a:p>
            <a:pPr indent="-76200" lvl="0" marL="228600" rtl="0" algn="l">
              <a:lnSpc>
                <a:spcPct val="90000"/>
              </a:lnSpc>
              <a:spcBef>
                <a:spcPts val="720"/>
              </a:spcBef>
              <a:spcAft>
                <a:spcPts val="0"/>
              </a:spcAft>
              <a:buClr>
                <a:srgbClr val="7F7F7F"/>
              </a:buClr>
              <a:buSzPts val="2400"/>
              <a:buNone/>
            </a:pPr>
            <a:r>
              <a:t/>
            </a:r>
            <a:endParaRPr sz="2400"/>
          </a:p>
          <a:p>
            <a:pPr indent="-76200" lvl="0" marL="228600" rtl="0" algn="l">
              <a:lnSpc>
                <a:spcPct val="90000"/>
              </a:lnSpc>
              <a:spcBef>
                <a:spcPts val="720"/>
              </a:spcBef>
              <a:spcAft>
                <a:spcPts val="0"/>
              </a:spcAft>
              <a:buClr>
                <a:srgbClr val="7F7F7F"/>
              </a:buClr>
              <a:buSzPts val="2400"/>
              <a:buNone/>
            </a:pPr>
            <a:r>
              <a:t/>
            </a:r>
            <a:endParaRPr sz="2400"/>
          </a:p>
          <a:p>
            <a:pPr indent="-76200" lvl="0" marL="228600" rtl="0" algn="l">
              <a:lnSpc>
                <a:spcPct val="90000"/>
              </a:lnSpc>
              <a:spcBef>
                <a:spcPts val="720"/>
              </a:spcBef>
              <a:spcAft>
                <a:spcPts val="0"/>
              </a:spcAft>
              <a:buClr>
                <a:srgbClr val="7F7F7F"/>
              </a:buClr>
              <a:buSzPts val="2400"/>
              <a:buNone/>
            </a:pPr>
            <a:r>
              <a:t/>
            </a:r>
            <a:endParaRPr sz="2400"/>
          </a:p>
        </p:txBody>
      </p:sp>
      <p:pic>
        <p:nvPicPr>
          <p:cNvPr id="424" name="Google Shape;424;p12"/>
          <p:cNvPicPr preferRelativeResize="0"/>
          <p:nvPr/>
        </p:nvPicPr>
        <p:blipFill rotWithShape="1">
          <a:blip r:embed="rId3">
            <a:alphaModFix/>
          </a:blip>
          <a:srcRect b="0" l="0" r="0" t="0"/>
          <a:stretch/>
        </p:blipFill>
        <p:spPr>
          <a:xfrm>
            <a:off x="4148841" y="2739898"/>
            <a:ext cx="7817438" cy="389579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1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Partitioning Advantages</a:t>
            </a:r>
            <a:endParaRPr/>
          </a:p>
        </p:txBody>
      </p:sp>
      <p:sp>
        <p:nvSpPr>
          <p:cNvPr id="430" name="Google Shape;430;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10000"/>
              </a:lnSpc>
              <a:spcBef>
                <a:spcPts val="0"/>
              </a:spcBef>
              <a:spcAft>
                <a:spcPts val="0"/>
              </a:spcAft>
              <a:buClr>
                <a:srgbClr val="7F7F7F"/>
              </a:buClr>
              <a:buSzPct val="100000"/>
              <a:buChar char="•"/>
            </a:pPr>
            <a:r>
              <a:rPr lang="en-US" sz="3200"/>
              <a:t>Partitions provide flexibility for hard drive organization.</a:t>
            </a:r>
            <a:endParaRPr/>
          </a:p>
          <a:p>
            <a:pPr indent="-228600" lvl="0" marL="228600" rtl="0" algn="l">
              <a:lnSpc>
                <a:spcPct val="110000"/>
              </a:lnSpc>
              <a:spcBef>
                <a:spcPts val="765"/>
              </a:spcBef>
              <a:spcAft>
                <a:spcPts val="0"/>
              </a:spcAft>
              <a:buClr>
                <a:srgbClr val="7F7F7F"/>
              </a:buClr>
              <a:buSzPct val="100000"/>
              <a:buChar char="•"/>
            </a:pPr>
            <a:r>
              <a:rPr lang="en-US"/>
              <a:t>Isolating OS files:</a:t>
            </a:r>
            <a:endParaRPr/>
          </a:p>
          <a:p>
            <a:pPr indent="-228600" lvl="1" marL="685800" rtl="0" algn="l">
              <a:lnSpc>
                <a:spcPct val="110000"/>
              </a:lnSpc>
              <a:spcBef>
                <a:spcPts val="663"/>
              </a:spcBef>
              <a:spcAft>
                <a:spcPts val="0"/>
              </a:spcAft>
              <a:buClr>
                <a:srgbClr val="7F7F7F"/>
              </a:buClr>
              <a:buSzPct val="100000"/>
              <a:buChar char="•"/>
            </a:pPr>
            <a:r>
              <a:rPr lang="en-US"/>
              <a:t>Keeping the OS, applications and data on the same partition is risky because if something happens to the partition's index file, you won't be able to boot up or even access the rest of the data on that partition.</a:t>
            </a:r>
            <a:endParaRPr/>
          </a:p>
          <a:p>
            <a:pPr indent="-228600" lvl="1" marL="685800" rtl="0" algn="l">
              <a:lnSpc>
                <a:spcPct val="110000"/>
              </a:lnSpc>
              <a:spcBef>
                <a:spcPts val="663"/>
              </a:spcBef>
              <a:spcAft>
                <a:spcPts val="0"/>
              </a:spcAft>
              <a:buClr>
                <a:srgbClr val="7F7F7F"/>
              </a:buClr>
              <a:buSzPct val="100000"/>
              <a:buChar char="•"/>
            </a:pPr>
            <a:r>
              <a:rPr lang="en-US"/>
              <a:t>If you keep your operating system and applications in a different partition to your data (documents, photos, music, etc.) the data will be easier to back up.</a:t>
            </a:r>
            <a:endParaRPr/>
          </a:p>
          <a:p>
            <a:pPr indent="-228600" lvl="1" marL="685800" rtl="0" algn="l">
              <a:lnSpc>
                <a:spcPct val="110000"/>
              </a:lnSpc>
              <a:spcBef>
                <a:spcPts val="663"/>
              </a:spcBef>
              <a:spcAft>
                <a:spcPts val="0"/>
              </a:spcAft>
              <a:buClr>
                <a:srgbClr val="7F7F7F"/>
              </a:buClr>
              <a:buSzPct val="100000"/>
              <a:buChar char="•"/>
            </a:pPr>
            <a:r>
              <a:rPr lang="en-US"/>
              <a:t>The OS partition can be formatted without affecting any data.</a:t>
            </a:r>
            <a:endParaRPr/>
          </a:p>
          <a:p>
            <a:pPr indent="-228600" lvl="0" marL="228600" rtl="0" algn="l">
              <a:lnSpc>
                <a:spcPct val="110000"/>
              </a:lnSpc>
              <a:spcBef>
                <a:spcPts val="765"/>
              </a:spcBef>
              <a:spcAft>
                <a:spcPts val="0"/>
              </a:spcAft>
              <a:buClr>
                <a:srgbClr val="7F7F7F"/>
              </a:buClr>
              <a:buSzPct val="100000"/>
              <a:buChar char="•"/>
            </a:pPr>
            <a:r>
              <a:rPr lang="en-US"/>
              <a:t>Partitioning allows users to install multiple OSs.</a:t>
            </a:r>
            <a:endParaRPr/>
          </a:p>
          <a:p>
            <a:pPr indent="-228600" lvl="1" marL="685800" rtl="0" algn="l">
              <a:lnSpc>
                <a:spcPct val="110000"/>
              </a:lnSpc>
              <a:spcBef>
                <a:spcPts val="663"/>
              </a:spcBef>
              <a:spcAft>
                <a:spcPts val="0"/>
              </a:spcAft>
              <a:buClr>
                <a:srgbClr val="7F7F7F"/>
              </a:buClr>
              <a:buSzPct val="100000"/>
              <a:buChar char="•"/>
            </a:pPr>
            <a:r>
              <a:rPr lang="en-US"/>
              <a:t>Each OS will be installed on a partition.</a:t>
            </a:r>
            <a:endParaRPr/>
          </a:p>
          <a:p>
            <a:pPr indent="-66675" lvl="0" marL="228600" rtl="0" algn="l">
              <a:lnSpc>
                <a:spcPct val="110000"/>
              </a:lnSpc>
              <a:spcBef>
                <a:spcPts val="765"/>
              </a:spcBef>
              <a:spcAft>
                <a:spcPts val="0"/>
              </a:spcAft>
              <a:buClr>
                <a:srgbClr val="7F7F7F"/>
              </a:buClr>
              <a:buSzPct val="100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Formatting</a:t>
            </a:r>
            <a:endParaRPr/>
          </a:p>
        </p:txBody>
      </p:sp>
      <p:sp>
        <p:nvSpPr>
          <p:cNvPr id="436" name="Google Shape;436;p14"/>
          <p:cNvSpPr txBox="1"/>
          <p:nvPr>
            <p:ph idx="1" type="body"/>
          </p:nvPr>
        </p:nvSpPr>
        <p:spPr>
          <a:xfrm>
            <a:off x="838199" y="1825625"/>
            <a:ext cx="10744199"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Formatting is the process of creating a file system and making the root directory in that file system. </a:t>
            </a:r>
            <a:endParaRPr/>
          </a:p>
          <a:p>
            <a:pPr indent="-228600" lvl="1" marL="685800" rtl="0" algn="l">
              <a:lnSpc>
                <a:spcPct val="90000"/>
              </a:lnSpc>
              <a:spcBef>
                <a:spcPts val="780"/>
              </a:spcBef>
              <a:spcAft>
                <a:spcPts val="0"/>
              </a:spcAft>
              <a:buClr>
                <a:srgbClr val="7F7F7F"/>
              </a:buClr>
              <a:buSzPts val="2600"/>
              <a:buChar char="•"/>
            </a:pPr>
            <a:r>
              <a:rPr lang="en-US"/>
              <a:t>It organizes the partition so the OS can store files and folders on it. </a:t>
            </a:r>
            <a:endParaRPr/>
          </a:p>
          <a:p>
            <a:pPr indent="-228600" lvl="1" marL="685800" rtl="0" algn="l">
              <a:lnSpc>
                <a:spcPct val="90000"/>
              </a:lnSpc>
              <a:spcBef>
                <a:spcPts val="780"/>
              </a:spcBef>
              <a:spcAft>
                <a:spcPts val="0"/>
              </a:spcAft>
              <a:buClr>
                <a:srgbClr val="7F7F7F"/>
              </a:buClr>
              <a:buSzPts val="2600"/>
              <a:buChar char="•"/>
            </a:pPr>
            <a:r>
              <a:rPr lang="en-US"/>
              <a:t>Each partition on the disk must be formatted before it can hold data. </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1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File System: Windows</a:t>
            </a:r>
            <a:endParaRPr/>
          </a:p>
        </p:txBody>
      </p:sp>
      <p:sp>
        <p:nvSpPr>
          <p:cNvPr id="442" name="Google Shape;442;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900"/>
              </a:spcBef>
              <a:spcAft>
                <a:spcPts val="0"/>
              </a:spcAft>
              <a:buClr>
                <a:srgbClr val="7F7F7F"/>
              </a:buClr>
              <a:buSzPts val="3000"/>
              <a:buChar char="•"/>
            </a:pPr>
            <a:r>
              <a:rPr lang="en-US"/>
              <a:t>FAT32 (File Allocation Table 32-bit)</a:t>
            </a:r>
            <a:endParaRPr/>
          </a:p>
          <a:p>
            <a:pPr indent="-228600" lvl="1" marL="685800" rtl="0" algn="l">
              <a:lnSpc>
                <a:spcPct val="100000"/>
              </a:lnSpc>
              <a:spcBef>
                <a:spcPts val="780"/>
              </a:spcBef>
              <a:spcAft>
                <a:spcPts val="0"/>
              </a:spcAft>
              <a:buClr>
                <a:srgbClr val="7F7F7F"/>
              </a:buClr>
              <a:buSzPts val="2600"/>
              <a:buChar char="•"/>
            </a:pPr>
            <a:r>
              <a:rPr lang="en-US"/>
              <a:t>Support partition sizes up to 2 terabytes.</a:t>
            </a:r>
            <a:endParaRPr/>
          </a:p>
          <a:p>
            <a:pPr indent="-228600" lvl="1" marL="685800" rtl="0" algn="l">
              <a:lnSpc>
                <a:spcPct val="100000"/>
              </a:lnSpc>
              <a:spcBef>
                <a:spcPts val="780"/>
              </a:spcBef>
              <a:spcAft>
                <a:spcPts val="0"/>
              </a:spcAft>
              <a:buClr>
                <a:srgbClr val="7F7F7F"/>
              </a:buClr>
              <a:buSzPts val="2600"/>
              <a:buChar char="•"/>
            </a:pPr>
            <a:r>
              <a:rPr lang="en-US"/>
              <a:t>Limits data file size to 4 GB.</a:t>
            </a:r>
            <a:endParaRPr/>
          </a:p>
          <a:p>
            <a:pPr indent="-228600" lvl="1" marL="685800" rtl="0" algn="l">
              <a:lnSpc>
                <a:spcPct val="100000"/>
              </a:lnSpc>
              <a:spcBef>
                <a:spcPts val="780"/>
              </a:spcBef>
              <a:spcAft>
                <a:spcPts val="0"/>
              </a:spcAft>
              <a:buClr>
                <a:srgbClr val="7F7F7F"/>
              </a:buClr>
              <a:buSzPts val="2600"/>
              <a:buChar char="•"/>
            </a:pPr>
            <a:r>
              <a:rPr lang="en-US"/>
              <a:t>Used by Windows XP and older OS versions.</a:t>
            </a:r>
            <a:endParaRPr/>
          </a:p>
          <a:p>
            <a:pPr indent="0" lvl="1" marL="622300" rtl="0" algn="l">
              <a:lnSpc>
                <a:spcPct val="100000"/>
              </a:lnSpc>
              <a:spcBef>
                <a:spcPts val="780"/>
              </a:spcBef>
              <a:spcAft>
                <a:spcPts val="0"/>
              </a:spcAft>
              <a:buClr>
                <a:srgbClr val="7F7F7F"/>
              </a:buClr>
              <a:buSzPts val="2600"/>
              <a:buNone/>
            </a:pPr>
            <a:r>
              <a:t/>
            </a:r>
            <a:endParaRPr/>
          </a:p>
          <a:p>
            <a:pPr indent="-228600" lvl="0" marL="228600" rtl="0" algn="l">
              <a:lnSpc>
                <a:spcPct val="100000"/>
              </a:lnSpc>
              <a:spcBef>
                <a:spcPts val="0"/>
              </a:spcBef>
              <a:spcAft>
                <a:spcPts val="0"/>
              </a:spcAft>
              <a:buSzPts val="3000"/>
              <a:buChar char="•"/>
            </a:pPr>
            <a:r>
              <a:rPr lang="en-US"/>
              <a:t>NTFS (New Technology File System)</a:t>
            </a:r>
            <a:endParaRPr/>
          </a:p>
          <a:p>
            <a:pPr indent="-228600" lvl="1" marL="685800" rtl="0" algn="l">
              <a:lnSpc>
                <a:spcPct val="100000"/>
              </a:lnSpc>
              <a:spcBef>
                <a:spcPts val="780"/>
              </a:spcBef>
              <a:spcAft>
                <a:spcPts val="0"/>
              </a:spcAft>
              <a:buSzPts val="2600"/>
              <a:buChar char="•"/>
            </a:pPr>
            <a:r>
              <a:rPr lang="en-US"/>
              <a:t>Support partition sizes up to 16 exabytes (in theory).</a:t>
            </a:r>
            <a:endParaRPr/>
          </a:p>
          <a:p>
            <a:pPr indent="-228600" lvl="1" marL="685800" rtl="0" algn="l">
              <a:lnSpc>
                <a:spcPct val="100000"/>
              </a:lnSpc>
              <a:spcBef>
                <a:spcPts val="780"/>
              </a:spcBef>
              <a:spcAft>
                <a:spcPts val="0"/>
              </a:spcAft>
              <a:buSzPts val="2600"/>
              <a:buChar char="•"/>
            </a:pPr>
            <a:r>
              <a:rPr lang="en-US"/>
              <a:t>More file system security features and extended attributes than the FAT file system.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1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Data Migration</a:t>
            </a:r>
            <a:endParaRPr/>
          </a:p>
        </p:txBody>
      </p:sp>
      <p:sp>
        <p:nvSpPr>
          <p:cNvPr id="448" name="Google Shape;448;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800"/>
              <a:buChar char="•"/>
            </a:pPr>
            <a:r>
              <a:rPr lang="en-US" sz="2800"/>
              <a:t>When a new installation is required, user data might need to be migrated from the old OS to the new one. </a:t>
            </a:r>
            <a:endParaRPr/>
          </a:p>
          <a:p>
            <a:pPr indent="-228600" lvl="0" marL="228600" rtl="0" algn="l">
              <a:lnSpc>
                <a:spcPct val="90000"/>
              </a:lnSpc>
              <a:spcBef>
                <a:spcPts val="840"/>
              </a:spcBef>
              <a:spcAft>
                <a:spcPts val="0"/>
              </a:spcAft>
              <a:buClr>
                <a:srgbClr val="7F7F7F"/>
              </a:buClr>
              <a:buSzPts val="2800"/>
              <a:buChar char="•"/>
            </a:pPr>
            <a:r>
              <a:rPr lang="en-US" sz="2800"/>
              <a:t>There are various tools available to transfer data and settings:</a:t>
            </a:r>
            <a:endParaRPr/>
          </a:p>
          <a:p>
            <a:pPr indent="-228600" lvl="1" marL="685800" rtl="0" algn="l">
              <a:lnSpc>
                <a:spcPct val="90000"/>
              </a:lnSpc>
              <a:spcBef>
                <a:spcPts val="720"/>
              </a:spcBef>
              <a:spcAft>
                <a:spcPts val="0"/>
              </a:spcAft>
              <a:buClr>
                <a:srgbClr val="7F7F7F"/>
              </a:buClr>
              <a:buSzPts val="2400"/>
              <a:buChar char="•"/>
            </a:pPr>
            <a:r>
              <a:rPr lang="en-US" sz="2400"/>
              <a:t>Windows User State Migration Tool (USMT)</a:t>
            </a:r>
            <a:endParaRPr/>
          </a:p>
          <a:p>
            <a:pPr indent="-228600" lvl="2" marL="1143000" rtl="0" algn="l">
              <a:lnSpc>
                <a:spcPct val="90000"/>
              </a:lnSpc>
              <a:spcBef>
                <a:spcPts val="540"/>
              </a:spcBef>
              <a:spcAft>
                <a:spcPts val="0"/>
              </a:spcAft>
              <a:buClr>
                <a:srgbClr val="7F7F7F"/>
              </a:buClr>
              <a:buSzPts val="1800"/>
              <a:buChar char="•"/>
            </a:pPr>
            <a:r>
              <a:rPr lang="en-US" sz="1800"/>
              <a:t>Includes user accounts, user files, operating system settings, and application settings.</a:t>
            </a:r>
            <a:endParaRPr/>
          </a:p>
          <a:p>
            <a:pPr indent="-228600" lvl="1" marL="685800" rtl="0" algn="l">
              <a:lnSpc>
                <a:spcPct val="90000"/>
              </a:lnSpc>
              <a:spcBef>
                <a:spcPts val="720"/>
              </a:spcBef>
              <a:spcAft>
                <a:spcPts val="0"/>
              </a:spcAft>
              <a:buClr>
                <a:srgbClr val="7F7F7F"/>
              </a:buClr>
              <a:buSzPts val="2400"/>
              <a:buChar char="•"/>
            </a:pPr>
            <a:r>
              <a:rPr lang="en-US" sz="2400"/>
              <a:t>Cloud Solutions.</a:t>
            </a:r>
            <a:endParaRPr/>
          </a:p>
          <a:p>
            <a:pPr indent="-228600" lvl="1" marL="685800" rtl="0" algn="l">
              <a:lnSpc>
                <a:spcPct val="90000"/>
              </a:lnSpc>
              <a:spcBef>
                <a:spcPts val="720"/>
              </a:spcBef>
              <a:spcAft>
                <a:spcPts val="0"/>
              </a:spcAft>
              <a:buClr>
                <a:srgbClr val="7F7F7F"/>
              </a:buClr>
              <a:buSzPts val="2400"/>
              <a:buChar char="•"/>
            </a:pPr>
            <a:r>
              <a:rPr lang="en-US" sz="2400"/>
              <a:t>Physical Solutions:</a:t>
            </a:r>
            <a:endParaRPr/>
          </a:p>
          <a:p>
            <a:pPr indent="-228600" lvl="2" marL="1143000" rtl="0" algn="l">
              <a:lnSpc>
                <a:spcPct val="90000"/>
              </a:lnSpc>
              <a:spcBef>
                <a:spcPts val="540"/>
              </a:spcBef>
              <a:spcAft>
                <a:spcPts val="0"/>
              </a:spcAft>
              <a:buClr>
                <a:srgbClr val="7F7F7F"/>
              </a:buClr>
              <a:buSzPts val="1800"/>
              <a:buChar char="•"/>
            </a:pPr>
            <a:r>
              <a:rPr lang="en-US" sz="1800"/>
              <a:t>External Drive.</a:t>
            </a:r>
            <a:endParaRPr/>
          </a:p>
          <a:p>
            <a:pPr indent="-228600" lvl="2" marL="1143000" rtl="0" algn="l">
              <a:lnSpc>
                <a:spcPct val="90000"/>
              </a:lnSpc>
              <a:spcBef>
                <a:spcPts val="540"/>
              </a:spcBef>
              <a:spcAft>
                <a:spcPts val="0"/>
              </a:spcAft>
              <a:buClr>
                <a:srgbClr val="7F7F7F"/>
              </a:buClr>
              <a:buSzPts val="1800"/>
              <a:buChar char="•"/>
            </a:pPr>
            <a:r>
              <a:rPr lang="en-US" sz="1800"/>
              <a:t>Transfer cables.</a:t>
            </a:r>
            <a:endParaRPr/>
          </a:p>
          <a:p>
            <a:pPr indent="-228600" lvl="1" marL="685800" rtl="0" algn="l">
              <a:lnSpc>
                <a:spcPct val="90000"/>
              </a:lnSpc>
              <a:spcBef>
                <a:spcPts val="720"/>
              </a:spcBef>
              <a:spcAft>
                <a:spcPts val="0"/>
              </a:spcAft>
              <a:buClr>
                <a:srgbClr val="7F7F7F"/>
              </a:buClr>
              <a:buSzPts val="2400"/>
              <a:buChar char="•"/>
            </a:pPr>
            <a:r>
              <a:rPr lang="en-US" sz="2400"/>
              <a:t>Windows Easy Transfer</a:t>
            </a:r>
            <a:endParaRPr/>
          </a:p>
          <a:p>
            <a:pPr indent="-228600" lvl="2" marL="1143000" rtl="0" algn="l">
              <a:lnSpc>
                <a:spcPct val="90000"/>
              </a:lnSpc>
              <a:spcBef>
                <a:spcPts val="540"/>
              </a:spcBef>
              <a:spcAft>
                <a:spcPts val="0"/>
              </a:spcAft>
              <a:buClr>
                <a:srgbClr val="7F7F7F"/>
              </a:buClr>
              <a:buSzPts val="1800"/>
              <a:buChar char="•"/>
            </a:pPr>
            <a:r>
              <a:rPr lang="en-US" sz="1800"/>
              <a:t>Old tool by Microsoft for transferring from Windows XP (32 bit) to Windows 7.</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How does storage happen?	</a:t>
            </a:r>
            <a:endParaRPr/>
          </a:p>
        </p:txBody>
      </p:sp>
      <p:sp>
        <p:nvSpPr>
          <p:cNvPr id="454" name="Google Shape;454;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In the early days, when computers only performed one computation at a time, the storage operated like it was one big file. </a:t>
            </a:r>
            <a:endParaRPr/>
          </a:p>
          <a:p>
            <a:pPr indent="-228600" lvl="1" marL="685800" rtl="0" algn="l">
              <a:lnSpc>
                <a:spcPct val="90000"/>
              </a:lnSpc>
              <a:spcBef>
                <a:spcPts val="780"/>
              </a:spcBef>
              <a:spcAft>
                <a:spcPts val="0"/>
              </a:spcAft>
              <a:buClr>
                <a:srgbClr val="7F7F7F"/>
              </a:buClr>
              <a:buSzPts val="2600"/>
              <a:buChar char="•"/>
            </a:pPr>
            <a:r>
              <a:rPr lang="en-US"/>
              <a:t>Data started at the beginning of storage and then filled up in order as output was produced, up to the storage capacity.</a:t>
            </a:r>
            <a:endParaRPr/>
          </a:p>
          <a:p>
            <a:pPr indent="-38100" lvl="0" marL="228600" rtl="0" algn="l">
              <a:lnSpc>
                <a:spcPct val="90000"/>
              </a:lnSpc>
              <a:spcBef>
                <a:spcPts val="900"/>
              </a:spcBef>
              <a:spcAft>
                <a:spcPts val="0"/>
              </a:spcAft>
              <a:buClr>
                <a:srgbClr val="7F7F7F"/>
              </a:buClr>
              <a:buSzPts val="3000"/>
              <a:buNone/>
            </a:pPr>
            <a:r>
              <a:t/>
            </a:r>
            <a:endParaRPr/>
          </a:p>
        </p:txBody>
      </p:sp>
      <p:graphicFrame>
        <p:nvGraphicFramePr>
          <p:cNvPr id="455" name="Google Shape;455;p17"/>
          <p:cNvGraphicFramePr/>
          <p:nvPr/>
        </p:nvGraphicFramePr>
        <p:xfrm>
          <a:off x="774700" y="4309517"/>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r>
            </a:tbl>
          </a:graphicData>
        </a:graphic>
      </p:graphicFrame>
      <p:graphicFrame>
        <p:nvGraphicFramePr>
          <p:cNvPr id="456" name="Google Shape;456;p17"/>
          <p:cNvGraphicFramePr/>
          <p:nvPr/>
        </p:nvGraphicFramePr>
        <p:xfrm>
          <a:off x="774700" y="4309517"/>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r>
            </a:tbl>
          </a:graphicData>
        </a:graphic>
      </p:graphicFrame>
      <p:graphicFrame>
        <p:nvGraphicFramePr>
          <p:cNvPr id="457" name="Google Shape;457;p17"/>
          <p:cNvGraphicFramePr/>
          <p:nvPr/>
        </p:nvGraphicFramePr>
        <p:xfrm>
          <a:off x="774700" y="4309517"/>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r>
            </a:tbl>
          </a:graphicData>
        </a:graphic>
      </p:graphicFrame>
      <p:graphicFrame>
        <p:nvGraphicFramePr>
          <p:cNvPr id="458" name="Google Shape;458;p17"/>
          <p:cNvGraphicFramePr/>
          <p:nvPr/>
        </p:nvGraphicFramePr>
        <p:xfrm>
          <a:off x="774700" y="4318566"/>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r>
            </a:tbl>
          </a:graphicData>
        </a:graphic>
      </p:graphicFrame>
      <p:graphicFrame>
        <p:nvGraphicFramePr>
          <p:cNvPr id="459" name="Google Shape;459;p17"/>
          <p:cNvGraphicFramePr/>
          <p:nvPr/>
        </p:nvGraphicFramePr>
        <p:xfrm>
          <a:off x="774700" y="4318566"/>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r>
            </a:tbl>
          </a:graphicData>
        </a:graphic>
      </p:graphicFrame>
      <p:graphicFrame>
        <p:nvGraphicFramePr>
          <p:cNvPr id="460" name="Google Shape;460;p17"/>
          <p:cNvGraphicFramePr/>
          <p:nvPr/>
        </p:nvGraphicFramePr>
        <p:xfrm>
          <a:off x="774700" y="4318566"/>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r>
            </a:tbl>
          </a:graphicData>
        </a:graphic>
      </p:graphicFrame>
      <p:graphicFrame>
        <p:nvGraphicFramePr>
          <p:cNvPr id="461" name="Google Shape;461;p17"/>
          <p:cNvGraphicFramePr/>
          <p:nvPr/>
        </p:nvGraphicFramePr>
        <p:xfrm>
          <a:off x="774700" y="4327615"/>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r>
            </a:tbl>
          </a:graphicData>
        </a:graphic>
      </p:graphicFrame>
      <p:graphicFrame>
        <p:nvGraphicFramePr>
          <p:cNvPr id="462" name="Google Shape;462;p17"/>
          <p:cNvGraphicFramePr/>
          <p:nvPr/>
        </p:nvGraphicFramePr>
        <p:xfrm>
          <a:off x="774700" y="4309517"/>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tc>
              </a:tr>
            </a:tbl>
          </a:graphicData>
        </a:graphic>
      </p:graphicFrame>
      <p:graphicFrame>
        <p:nvGraphicFramePr>
          <p:cNvPr id="463" name="Google Shape;463;p17"/>
          <p:cNvGraphicFramePr/>
          <p:nvPr/>
        </p:nvGraphicFramePr>
        <p:xfrm>
          <a:off x="774700" y="4309517"/>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C00000"/>
                    </a:solidFill>
                  </a:tcPr>
                </a:tc>
              </a:tr>
            </a:tbl>
          </a:graphicData>
        </a:graphic>
      </p:graphicFrame>
      <p:sp>
        <p:nvSpPr>
          <p:cNvPr id="464" name="Google Shape;464;p17"/>
          <p:cNvSpPr txBox="1"/>
          <p:nvPr/>
        </p:nvSpPr>
        <p:spPr>
          <a:xfrm>
            <a:off x="774700" y="5096450"/>
            <a:ext cx="100994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555555"/>
                </a:solidFill>
                <a:latin typeface="Open Sans"/>
                <a:ea typeface="Open Sans"/>
                <a:cs typeface="Open Sans"/>
                <a:sym typeface="Open Sans"/>
              </a:rPr>
              <a:t>01001000 01000101 01001100 01001100 0100111101001000 01000101 01001100 01001100 01001111…</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Simple File System </a:t>
            </a:r>
            <a:endParaRPr/>
          </a:p>
        </p:txBody>
      </p:sp>
      <p:sp>
        <p:nvSpPr>
          <p:cNvPr id="470" name="Google Shape;47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As computational power and storage capacity advanced, </a:t>
            </a:r>
            <a:r>
              <a:rPr b="1" lang="en-US">
                <a:solidFill>
                  <a:srgbClr val="00B0F0"/>
                </a:solidFill>
              </a:rPr>
              <a:t>more than one file </a:t>
            </a:r>
            <a:r>
              <a:rPr lang="en-US"/>
              <a:t>was would be stored at the same time.</a:t>
            </a:r>
            <a:endParaRPr/>
          </a:p>
          <a:p>
            <a:pPr indent="-228600" lvl="0" marL="228600" rtl="0" algn="l">
              <a:lnSpc>
                <a:spcPct val="90000"/>
              </a:lnSpc>
              <a:spcBef>
                <a:spcPts val="900"/>
              </a:spcBef>
              <a:spcAft>
                <a:spcPts val="0"/>
              </a:spcAft>
              <a:buClr>
                <a:srgbClr val="7F7F7F"/>
              </a:buClr>
              <a:buSzPts val="3000"/>
              <a:buChar char="•"/>
            </a:pPr>
            <a:r>
              <a:rPr lang="en-US"/>
              <a:t>How would we store multiple files? </a:t>
            </a:r>
            <a:endParaRPr/>
          </a:p>
          <a:p>
            <a:pPr indent="-228600" lvl="1" marL="685800" rtl="0" algn="l">
              <a:lnSpc>
                <a:spcPct val="90000"/>
              </a:lnSpc>
              <a:spcBef>
                <a:spcPts val="780"/>
              </a:spcBef>
              <a:spcAft>
                <a:spcPts val="0"/>
              </a:spcAft>
              <a:buClr>
                <a:srgbClr val="7F7F7F"/>
              </a:buClr>
              <a:buSzPts val="2600"/>
              <a:buChar char="•"/>
            </a:pPr>
            <a:r>
              <a:rPr lang="en-US"/>
              <a:t>The </a:t>
            </a:r>
            <a:r>
              <a:rPr i="1" lang="en-US">
                <a:solidFill>
                  <a:srgbClr val="0055A4"/>
                </a:solidFill>
              </a:rPr>
              <a:t>simplest</a:t>
            </a:r>
            <a:r>
              <a:rPr lang="en-US"/>
              <a:t> solution is to store files back-to-back.</a:t>
            </a:r>
            <a:endParaRPr/>
          </a:p>
          <a:p>
            <a:pPr indent="0" lvl="1" marL="457200" rtl="0" algn="l">
              <a:lnSpc>
                <a:spcPct val="90000"/>
              </a:lnSpc>
              <a:spcBef>
                <a:spcPts val="780"/>
              </a:spcBef>
              <a:spcAft>
                <a:spcPts val="0"/>
              </a:spcAft>
              <a:buClr>
                <a:srgbClr val="7F7F7F"/>
              </a:buClr>
              <a:buSzPts val="2600"/>
              <a:buNone/>
            </a:pPr>
            <a:r>
              <a:t/>
            </a:r>
            <a:endParaRPr/>
          </a:p>
          <a:p>
            <a:pPr indent="-63500" lvl="1" marL="685800" rtl="0" algn="l">
              <a:lnSpc>
                <a:spcPct val="90000"/>
              </a:lnSpc>
              <a:spcBef>
                <a:spcPts val="780"/>
              </a:spcBef>
              <a:spcAft>
                <a:spcPts val="0"/>
              </a:spcAft>
              <a:buClr>
                <a:srgbClr val="7F7F7F"/>
              </a:buClr>
              <a:buSzPts val="2600"/>
              <a:buNone/>
            </a:pPr>
            <a:r>
              <a:t/>
            </a:r>
            <a:endParaRPr/>
          </a:p>
          <a:p>
            <a:pPr indent="-228600" lvl="1" marL="685800" rtl="0" algn="l">
              <a:lnSpc>
                <a:spcPct val="90000"/>
              </a:lnSpc>
              <a:spcBef>
                <a:spcPts val="780"/>
              </a:spcBef>
              <a:spcAft>
                <a:spcPts val="0"/>
              </a:spcAft>
              <a:buClr>
                <a:srgbClr val="7F7F7F"/>
              </a:buClr>
              <a:buSzPts val="2600"/>
              <a:buChar char="•"/>
            </a:pPr>
            <a:r>
              <a:rPr lang="en-US">
                <a:solidFill>
                  <a:srgbClr val="FF0000"/>
                </a:solidFill>
              </a:rPr>
              <a:t>But how would the computer know where files begin and end?</a:t>
            </a:r>
            <a:endParaRPr>
              <a:solidFill>
                <a:srgbClr val="FF0000"/>
              </a:solidFill>
            </a:endParaRPr>
          </a:p>
          <a:p>
            <a:pPr indent="-228600" lvl="1" marL="685800" rtl="0" algn="l">
              <a:lnSpc>
                <a:spcPct val="90000"/>
              </a:lnSpc>
              <a:spcBef>
                <a:spcPts val="780"/>
              </a:spcBef>
              <a:spcAft>
                <a:spcPts val="0"/>
              </a:spcAft>
              <a:buClr>
                <a:srgbClr val="7F7F7F"/>
              </a:buClr>
              <a:buSzPts val="2600"/>
              <a:buChar char="•"/>
            </a:pPr>
            <a:r>
              <a:rPr lang="en-US">
                <a:solidFill>
                  <a:srgbClr val="FF0000"/>
                </a:solidFill>
              </a:rPr>
              <a:t>Storage devices do not have notion of files.</a:t>
            </a:r>
            <a:endParaRPr>
              <a:solidFill>
                <a:srgbClr val="FF0000"/>
              </a:solidFill>
            </a:endParaRPr>
          </a:p>
          <a:p>
            <a:pPr indent="-228600" lvl="2" marL="1143000" rtl="0" algn="l">
              <a:lnSpc>
                <a:spcPct val="90000"/>
              </a:lnSpc>
              <a:spcBef>
                <a:spcPts val="600"/>
              </a:spcBef>
              <a:spcAft>
                <a:spcPts val="0"/>
              </a:spcAft>
              <a:buClr>
                <a:srgbClr val="7F7F7F"/>
              </a:buClr>
              <a:buSzPts val="2000"/>
              <a:buChar char="•"/>
            </a:pPr>
            <a:r>
              <a:rPr lang="en-US">
                <a:solidFill>
                  <a:srgbClr val="FF0000"/>
                </a:solidFill>
              </a:rPr>
              <a:t>They are just a mechanism for storing data.</a:t>
            </a:r>
            <a:endParaRPr>
              <a:solidFill>
                <a:srgbClr val="FF0000"/>
              </a:solidFill>
            </a:endParaRPr>
          </a:p>
          <a:p>
            <a:pPr indent="-63500" lvl="1" marL="685800" rtl="0" algn="l">
              <a:lnSpc>
                <a:spcPct val="90000"/>
              </a:lnSpc>
              <a:spcBef>
                <a:spcPts val="780"/>
              </a:spcBef>
              <a:spcAft>
                <a:spcPts val="0"/>
              </a:spcAft>
              <a:buClr>
                <a:srgbClr val="7F7F7F"/>
              </a:buClr>
              <a:buSzPts val="2600"/>
              <a:buNone/>
            </a:pPr>
            <a:r>
              <a:t/>
            </a:r>
            <a:endParaRPr/>
          </a:p>
          <a:p>
            <a:pPr indent="-38100" lvl="0" marL="228600" rtl="0" algn="l">
              <a:lnSpc>
                <a:spcPct val="90000"/>
              </a:lnSpc>
              <a:spcBef>
                <a:spcPts val="900"/>
              </a:spcBef>
              <a:spcAft>
                <a:spcPts val="0"/>
              </a:spcAft>
              <a:buClr>
                <a:srgbClr val="7F7F7F"/>
              </a:buClr>
              <a:buSzPts val="3000"/>
              <a:buNone/>
            </a:pPr>
            <a:r>
              <a:t/>
            </a:r>
            <a:endParaRPr/>
          </a:p>
        </p:txBody>
      </p:sp>
      <p:graphicFrame>
        <p:nvGraphicFramePr>
          <p:cNvPr id="471" name="Google Shape;471;p18"/>
          <p:cNvGraphicFramePr/>
          <p:nvPr/>
        </p:nvGraphicFramePr>
        <p:xfrm>
          <a:off x="1529374" y="3764593"/>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9BC6CE"/>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9BC6CE"/>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9BC6CE"/>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9BC6CE"/>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9BC6CE"/>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r>
            </a:tbl>
          </a:graphicData>
        </a:graphic>
      </p:graphicFrame>
      <p:graphicFrame>
        <p:nvGraphicFramePr>
          <p:cNvPr id="472" name="Google Shape;472;p18"/>
          <p:cNvGraphicFramePr/>
          <p:nvPr/>
        </p:nvGraphicFramePr>
        <p:xfrm>
          <a:off x="1529374" y="4083363"/>
          <a:ext cx="3000000" cy="3000000"/>
        </p:xfrm>
        <a:graphic>
          <a:graphicData uri="http://schemas.openxmlformats.org/drawingml/2006/table">
            <a:tbl>
              <a:tblPr>
                <a:noFill/>
                <a:tableStyleId>{D75B75D7-2706-4AF0-82A2-438B4B180B04}</a:tableStyleId>
              </a:tblPr>
              <a:tblGrid>
                <a:gridCol w="1457950"/>
                <a:gridCol w="2082800"/>
                <a:gridCol w="1874525"/>
                <a:gridCol w="1041400"/>
                <a:gridCol w="3957325"/>
              </a:tblGrid>
              <a:tr h="370850">
                <a:tc>
                  <a:txBody>
                    <a:bodyPr/>
                    <a:lstStyle/>
                    <a:p>
                      <a:pPr indent="0" lvl="0" marL="0" marR="0" rtl="0" algn="ctr">
                        <a:spcBef>
                          <a:spcPts val="0"/>
                        </a:spcBef>
                        <a:spcAft>
                          <a:spcPts val="0"/>
                        </a:spcAft>
                        <a:buClr>
                          <a:schemeClr val="dk1"/>
                        </a:buClr>
                        <a:buSzPts val="1800"/>
                        <a:buFont typeface="Calibri"/>
                        <a:buNone/>
                      </a:pPr>
                      <a:r>
                        <a:rPr lang="en-US" sz="1800" u="none" cap="none" strike="noStrike"/>
                        <a:t>File 1</a:t>
                      </a:r>
                      <a:endParaRPr sz="1800" u="none" cap="none" strike="noStrike"/>
                    </a:p>
                  </a:txBody>
                  <a:tcPr marT="45725" marB="45725" marR="91450" marL="91450">
                    <a:solidFill>
                      <a:srgbClr val="498DF1"/>
                    </a:solidFill>
                  </a:tcPr>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File 2</a:t>
                      </a:r>
                      <a:endParaRPr sz="1800" u="none" cap="none" strike="noStrike"/>
                    </a:p>
                  </a:txBody>
                  <a:tcPr marT="45725" marB="45725" marR="91450" marL="91450">
                    <a:solidFill>
                      <a:srgbClr val="5963B8"/>
                    </a:solidFill>
                  </a:tcPr>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File 3</a:t>
                      </a:r>
                      <a:endParaRPr sz="1800" u="none" cap="none" strike="noStrike"/>
                    </a:p>
                  </a:txBody>
                  <a:tcPr marT="45725" marB="45725" marR="91450" marL="91450">
                    <a:solidFill>
                      <a:srgbClr val="B1BBCB"/>
                    </a:solidFill>
                  </a:tcPr>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File 4</a:t>
                      </a:r>
                      <a:endParaRPr sz="1800" u="none" cap="none" strike="noStrike"/>
                    </a:p>
                  </a:txBody>
                  <a:tcPr marT="45725" marB="45725" marR="91450" marL="91450">
                    <a:solidFill>
                      <a:srgbClr val="9BC6CE"/>
                    </a:solidFill>
                  </a:tcPr>
                </a:tc>
                <a:tc>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Free Space</a:t>
                      </a:r>
                      <a:endParaRPr sz="1800" u="none" cap="none" strike="noStrike"/>
                    </a:p>
                  </a:txBody>
                  <a:tcPr marT="45725" marB="45725" marR="91450" marL="91450">
                    <a:solidFill>
                      <a:srgbClr val="EAE8EB"/>
                    </a:solidFill>
                  </a:tcPr>
                </a:tc>
              </a:tr>
            </a:tbl>
          </a:graphicData>
        </a:graphic>
      </p:graphicFrame>
      <p:graphicFrame>
        <p:nvGraphicFramePr>
          <p:cNvPr id="473" name="Google Shape;473;p18"/>
          <p:cNvGraphicFramePr/>
          <p:nvPr/>
        </p:nvGraphicFramePr>
        <p:xfrm>
          <a:off x="34575" y="3764593"/>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r>
            </a:tbl>
          </a:graphicData>
        </a:graphic>
      </p:graphicFrame>
      <p:graphicFrame>
        <p:nvGraphicFramePr>
          <p:cNvPr id="474" name="Google Shape;474;p18"/>
          <p:cNvGraphicFramePr/>
          <p:nvPr/>
        </p:nvGraphicFramePr>
        <p:xfrm>
          <a:off x="34725" y="4153681"/>
          <a:ext cx="3000000" cy="3000000"/>
        </p:xfrm>
        <a:graphic>
          <a:graphicData uri="http://schemas.openxmlformats.org/drawingml/2006/table">
            <a:tbl>
              <a:tblPr>
                <a:noFill/>
                <a:tableStyleId>{D75B75D7-2706-4AF0-82A2-438B4B180B04}</a:tableStyleId>
              </a:tblPr>
              <a:tblGrid>
                <a:gridCol w="1457950"/>
              </a:tblGrid>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Directory File</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Todo.txt</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OS.exe</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exam.docx</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code.c</a:t>
                      </a:r>
                      <a:endParaRPr sz="1400" u="none" cap="none" strike="noStrike"/>
                    </a:p>
                  </a:txBody>
                  <a:tcPr marT="45725" marB="45725" marR="91450" marL="91450">
                    <a:solidFill>
                      <a:srgbClr val="E3596D"/>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1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Solution: Directory File</a:t>
            </a:r>
            <a:endParaRPr/>
          </a:p>
        </p:txBody>
      </p:sp>
      <p:sp>
        <p:nvSpPr>
          <p:cNvPr id="480" name="Google Shape;480;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55A4"/>
              </a:buClr>
              <a:buSzPts val="3000"/>
              <a:buChar char="•"/>
            </a:pPr>
            <a:r>
              <a:rPr lang="en-US">
                <a:solidFill>
                  <a:srgbClr val="0055A4"/>
                </a:solidFill>
              </a:rPr>
              <a:t>Directory File</a:t>
            </a:r>
            <a:r>
              <a:rPr lang="en-US"/>
              <a:t>: is a special file that is added to the storage to allow the OS find the files on the disk. </a:t>
            </a:r>
            <a:endParaRPr/>
          </a:p>
          <a:p>
            <a:pPr indent="-228600" lvl="1" marL="685800" rtl="0" algn="l">
              <a:lnSpc>
                <a:spcPct val="90000"/>
              </a:lnSpc>
              <a:spcBef>
                <a:spcPts val="780"/>
              </a:spcBef>
              <a:spcAft>
                <a:spcPts val="0"/>
              </a:spcAft>
              <a:buClr>
                <a:srgbClr val="7F7F7F"/>
              </a:buClr>
              <a:buSzPts val="2600"/>
              <a:buChar char="•"/>
            </a:pPr>
            <a:r>
              <a:rPr lang="en-US"/>
              <a:t>Kept at location Zero (before any data). </a:t>
            </a:r>
            <a:endParaRPr/>
          </a:p>
          <a:p>
            <a:pPr indent="-228600" lvl="1" marL="685800" rtl="0" algn="l">
              <a:lnSpc>
                <a:spcPct val="90000"/>
              </a:lnSpc>
              <a:spcBef>
                <a:spcPts val="780"/>
              </a:spcBef>
              <a:spcAft>
                <a:spcPts val="0"/>
              </a:spcAft>
              <a:buClr>
                <a:srgbClr val="7F7F7F"/>
              </a:buClr>
              <a:buSzPts val="2600"/>
              <a:buChar char="•"/>
            </a:pPr>
            <a:r>
              <a:rPr lang="en-US"/>
              <a:t>Includes the names of all the files in storage.</a:t>
            </a:r>
            <a:endParaRPr/>
          </a:p>
        </p:txBody>
      </p:sp>
      <p:graphicFrame>
        <p:nvGraphicFramePr>
          <p:cNvPr id="481" name="Google Shape;481;p19"/>
          <p:cNvGraphicFramePr/>
          <p:nvPr/>
        </p:nvGraphicFramePr>
        <p:xfrm>
          <a:off x="1628775" y="4003993"/>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41655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B1BBC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9BC6CE"/>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9BC6CE"/>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9BC6CE"/>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9BC6CE"/>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9BC6CE"/>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AE8EB"/>
                    </a:solidFill>
                  </a:tcPr>
                </a:tc>
              </a:tr>
            </a:tbl>
          </a:graphicData>
        </a:graphic>
      </p:graphicFrame>
      <p:graphicFrame>
        <p:nvGraphicFramePr>
          <p:cNvPr id="482" name="Google Shape;482;p19"/>
          <p:cNvGraphicFramePr/>
          <p:nvPr/>
        </p:nvGraphicFramePr>
        <p:xfrm>
          <a:off x="1628775" y="4322763"/>
          <a:ext cx="3000000" cy="3000000"/>
        </p:xfrm>
        <a:graphic>
          <a:graphicData uri="http://schemas.openxmlformats.org/drawingml/2006/table">
            <a:tbl>
              <a:tblPr>
                <a:noFill/>
                <a:tableStyleId>{D75B75D7-2706-4AF0-82A2-438B4B180B04}</a:tableStyleId>
              </a:tblPr>
              <a:tblGrid>
                <a:gridCol w="1457950"/>
                <a:gridCol w="2082800"/>
                <a:gridCol w="1874525"/>
                <a:gridCol w="1041400"/>
                <a:gridCol w="3957325"/>
              </a:tblGrid>
              <a:tr h="370850">
                <a:tc>
                  <a:txBody>
                    <a:bodyPr/>
                    <a:lstStyle/>
                    <a:p>
                      <a:pPr indent="0" lvl="0" marL="0" marR="0" rtl="0" algn="ctr">
                        <a:spcBef>
                          <a:spcPts val="0"/>
                        </a:spcBef>
                        <a:spcAft>
                          <a:spcPts val="0"/>
                        </a:spcAft>
                        <a:buClr>
                          <a:schemeClr val="dk1"/>
                        </a:buClr>
                        <a:buSzPts val="1800"/>
                        <a:buFont typeface="Calibri"/>
                        <a:buNone/>
                      </a:pPr>
                      <a:r>
                        <a:rPr lang="en-US" sz="1800" u="none" cap="none" strike="noStrike"/>
                        <a:t>Todo.txt</a:t>
                      </a:r>
                      <a:endParaRPr sz="1800" u="none" cap="none" strike="noStrike"/>
                    </a:p>
                  </a:txBody>
                  <a:tcPr marT="45725" marB="45725" marR="91450" marL="91450">
                    <a:solidFill>
                      <a:srgbClr val="498DF1"/>
                    </a:solidFill>
                  </a:tcPr>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OS.exe</a:t>
                      </a:r>
                      <a:endParaRPr sz="1800" u="none" cap="none" strike="noStrike"/>
                    </a:p>
                  </a:txBody>
                  <a:tcPr marT="45725" marB="45725" marR="91450" marL="91450">
                    <a:solidFill>
                      <a:srgbClr val="5963B8"/>
                    </a:solidFill>
                  </a:tcPr>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exam.docx</a:t>
                      </a:r>
                      <a:endParaRPr sz="1800" u="none" cap="none" strike="noStrike"/>
                    </a:p>
                  </a:txBody>
                  <a:tcPr marT="45725" marB="45725" marR="91450" marL="91450">
                    <a:solidFill>
                      <a:srgbClr val="B1BBCB"/>
                    </a:solidFill>
                  </a:tcPr>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code.c</a:t>
                      </a:r>
                      <a:endParaRPr sz="1800" u="none" cap="none" strike="noStrike"/>
                    </a:p>
                  </a:txBody>
                  <a:tcPr marT="45725" marB="45725" marR="91450" marL="91450">
                    <a:solidFill>
                      <a:srgbClr val="9BC6CE"/>
                    </a:solidFill>
                  </a:tcPr>
                </a:tc>
                <a:tc>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Free Space</a:t>
                      </a:r>
                      <a:endParaRPr sz="1800" u="none" cap="none" strike="noStrike"/>
                    </a:p>
                  </a:txBody>
                  <a:tcPr marT="45725" marB="45725" marR="91450" marL="91450">
                    <a:solidFill>
                      <a:srgbClr val="EAE8EB"/>
                    </a:solidFill>
                  </a:tcPr>
                </a:tc>
              </a:tr>
            </a:tbl>
          </a:graphicData>
        </a:graphic>
      </p:graphicFrame>
      <p:graphicFrame>
        <p:nvGraphicFramePr>
          <p:cNvPr id="483" name="Google Shape;483;p19"/>
          <p:cNvGraphicFramePr/>
          <p:nvPr/>
        </p:nvGraphicFramePr>
        <p:xfrm>
          <a:off x="156845" y="4003993"/>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r>
            </a:tbl>
          </a:graphicData>
        </a:graphic>
      </p:graphicFrame>
      <p:graphicFrame>
        <p:nvGraphicFramePr>
          <p:cNvPr id="484" name="Google Shape;484;p19"/>
          <p:cNvGraphicFramePr/>
          <p:nvPr/>
        </p:nvGraphicFramePr>
        <p:xfrm>
          <a:off x="156845" y="4322763"/>
          <a:ext cx="3000000" cy="3000000"/>
        </p:xfrm>
        <a:graphic>
          <a:graphicData uri="http://schemas.openxmlformats.org/drawingml/2006/table">
            <a:tbl>
              <a:tblPr>
                <a:noFill/>
                <a:tableStyleId>{D75B75D7-2706-4AF0-82A2-438B4B180B04}</a:tableStyleId>
              </a:tblPr>
              <a:tblGrid>
                <a:gridCol w="1457950"/>
              </a:tblGrid>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Directory File</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Todo.txt</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OS.exe</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exam.docx</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code.c</a:t>
                      </a:r>
                      <a:endParaRPr sz="1400" u="none" cap="none" strike="noStrike"/>
                    </a:p>
                  </a:txBody>
                  <a:tcPr marT="45725" marB="45725" marR="91450" marL="91450">
                    <a:solidFill>
                      <a:srgbClr val="E3596D"/>
                    </a:solidFill>
                  </a:tcPr>
                </a:tc>
              </a:tr>
            </a:tbl>
          </a:graphicData>
        </a:graphic>
      </p:graphicFrame>
      <p:sp>
        <p:nvSpPr>
          <p:cNvPr id="485" name="Google Shape;485;p19"/>
          <p:cNvSpPr txBox="1"/>
          <p:nvPr/>
        </p:nvSpPr>
        <p:spPr>
          <a:xfrm>
            <a:off x="2651760" y="5244860"/>
            <a:ext cx="2987040" cy="92333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Quattrocento Sans"/>
              <a:buNone/>
            </a:pPr>
            <a:r>
              <a:rPr b="1" lang="en-US" sz="1800">
                <a:solidFill>
                  <a:schemeClr val="dk1"/>
                </a:solidFill>
                <a:latin typeface="Quattrocento Sans"/>
                <a:ea typeface="Quattrocento Sans"/>
                <a:cs typeface="Quattrocento Sans"/>
                <a:sym typeface="Quattrocento Sans"/>
              </a:rPr>
              <a:t>File:</a:t>
            </a:r>
            <a:r>
              <a:rPr lang="en-US" sz="1800">
                <a:solidFill>
                  <a:schemeClr val="dk1"/>
                </a:solidFill>
                <a:latin typeface="Quattrocento Sans"/>
                <a:ea typeface="Quattrocento Sans"/>
                <a:cs typeface="Quattrocento Sans"/>
                <a:sym typeface="Quattrocento Sans"/>
              </a:rPr>
              <a:t> 		Todo.txt</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Quattrocento Sans"/>
              <a:buNone/>
            </a:pPr>
            <a:r>
              <a:rPr b="1" lang="en-US" sz="1800">
                <a:solidFill>
                  <a:schemeClr val="dk1"/>
                </a:solidFill>
                <a:latin typeface="Quattrocento Sans"/>
                <a:ea typeface="Quattrocento Sans"/>
                <a:cs typeface="Quattrocento Sans"/>
                <a:sym typeface="Quattrocento Sans"/>
              </a:rPr>
              <a:t>Filename:</a:t>
            </a:r>
            <a:r>
              <a:rPr lang="en-US" sz="1800">
                <a:solidFill>
                  <a:schemeClr val="dk1"/>
                </a:solidFill>
                <a:latin typeface="Quattrocento Sans"/>
                <a:ea typeface="Quattrocento Sans"/>
                <a:cs typeface="Quattrocento Sans"/>
                <a:sym typeface="Quattrocento Sans"/>
              </a:rPr>
              <a:t> 	Todo</a:t>
            </a:r>
            <a:endParaRPr sz="1800">
              <a:solidFill>
                <a:schemeClr val="dk1"/>
              </a:solidFill>
              <a:latin typeface="Quattrocento Sans"/>
              <a:ea typeface="Quattrocento Sans"/>
              <a:cs typeface="Quattrocento Sans"/>
              <a:sym typeface="Quattrocento Sans"/>
            </a:endParaRPr>
          </a:p>
          <a:p>
            <a:pPr indent="0" lvl="0" marL="0" marR="0" rtl="0" algn="l">
              <a:spcBef>
                <a:spcPts val="0"/>
              </a:spcBef>
              <a:spcAft>
                <a:spcPts val="0"/>
              </a:spcAft>
              <a:buClr>
                <a:schemeClr val="dk1"/>
              </a:buClr>
              <a:buSzPts val="1800"/>
              <a:buFont typeface="Quattrocento Sans"/>
              <a:buNone/>
            </a:pPr>
            <a:r>
              <a:rPr b="1" lang="en-US" sz="1800">
                <a:solidFill>
                  <a:schemeClr val="dk1"/>
                </a:solidFill>
                <a:latin typeface="Quattrocento Sans"/>
                <a:ea typeface="Quattrocento Sans"/>
                <a:cs typeface="Quattrocento Sans"/>
                <a:sym typeface="Quattrocento Sans"/>
              </a:rPr>
              <a:t>Extension:</a:t>
            </a:r>
            <a:r>
              <a:rPr lang="en-US" sz="1800">
                <a:solidFill>
                  <a:schemeClr val="dk1"/>
                </a:solidFill>
                <a:latin typeface="Quattrocento Sans"/>
                <a:ea typeface="Quattrocento Sans"/>
                <a:cs typeface="Quattrocento Sans"/>
                <a:sym typeface="Quattrocento Sans"/>
              </a:rPr>
              <a:t> 	txt </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2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Directory File</a:t>
            </a:r>
            <a:endParaRPr/>
          </a:p>
        </p:txBody>
      </p:sp>
      <p:graphicFrame>
        <p:nvGraphicFramePr>
          <p:cNvPr id="491" name="Google Shape;491;p20"/>
          <p:cNvGraphicFramePr/>
          <p:nvPr/>
        </p:nvGraphicFramePr>
        <p:xfrm>
          <a:off x="838197" y="2244340"/>
          <a:ext cx="3000000" cy="3000000"/>
        </p:xfrm>
        <a:graphic>
          <a:graphicData uri="http://schemas.openxmlformats.org/drawingml/2006/table">
            <a:tbl>
              <a:tblPr>
                <a:noFill/>
                <a:tableStyleId>{D75B75D7-2706-4AF0-82A2-438B4B180B04}</a:tableStyleId>
              </a:tblPr>
              <a:tblGrid>
                <a:gridCol w="1502225"/>
                <a:gridCol w="1502225"/>
                <a:gridCol w="1502225"/>
                <a:gridCol w="1502225"/>
                <a:gridCol w="1502225"/>
                <a:gridCol w="1502225"/>
                <a:gridCol w="1502225"/>
              </a:tblGrid>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Directory File</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Name</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Created</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Last Modified</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Owner</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Read/Write</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Begin Address</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Length</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Todo.txt</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11:15 2/2/2017</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10:14 9/26/2019</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Aref</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r/w</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10</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8</a:t>
                      </a:r>
                      <a:endParaRPr sz="1800" u="none" cap="none" strike="noStrike"/>
                    </a:p>
                  </a:txBody>
                  <a:tcPr marT="45725" marB="45725" marR="91450" marL="91450">
                    <a:solidFill>
                      <a:schemeClr val="accent2"/>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OS.exe</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14:15 12/1/2015</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14:15 12/1/2015</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admin</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18</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30</a:t>
                      </a:r>
                      <a:endParaRPr sz="1800" u="none" cap="none" strike="noStrike"/>
                    </a:p>
                  </a:txBody>
                  <a:tcPr marT="45725" marB="45725" marR="91450" marL="91450">
                    <a:solidFill>
                      <a:schemeClr val="accent2"/>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exam.docx</a:t>
                      </a:r>
                      <a:endParaRPr sz="18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22:14 9/20/2019</a:t>
                      </a:r>
                      <a:endParaRPr sz="18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10:30 9/26/2019</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Gabriel</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r/w</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38</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12</a:t>
                      </a:r>
                      <a:endParaRPr sz="1800" u="none" cap="none" strike="noStrike"/>
                    </a:p>
                  </a:txBody>
                  <a:tcPr marT="45725" marB="45725" marR="91450" marL="91450">
                    <a:solidFill>
                      <a:schemeClr val="accent2"/>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code.c</a:t>
                      </a:r>
                      <a:endParaRPr sz="1400" u="none" cap="none" strike="noStrike">
                        <a:solidFill>
                          <a:schemeClr val="lt1"/>
                        </a:solidFill>
                      </a:endParaRPr>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10:14 8/26/2019</a:t>
                      </a:r>
                      <a:endParaRPr sz="18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14:14 9/14/2019</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Youmna</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r/w</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50</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5</a:t>
                      </a:r>
                      <a:endParaRPr sz="1800" u="none" cap="none" strike="noStrike"/>
                    </a:p>
                  </a:txBody>
                  <a:tcPr marT="45725" marB="45725" marR="91450" marL="91450">
                    <a:solidFill>
                      <a:schemeClr val="accent2"/>
                    </a:solidFill>
                  </a:tcPr>
                </a:tc>
              </a:tr>
            </a:tbl>
          </a:graphicData>
        </a:graphic>
      </p:graphicFrame>
      <p:sp>
        <p:nvSpPr>
          <p:cNvPr id="492" name="Google Shape;492;p20"/>
          <p:cNvSpPr txBox="1"/>
          <p:nvPr>
            <p:ph idx="1" type="body"/>
          </p:nvPr>
        </p:nvSpPr>
        <p:spPr>
          <a:xfrm>
            <a:off x="415100" y="5289950"/>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400"/>
              <a:buChar char="•"/>
            </a:pPr>
            <a:r>
              <a:rPr lang="en-US" sz="2400"/>
              <a:t>Stores metadata about the files as well.</a:t>
            </a:r>
            <a:endParaRPr/>
          </a:p>
          <a:p>
            <a:pPr indent="-228600" lvl="0" marL="228600" rtl="0" algn="l">
              <a:lnSpc>
                <a:spcPct val="90000"/>
              </a:lnSpc>
              <a:spcBef>
                <a:spcPts val="720"/>
              </a:spcBef>
              <a:spcAft>
                <a:spcPts val="0"/>
              </a:spcAft>
              <a:buClr>
                <a:srgbClr val="7F7F7F"/>
              </a:buClr>
              <a:buSzPts val="2400"/>
              <a:buChar char="•"/>
            </a:pPr>
            <a:r>
              <a:rPr lang="en-US" sz="2400"/>
              <a:t>If a file is added, removed or filename is changed, the information in the Directory File needs to be updated.</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descr="Directory Structure – LinuxYogi" id="497" name="Google Shape;497;p21"/>
          <p:cNvPicPr preferRelativeResize="0"/>
          <p:nvPr/>
        </p:nvPicPr>
        <p:blipFill rotWithShape="1">
          <a:blip r:embed="rId3">
            <a:alphaModFix/>
          </a:blip>
          <a:srcRect b="0" l="0" r="0" t="0"/>
          <a:stretch/>
        </p:blipFill>
        <p:spPr>
          <a:xfrm>
            <a:off x="6693640" y="1621628"/>
            <a:ext cx="4873485" cy="2824969"/>
          </a:xfrm>
          <a:prstGeom prst="rect">
            <a:avLst/>
          </a:prstGeom>
          <a:noFill/>
          <a:ln>
            <a:noFill/>
          </a:ln>
        </p:spPr>
      </p:pic>
      <p:sp>
        <p:nvSpPr>
          <p:cNvPr id="498" name="Google Shape;498;p2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Hierarchical File system</a:t>
            </a:r>
            <a:endParaRPr/>
          </a:p>
        </p:txBody>
      </p:sp>
      <p:graphicFrame>
        <p:nvGraphicFramePr>
          <p:cNvPr id="499" name="Google Shape;499;p21"/>
          <p:cNvGraphicFramePr/>
          <p:nvPr/>
        </p:nvGraphicFramePr>
        <p:xfrm>
          <a:off x="838208" y="3034113"/>
          <a:ext cx="3000000" cy="3000000"/>
        </p:xfrm>
        <a:graphic>
          <a:graphicData uri="http://schemas.openxmlformats.org/drawingml/2006/table">
            <a:tbl>
              <a:tblPr>
                <a:noFill/>
                <a:tableStyleId>{D75B75D7-2706-4AF0-82A2-438B4B180B04}</a:tableStyleId>
              </a:tblPr>
              <a:tblGrid>
                <a:gridCol w="1314450"/>
                <a:gridCol w="1314450"/>
                <a:gridCol w="1314450"/>
                <a:gridCol w="1314450"/>
                <a:gridCol w="1314450"/>
                <a:gridCol w="1314450"/>
                <a:gridCol w="1314450"/>
                <a:gridCol w="1314450"/>
              </a:tblGrid>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Directory File</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c>
                  <a:txBody>
                    <a:bodyPr/>
                    <a:lstStyle/>
                    <a:p>
                      <a:pPr indent="0" lvl="0" marL="0" marR="0" rtl="0" algn="ctr">
                        <a:spcBef>
                          <a:spcPts val="0"/>
                        </a:spcBef>
                        <a:spcAft>
                          <a:spcPts val="0"/>
                        </a:spcAft>
                        <a:buClr>
                          <a:schemeClr val="dk1"/>
                        </a:buClr>
                        <a:buSzPts val="1400"/>
                        <a:buFont typeface="Calibri"/>
                        <a:buNone/>
                      </a:pPr>
                      <a:r>
                        <a:t/>
                      </a:r>
                      <a:endParaRPr sz="1400" u="none" cap="none" strike="noStrike">
                        <a:solidFill>
                          <a:schemeClr val="lt1"/>
                        </a:solidFill>
                      </a:endParaRPr>
                    </a:p>
                  </a:txBody>
                  <a:tcPr marT="45725" marB="45725" marR="91450" marL="91450"/>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Name</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dk1"/>
                        </a:buClr>
                        <a:buSzPts val="1800"/>
                        <a:buFont typeface="Calibri"/>
                        <a:buNone/>
                      </a:pPr>
                      <a:r>
                        <a:rPr lang="en-US" sz="1800" u="none" cap="none" strike="noStrike">
                          <a:solidFill>
                            <a:schemeClr val="dk1"/>
                          </a:solidFill>
                        </a:rPr>
                        <a:t>Directory</a:t>
                      </a:r>
                      <a:endParaRPr sz="1800" u="none" cap="none" strike="noStrike">
                        <a:solidFill>
                          <a:schemeClr val="dk1"/>
                        </a:solidFill>
                      </a:endParaRPr>
                    </a:p>
                  </a:txBody>
                  <a:tcPr marT="45725" marB="45725" marR="91450" marL="91450">
                    <a:solidFill>
                      <a:srgbClr val="00B0F0"/>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Created</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Last Modified</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Owner</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Read/Write</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Begin Address</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Length</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Todo.txt</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dk1"/>
                        </a:buClr>
                        <a:buSzPts val="1800"/>
                        <a:buFont typeface="Calibri"/>
                        <a:buNone/>
                      </a:pPr>
                      <a:r>
                        <a:rPr lang="en-US" sz="1800" u="none" cap="none" strike="noStrike">
                          <a:solidFill>
                            <a:schemeClr val="dk1"/>
                          </a:solidFill>
                        </a:rPr>
                        <a:t>No</a:t>
                      </a:r>
                      <a:endParaRPr sz="1800" u="none" cap="none" strike="noStrike">
                        <a:solidFill>
                          <a:schemeClr val="dk1"/>
                        </a:solidFill>
                      </a:endParaRPr>
                    </a:p>
                  </a:txBody>
                  <a:tcPr marT="45725" marB="45725" marR="91450" marL="91450">
                    <a:solidFill>
                      <a:srgbClr val="00B0F0"/>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11:15 2/2/2017</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10:14 9/26/2019</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Aref</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r/w</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10</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8</a:t>
                      </a:r>
                      <a:endParaRPr sz="1800" u="none" cap="none" strike="noStrike"/>
                    </a:p>
                  </a:txBody>
                  <a:tcPr marT="45725" marB="45725" marR="91450" marL="91450">
                    <a:solidFill>
                      <a:schemeClr val="accent2"/>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Practice exams</a:t>
                      </a:r>
                      <a:endParaRPr sz="1400" u="none" cap="none" strike="noStrike">
                        <a:solidFill>
                          <a:schemeClr val="lt1"/>
                        </a:solidFill>
                      </a:endParaRPr>
                    </a:p>
                  </a:txBody>
                  <a:tcPr marT="45725" marB="45725" marR="91450" marL="91450">
                    <a:solidFill>
                      <a:schemeClr val="accent2"/>
                    </a:solidFill>
                  </a:tcPr>
                </a:tc>
                <a:tc>
                  <a:txBody>
                    <a:bodyPr/>
                    <a:lstStyle/>
                    <a:p>
                      <a:pPr indent="0" lvl="0" marL="0" marR="0" rtl="0" algn="ctr">
                        <a:spcBef>
                          <a:spcPts val="0"/>
                        </a:spcBef>
                        <a:spcAft>
                          <a:spcPts val="0"/>
                        </a:spcAft>
                        <a:buClr>
                          <a:schemeClr val="dk1"/>
                        </a:buClr>
                        <a:buSzPts val="1400"/>
                        <a:buFont typeface="Calibri"/>
                        <a:buNone/>
                      </a:pPr>
                      <a:r>
                        <a:rPr lang="en-US" sz="1400" u="none" cap="none" strike="noStrike">
                          <a:solidFill>
                            <a:schemeClr val="dk1"/>
                          </a:solidFill>
                        </a:rPr>
                        <a:t>YES</a:t>
                      </a:r>
                      <a:endParaRPr sz="1400" u="none" cap="none" strike="noStrike">
                        <a:solidFill>
                          <a:schemeClr val="dk1"/>
                        </a:solidFill>
                      </a:endParaRPr>
                    </a:p>
                  </a:txBody>
                  <a:tcPr marT="45725" marB="45725" marR="91450" marL="91450">
                    <a:solidFill>
                      <a:srgbClr val="00B0F0"/>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3:30</a:t>
                      </a:r>
                      <a:endParaRPr/>
                    </a:p>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10/10/2022</a:t>
                      </a:r>
                      <a:endParaRPr sz="1400" u="none" cap="none" strike="noStrike">
                        <a:solidFill>
                          <a:schemeClr val="lt1"/>
                        </a:solidFill>
                      </a:endParaRPr>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12:43</a:t>
                      </a:r>
                      <a:endParaRPr/>
                    </a:p>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11/07/2023</a:t>
                      </a:r>
                      <a:endParaRPr sz="1400" u="none" cap="none" strike="noStrike">
                        <a:solidFill>
                          <a:schemeClr val="lt1"/>
                        </a:solidFill>
                      </a:endParaRPr>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Youmna</a:t>
                      </a:r>
                      <a:endParaRPr sz="1400" u="none" cap="none" strike="noStrike">
                        <a:solidFill>
                          <a:schemeClr val="lt1"/>
                        </a:solidFill>
                      </a:endParaRPr>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r/w</a:t>
                      </a:r>
                      <a:endParaRPr sz="1400" u="none" cap="none" strike="noStrike">
                        <a:solidFill>
                          <a:schemeClr val="lt1"/>
                        </a:solidFill>
                      </a:endParaRPr>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64</a:t>
                      </a:r>
                      <a:endParaRPr sz="1400" u="none" cap="none" strike="noStrike">
                        <a:solidFill>
                          <a:schemeClr val="lt1"/>
                        </a:solidFill>
                      </a:endParaRPr>
                    </a:p>
                  </a:txBody>
                  <a:tcPr marT="45725" marB="45725" marR="91450" marL="91450">
                    <a:solidFill>
                      <a:schemeClr val="accent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solidFill>
                      <a:schemeClr val="accent2"/>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OS.exe</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dk1"/>
                        </a:buClr>
                        <a:buSzPts val="1800"/>
                        <a:buFont typeface="Calibri"/>
                        <a:buNone/>
                      </a:pPr>
                      <a:r>
                        <a:rPr lang="en-US" sz="1800" u="none" cap="none" strike="noStrike">
                          <a:solidFill>
                            <a:schemeClr val="dk1"/>
                          </a:solidFill>
                        </a:rPr>
                        <a:t>No</a:t>
                      </a:r>
                      <a:endParaRPr sz="1800" u="none" cap="none" strike="noStrike">
                        <a:solidFill>
                          <a:schemeClr val="dk1"/>
                        </a:solidFill>
                      </a:endParaRPr>
                    </a:p>
                  </a:txBody>
                  <a:tcPr marT="45725" marB="45725" marR="91450" marL="91450">
                    <a:solidFill>
                      <a:srgbClr val="00B0F0"/>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14:15 12/1/2015</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14:15 12/1/2015</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admin</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18</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30</a:t>
                      </a:r>
                      <a:endParaRPr sz="1800" u="none" cap="none" strike="noStrike"/>
                    </a:p>
                  </a:txBody>
                  <a:tcPr marT="45725" marB="45725" marR="91450" marL="91450">
                    <a:solidFill>
                      <a:schemeClr val="accent2"/>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exam.docx</a:t>
                      </a:r>
                      <a:endParaRPr sz="18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800" u="none" cap="none" strike="noStrike">
                          <a:solidFill>
                            <a:schemeClr val="dk1"/>
                          </a:solidFill>
                        </a:rPr>
                        <a:t>No</a:t>
                      </a:r>
                      <a:endParaRPr sz="1800" u="none" cap="none" strike="noStrike">
                        <a:solidFill>
                          <a:schemeClr val="dk1"/>
                        </a:solidFill>
                      </a:endParaRPr>
                    </a:p>
                  </a:txBody>
                  <a:tcPr marT="45725" marB="45725" marR="91450" marL="91450">
                    <a:solidFill>
                      <a:srgbClr val="00B0F0"/>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22:14 9/20/2019</a:t>
                      </a:r>
                      <a:endParaRPr sz="18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10:30 9/26/2019</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Gabriel</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r/w</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38</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12</a:t>
                      </a:r>
                      <a:endParaRPr sz="1800" u="none" cap="none" strike="noStrike"/>
                    </a:p>
                  </a:txBody>
                  <a:tcPr marT="45725" marB="45725" marR="91450" marL="91450">
                    <a:solidFill>
                      <a:schemeClr val="accent2"/>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code.c</a:t>
                      </a:r>
                      <a:endParaRPr sz="1400" u="none" cap="none" strike="noStrike">
                        <a:solidFill>
                          <a:schemeClr val="lt1"/>
                        </a:solidFill>
                      </a:endParaRPr>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800" u="none" cap="none" strike="noStrike">
                          <a:solidFill>
                            <a:schemeClr val="dk1"/>
                          </a:solidFill>
                        </a:rPr>
                        <a:t>No</a:t>
                      </a:r>
                      <a:endParaRPr sz="1800" u="none" cap="none" strike="noStrike">
                        <a:solidFill>
                          <a:schemeClr val="dk1"/>
                        </a:solidFill>
                      </a:endParaRPr>
                    </a:p>
                  </a:txBody>
                  <a:tcPr marT="45725" marB="45725" marR="91450" marL="91450">
                    <a:solidFill>
                      <a:srgbClr val="00B0F0"/>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10:14 8/26/2019</a:t>
                      </a:r>
                      <a:endParaRPr sz="18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14:14 9/14/2019</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Youmna</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r/w</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50</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5</a:t>
                      </a:r>
                      <a:endParaRPr sz="1800" u="none" cap="none" strike="noStrike"/>
                    </a:p>
                  </a:txBody>
                  <a:tcPr marT="45725" marB="45725" marR="91450" marL="91450">
                    <a:solidFill>
                      <a:schemeClr val="accent2"/>
                    </a:solidFill>
                  </a:tcPr>
                </a:tc>
              </a:tr>
            </a:tbl>
          </a:graphicData>
        </a:graphic>
      </p:graphicFrame>
      <p:sp>
        <p:nvSpPr>
          <p:cNvPr id="500" name="Google Shape;500;p21"/>
          <p:cNvSpPr txBox="1"/>
          <p:nvPr>
            <p:ph idx="1" type="body"/>
          </p:nvPr>
        </p:nvSpPr>
        <p:spPr>
          <a:xfrm>
            <a:off x="466302" y="1875419"/>
            <a:ext cx="7242437"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400"/>
              <a:buChar char="•"/>
            </a:pPr>
            <a:r>
              <a:rPr lang="en-US" sz="2400"/>
              <a:t>Let’s make things more complicated and add directories within directories.</a:t>
            </a:r>
            <a:endParaRPr/>
          </a:p>
          <a:p>
            <a:pPr indent="-228600" lvl="0" marL="228600" rtl="0" algn="l">
              <a:lnSpc>
                <a:spcPct val="90000"/>
              </a:lnSpc>
              <a:spcBef>
                <a:spcPts val="0"/>
              </a:spcBef>
              <a:spcAft>
                <a:spcPts val="0"/>
              </a:spcAft>
              <a:buClr>
                <a:srgbClr val="7F7F7F"/>
              </a:buClr>
              <a:buSzPts val="2400"/>
              <a:buChar char="•"/>
            </a:pPr>
            <a:r>
              <a:rPr lang="en-US" sz="2400"/>
              <a:t>How should the directory file handle this?</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Activity: Manipulate files using </a:t>
            </a:r>
            <a:r>
              <a:rPr i="1" lang="en-US"/>
              <a:t>cmd</a:t>
            </a:r>
            <a:endParaRPr/>
          </a:p>
        </p:txBody>
      </p:sp>
      <p:sp>
        <p:nvSpPr>
          <p:cNvPr id="506" name="Google Shape;506;p22"/>
          <p:cNvSpPr txBox="1"/>
          <p:nvPr>
            <p:ph idx="1" type="body"/>
          </p:nvPr>
        </p:nvSpPr>
        <p:spPr>
          <a:xfrm>
            <a:off x="457200" y="1840865"/>
            <a:ext cx="6629400" cy="4351338"/>
          </a:xfrm>
          <a:prstGeom prst="rect">
            <a:avLst/>
          </a:prstGeom>
          <a:noFill/>
          <a:ln>
            <a:noFill/>
          </a:ln>
        </p:spPr>
        <p:txBody>
          <a:bodyPr anchorCtr="0" anchor="t" bIns="45700" lIns="91425" spcFirstLastPara="1" rIns="91425" wrap="square" tIns="45700">
            <a:normAutofit/>
          </a:bodyPr>
          <a:lstStyle/>
          <a:p>
            <a:pPr indent="0" lvl="0" marL="38100" rtl="0" algn="l">
              <a:lnSpc>
                <a:spcPct val="90000"/>
              </a:lnSpc>
              <a:spcBef>
                <a:spcPts val="900"/>
              </a:spcBef>
              <a:spcAft>
                <a:spcPts val="0"/>
              </a:spcAft>
              <a:buSzPts val="3000"/>
              <a:buNone/>
            </a:pPr>
            <a:r>
              <a:rPr lang="en-US"/>
              <a:t>1. Open command prompt (cmd) </a:t>
            </a:r>
            <a:endParaRPr/>
          </a:p>
          <a:p>
            <a:pPr indent="0" lvl="0" marL="38100" rtl="0" algn="l">
              <a:lnSpc>
                <a:spcPct val="90000"/>
              </a:lnSpc>
              <a:spcBef>
                <a:spcPts val="900"/>
              </a:spcBef>
              <a:spcAft>
                <a:spcPts val="0"/>
              </a:spcAft>
              <a:buSzPts val="3000"/>
              <a:buNone/>
            </a:pPr>
            <a:r>
              <a:rPr lang="en-US"/>
              <a:t>2. Navigate to the desktop </a:t>
            </a:r>
            <a:endParaRPr/>
          </a:p>
          <a:p>
            <a:pPr indent="0" lvl="0" marL="38100" rtl="0" algn="l">
              <a:lnSpc>
                <a:spcPct val="90000"/>
              </a:lnSpc>
              <a:spcBef>
                <a:spcPts val="900"/>
              </a:spcBef>
              <a:spcAft>
                <a:spcPts val="0"/>
              </a:spcAft>
              <a:buSzPts val="3000"/>
              <a:buNone/>
            </a:pPr>
            <a:r>
              <a:rPr lang="en-US"/>
              <a:t>3. Create a directory called meals</a:t>
            </a:r>
            <a:endParaRPr/>
          </a:p>
          <a:p>
            <a:pPr indent="0" lvl="0" marL="38100" rtl="0" algn="l">
              <a:lnSpc>
                <a:spcPct val="90000"/>
              </a:lnSpc>
              <a:spcBef>
                <a:spcPts val="900"/>
              </a:spcBef>
              <a:spcAft>
                <a:spcPts val="0"/>
              </a:spcAft>
              <a:buSzPts val="3000"/>
              <a:buNone/>
            </a:pPr>
            <a:r>
              <a:rPr lang="en-US"/>
              <a:t>4. Create a file called breakfast</a:t>
            </a:r>
            <a:endParaRPr/>
          </a:p>
          <a:p>
            <a:pPr indent="0" lvl="0" marL="38100" rtl="0" algn="l">
              <a:lnSpc>
                <a:spcPct val="90000"/>
              </a:lnSpc>
              <a:spcBef>
                <a:spcPts val="900"/>
              </a:spcBef>
              <a:spcAft>
                <a:spcPts val="0"/>
              </a:spcAft>
              <a:buSzPts val="3000"/>
              <a:buNone/>
            </a:pPr>
            <a:r>
              <a:rPr lang="en-US"/>
              <a:t>5. Write the line coffee inside the file</a:t>
            </a:r>
            <a:endParaRPr/>
          </a:p>
          <a:p>
            <a:pPr indent="0" lvl="0" marL="38100" rtl="0" algn="l">
              <a:lnSpc>
                <a:spcPct val="90000"/>
              </a:lnSpc>
              <a:spcBef>
                <a:spcPts val="900"/>
              </a:spcBef>
              <a:spcAft>
                <a:spcPts val="0"/>
              </a:spcAft>
              <a:buSzPts val="3000"/>
              <a:buNone/>
            </a:pPr>
            <a:r>
              <a:rPr lang="en-US"/>
              <a:t>6. Write the line toasts </a:t>
            </a:r>
            <a:endParaRPr/>
          </a:p>
          <a:p>
            <a:pPr indent="0" lvl="0" marL="38100" rtl="0" algn="l">
              <a:lnSpc>
                <a:spcPct val="90000"/>
              </a:lnSpc>
              <a:spcBef>
                <a:spcPts val="900"/>
              </a:spcBef>
              <a:spcAft>
                <a:spcPts val="0"/>
              </a:spcAft>
              <a:buSzPts val="3000"/>
              <a:buNone/>
            </a:pPr>
            <a:r>
              <a:rPr lang="en-US"/>
              <a:t>7. Open the file</a:t>
            </a:r>
            <a:endParaRPr/>
          </a:p>
        </p:txBody>
      </p:sp>
      <p:sp>
        <p:nvSpPr>
          <p:cNvPr id="507" name="Google Shape;507;p22"/>
          <p:cNvSpPr txBox="1"/>
          <p:nvPr/>
        </p:nvSpPr>
        <p:spPr>
          <a:xfrm>
            <a:off x="6263640" y="2465308"/>
            <a:ext cx="711708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000">
                <a:solidFill>
                  <a:srgbClr val="545454"/>
                </a:solidFill>
                <a:latin typeface="Courier New"/>
                <a:ea typeface="Courier New"/>
                <a:cs typeface="Courier New"/>
                <a:sym typeface="Courier New"/>
              </a:rPr>
              <a:t>cd desktop</a:t>
            </a:r>
            <a:endParaRPr sz="3000">
              <a:solidFill>
                <a:srgbClr val="545454"/>
              </a:solidFill>
              <a:latin typeface="Courier New"/>
              <a:ea typeface="Courier New"/>
              <a:cs typeface="Courier New"/>
              <a:sym typeface="Courier New"/>
            </a:endParaRPr>
          </a:p>
          <a:p>
            <a:pPr indent="0" lvl="0" marL="0" marR="0" rtl="0" algn="l">
              <a:spcBef>
                <a:spcPts val="0"/>
              </a:spcBef>
              <a:spcAft>
                <a:spcPts val="0"/>
              </a:spcAft>
              <a:buNone/>
            </a:pPr>
            <a:r>
              <a:rPr lang="en-US" sz="3000">
                <a:solidFill>
                  <a:srgbClr val="545454"/>
                </a:solidFill>
                <a:latin typeface="Courier New"/>
                <a:ea typeface="Courier New"/>
                <a:cs typeface="Courier New"/>
                <a:sym typeface="Courier New"/>
              </a:rPr>
              <a:t>mkdir meals </a:t>
            </a:r>
            <a:endParaRPr/>
          </a:p>
          <a:p>
            <a:pPr indent="0" lvl="0" marL="0" marR="0" rtl="0" algn="l">
              <a:spcBef>
                <a:spcPts val="0"/>
              </a:spcBef>
              <a:spcAft>
                <a:spcPts val="0"/>
              </a:spcAft>
              <a:buNone/>
            </a:pPr>
            <a:r>
              <a:rPr lang="en-US" sz="3000">
                <a:solidFill>
                  <a:srgbClr val="545454"/>
                </a:solidFill>
                <a:latin typeface="Courier New"/>
                <a:ea typeface="Courier New"/>
                <a:cs typeface="Courier New"/>
                <a:sym typeface="Courier New"/>
              </a:rPr>
              <a:t>Type nul &gt; meals.txt echo coffee &gt; breakfast.txt</a:t>
            </a:r>
            <a:endParaRPr/>
          </a:p>
          <a:p>
            <a:pPr indent="0" lvl="0" marL="0" marR="0" rtl="0" algn="l">
              <a:spcBef>
                <a:spcPts val="0"/>
              </a:spcBef>
              <a:spcAft>
                <a:spcPts val="0"/>
              </a:spcAft>
              <a:buNone/>
            </a:pPr>
            <a:r>
              <a:rPr lang="en-US" sz="3000">
                <a:solidFill>
                  <a:srgbClr val="545454"/>
                </a:solidFill>
                <a:latin typeface="Courier New"/>
                <a:ea typeface="Courier New"/>
                <a:cs typeface="Courier New"/>
                <a:sym typeface="Courier New"/>
              </a:rPr>
              <a:t>…</a:t>
            </a:r>
            <a:endParaRPr/>
          </a:p>
          <a:p>
            <a:pPr indent="0" lvl="0" marL="0" marR="0" rtl="0" algn="l">
              <a:spcBef>
                <a:spcPts val="0"/>
              </a:spcBef>
              <a:spcAft>
                <a:spcPts val="0"/>
              </a:spcAft>
              <a:buNone/>
            </a:pPr>
            <a:r>
              <a:t/>
            </a:r>
            <a:endParaRPr sz="30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Activity: How to view raw data in hexadecimal?</a:t>
            </a:r>
            <a:endParaRPr/>
          </a:p>
        </p:txBody>
      </p:sp>
      <p:sp>
        <p:nvSpPr>
          <p:cNvPr id="513" name="Google Shape;51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1" marL="520700" rtl="0" algn="l">
              <a:lnSpc>
                <a:spcPct val="90000"/>
              </a:lnSpc>
              <a:spcBef>
                <a:spcPts val="780"/>
              </a:spcBef>
              <a:spcAft>
                <a:spcPts val="0"/>
              </a:spcAft>
              <a:buSzPts val="2600"/>
              <a:buNone/>
            </a:pPr>
            <a:r>
              <a:rPr lang="en-US"/>
              <a:t>Powershell: </a:t>
            </a:r>
            <a:r>
              <a:rPr b="0" i="0" lang="en-US">
                <a:solidFill>
                  <a:srgbClr val="000000"/>
                </a:solidFill>
                <a:latin typeface="Consolas"/>
                <a:ea typeface="Consolas"/>
                <a:cs typeface="Consolas"/>
                <a:sym typeface="Consolas"/>
              </a:rPr>
              <a:t>format-hex file.exe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2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Main Issue with the Simple File System </a:t>
            </a:r>
            <a:endParaRPr/>
          </a:p>
        </p:txBody>
      </p:sp>
      <p:sp>
        <p:nvSpPr>
          <p:cNvPr id="519" name="Google Shape;519;p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Stacking files together, back-to-back, is not a proper solution for storing data.</a:t>
            </a:r>
            <a:endParaRPr/>
          </a:p>
          <a:p>
            <a:pPr indent="-228600" lvl="1" marL="685800" rtl="0" algn="l">
              <a:lnSpc>
                <a:spcPct val="90000"/>
              </a:lnSpc>
              <a:spcBef>
                <a:spcPts val="780"/>
              </a:spcBef>
              <a:spcAft>
                <a:spcPts val="0"/>
              </a:spcAft>
              <a:buClr>
                <a:srgbClr val="7F7F7F"/>
              </a:buClr>
              <a:buSzPts val="2600"/>
              <a:buChar char="•"/>
            </a:pPr>
            <a:r>
              <a:rPr lang="en-US"/>
              <a:t>Files will grow in size (more data added to them).</a:t>
            </a:r>
            <a:endParaRPr/>
          </a:p>
          <a:p>
            <a:pPr indent="-228600" lvl="1" marL="685800" rtl="0" algn="l">
              <a:lnSpc>
                <a:spcPct val="90000"/>
              </a:lnSpc>
              <a:spcBef>
                <a:spcPts val="780"/>
              </a:spcBef>
              <a:spcAft>
                <a:spcPts val="0"/>
              </a:spcAft>
              <a:buClr>
                <a:srgbClr val="7F7F7F"/>
              </a:buClr>
              <a:buSzPts val="2600"/>
              <a:buChar char="•"/>
            </a:pPr>
            <a:r>
              <a:rPr lang="en-US"/>
              <a:t>Growing files will overwrite other files’ data.</a:t>
            </a:r>
            <a:endParaRPr/>
          </a:p>
          <a:p>
            <a:pPr indent="-228600" lvl="1" marL="685800" rtl="0" algn="l">
              <a:lnSpc>
                <a:spcPct val="90000"/>
              </a:lnSpc>
              <a:spcBef>
                <a:spcPts val="780"/>
              </a:spcBef>
              <a:spcAft>
                <a:spcPts val="0"/>
              </a:spcAft>
              <a:buClr>
                <a:srgbClr val="7F7F7F"/>
              </a:buClr>
              <a:buSzPts val="2600"/>
              <a:buChar char="•"/>
            </a:pPr>
            <a:r>
              <a:rPr lang="en-US"/>
              <a:t>Example: If data was added to “todo.txt”, there is no room to do it without overwriting part of “OS.exe”. </a:t>
            </a:r>
            <a:endParaRPr/>
          </a:p>
          <a:p>
            <a:pPr indent="-38100" lvl="0" marL="228600" rtl="0" algn="l">
              <a:lnSpc>
                <a:spcPct val="90000"/>
              </a:lnSpc>
              <a:spcBef>
                <a:spcPts val="900"/>
              </a:spcBef>
              <a:spcAft>
                <a:spcPts val="0"/>
              </a:spcAft>
              <a:buClr>
                <a:srgbClr val="7F7F7F"/>
              </a:buClr>
              <a:buSzPts val="3000"/>
              <a:buNone/>
            </a:pPr>
            <a:r>
              <a:t/>
            </a:r>
            <a:endParaRPr/>
          </a:p>
        </p:txBody>
      </p:sp>
      <p:graphicFrame>
        <p:nvGraphicFramePr>
          <p:cNvPr id="520" name="Google Shape;520;p24"/>
          <p:cNvGraphicFramePr/>
          <p:nvPr/>
        </p:nvGraphicFramePr>
        <p:xfrm>
          <a:off x="5052319" y="4593422"/>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498DF1"/>
                    </a:solidFill>
                  </a:tcPr>
                </a:tc>
                <a:tc>
                  <a:txBody>
                    <a:bodyPr/>
                    <a:lstStyle/>
                    <a:p>
                      <a:pPr indent="0" lvl="0" marL="0" marR="0" rtl="0" algn="l">
                        <a:spcBef>
                          <a:spcPts val="0"/>
                        </a:spcBef>
                        <a:spcAft>
                          <a:spcPts val="0"/>
                        </a:spcAft>
                        <a:buClr>
                          <a:schemeClr val="dk1"/>
                        </a:buClr>
                        <a:buSzPts val="1800"/>
                        <a:buFont typeface="Calibri"/>
                        <a:buNone/>
                      </a:pPr>
                      <a:r>
                        <a:t/>
                      </a:r>
                      <a:endParaRPr b="1" sz="1800" u="none" cap="none" strike="noStrike">
                        <a:solidFill>
                          <a:srgbClr val="9FC3E3"/>
                        </a:solidFill>
                        <a:latin typeface="Quattrocento Sans"/>
                        <a:ea typeface="Quattrocento Sans"/>
                        <a:cs typeface="Quattrocento Sans"/>
                        <a:sym typeface="Quattrocento Sans"/>
                      </a:endParaRPr>
                    </a:p>
                  </a:txBody>
                  <a:tcPr marT="45725" marB="45725" marR="91450" marL="91450">
                    <a:solidFill>
                      <a:schemeClr val="accent2"/>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chemeClr val="accent2"/>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5963B8"/>
                    </a:solidFill>
                  </a:tcPr>
                </a:tc>
              </a:tr>
            </a:tbl>
          </a:graphicData>
        </a:graphic>
      </p:graphicFrame>
      <p:graphicFrame>
        <p:nvGraphicFramePr>
          <p:cNvPr id="521" name="Google Shape;521;p24"/>
          <p:cNvGraphicFramePr/>
          <p:nvPr/>
        </p:nvGraphicFramePr>
        <p:xfrm>
          <a:off x="5052319" y="4912192"/>
          <a:ext cx="3000000" cy="3000000"/>
        </p:xfrm>
        <a:graphic>
          <a:graphicData uri="http://schemas.openxmlformats.org/drawingml/2006/table">
            <a:tbl>
              <a:tblPr>
                <a:noFill/>
                <a:tableStyleId>{D75B75D7-2706-4AF0-82A2-438B4B180B04}</a:tableStyleId>
              </a:tblPr>
              <a:tblGrid>
                <a:gridCol w="1457950"/>
                <a:gridCol w="2082800"/>
              </a:tblGrid>
              <a:tr h="370850">
                <a:tc>
                  <a:txBody>
                    <a:bodyPr/>
                    <a:lstStyle/>
                    <a:p>
                      <a:pPr indent="0" lvl="0" marL="0" marR="0" rtl="0" algn="ctr">
                        <a:spcBef>
                          <a:spcPts val="0"/>
                        </a:spcBef>
                        <a:spcAft>
                          <a:spcPts val="0"/>
                        </a:spcAft>
                        <a:buClr>
                          <a:schemeClr val="dk1"/>
                        </a:buClr>
                        <a:buSzPts val="1800"/>
                        <a:buFont typeface="Calibri"/>
                        <a:buNone/>
                      </a:pPr>
                      <a:r>
                        <a:rPr lang="en-US" sz="1800" u="none" cap="none" strike="noStrike"/>
                        <a:t>Todo.txt</a:t>
                      </a:r>
                      <a:endParaRPr sz="1800" u="none" cap="none" strike="noStrike"/>
                    </a:p>
                  </a:txBody>
                  <a:tcPr marT="45725" marB="45725" marR="91450" marL="91450">
                    <a:solidFill>
                      <a:srgbClr val="498DF1"/>
                    </a:solidFill>
                  </a:tcPr>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OS.exe</a:t>
                      </a:r>
                      <a:endParaRPr sz="1800" u="none" cap="none" strike="noStrike"/>
                    </a:p>
                  </a:txBody>
                  <a:tcPr marT="45725" marB="45725" marR="91450" marL="91450">
                    <a:solidFill>
                      <a:srgbClr val="5963B8"/>
                    </a:solidFill>
                  </a:tcPr>
                </a:tc>
              </a:tr>
            </a:tbl>
          </a:graphicData>
        </a:graphic>
      </p:graphicFrame>
      <p:graphicFrame>
        <p:nvGraphicFramePr>
          <p:cNvPr id="522" name="Google Shape;522;p24"/>
          <p:cNvGraphicFramePr/>
          <p:nvPr/>
        </p:nvGraphicFramePr>
        <p:xfrm>
          <a:off x="3580389" y="4593422"/>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tblGrid>
              <a:tr h="370850">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c>
                  <a:txBody>
                    <a:bodyPr/>
                    <a:lstStyle/>
                    <a:p>
                      <a:pPr indent="0" lvl="0" marL="0" marR="0" rtl="0" algn="l">
                        <a:spcBef>
                          <a:spcPts val="0"/>
                        </a:spcBef>
                        <a:spcAft>
                          <a:spcPts val="0"/>
                        </a:spcAft>
                        <a:buClr>
                          <a:schemeClr val="dk1"/>
                        </a:buClr>
                        <a:buSzPts val="1800"/>
                        <a:buFont typeface="Calibri"/>
                        <a:buNone/>
                      </a:pPr>
                      <a:r>
                        <a:t/>
                      </a:r>
                      <a:endParaRPr sz="1800" u="none" cap="none" strike="noStrike"/>
                    </a:p>
                  </a:txBody>
                  <a:tcPr marT="45725" marB="45725" marR="91450" marL="91450">
                    <a:solidFill>
                      <a:srgbClr val="E3596D"/>
                    </a:solidFill>
                  </a:tcPr>
                </a:tc>
              </a:tr>
            </a:tbl>
          </a:graphicData>
        </a:graphic>
      </p:graphicFrame>
      <p:graphicFrame>
        <p:nvGraphicFramePr>
          <p:cNvPr id="523" name="Google Shape;523;p24"/>
          <p:cNvGraphicFramePr/>
          <p:nvPr/>
        </p:nvGraphicFramePr>
        <p:xfrm>
          <a:off x="3580389" y="4912192"/>
          <a:ext cx="3000000" cy="3000000"/>
        </p:xfrm>
        <a:graphic>
          <a:graphicData uri="http://schemas.openxmlformats.org/drawingml/2006/table">
            <a:tbl>
              <a:tblPr>
                <a:noFill/>
                <a:tableStyleId>{D75B75D7-2706-4AF0-82A2-438B4B180B04}</a:tableStyleId>
              </a:tblPr>
              <a:tblGrid>
                <a:gridCol w="1457950"/>
              </a:tblGrid>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Directory File</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Todo.txt</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OS.exe</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exam.docx</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dk1"/>
                        </a:buClr>
                        <a:buSzPts val="1400"/>
                        <a:buFont typeface="Calibri"/>
                        <a:buNone/>
                      </a:pPr>
                      <a:r>
                        <a:rPr lang="en-US" sz="1400" u="none" cap="none" strike="noStrike"/>
                        <a:t>code.c</a:t>
                      </a:r>
                      <a:endParaRPr sz="1400" u="none" cap="none" strike="noStrike"/>
                    </a:p>
                  </a:txBody>
                  <a:tcPr marT="45725" marB="45725" marR="91450" marL="91450">
                    <a:solidFill>
                      <a:srgbClr val="E3596D"/>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2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Modern File Systems</a:t>
            </a:r>
            <a:endParaRPr/>
          </a:p>
        </p:txBody>
      </p:sp>
      <p:sp>
        <p:nvSpPr>
          <p:cNvPr id="529" name="Google Shape;529;p25"/>
          <p:cNvSpPr txBox="1"/>
          <p:nvPr>
            <p:ph idx="1" type="body"/>
          </p:nvPr>
        </p:nvSpPr>
        <p:spPr>
          <a:xfrm>
            <a:off x="838200" y="1580225"/>
            <a:ext cx="10515600" cy="45967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800"/>
              <a:buChar char="•"/>
            </a:pPr>
            <a:r>
              <a:rPr lang="en-US" sz="2800"/>
              <a:t>To resolve the issue of over writing data of other files, modern operating systems will:</a:t>
            </a:r>
            <a:endParaRPr/>
          </a:p>
          <a:p>
            <a:pPr indent="-228600" lvl="1" marL="685800" rtl="0" algn="l">
              <a:lnSpc>
                <a:spcPct val="90000"/>
              </a:lnSpc>
              <a:spcBef>
                <a:spcPts val="720"/>
              </a:spcBef>
              <a:spcAft>
                <a:spcPts val="0"/>
              </a:spcAft>
              <a:buClr>
                <a:srgbClr val="7F7F7F"/>
              </a:buClr>
              <a:buSzPts val="2400"/>
              <a:buChar char="•"/>
            </a:pPr>
            <a:r>
              <a:rPr lang="en-US" sz="2400"/>
              <a:t>Store Data in fixed size </a:t>
            </a:r>
            <a:r>
              <a:rPr lang="en-US" sz="2400">
                <a:solidFill>
                  <a:srgbClr val="0055A4"/>
                </a:solidFill>
              </a:rPr>
              <a:t>Blocks</a:t>
            </a:r>
            <a:r>
              <a:rPr lang="en-US" sz="2400"/>
              <a:t>.</a:t>
            </a:r>
            <a:endParaRPr/>
          </a:p>
          <a:p>
            <a:pPr indent="-228600" lvl="1" marL="685800" rtl="0" algn="l">
              <a:lnSpc>
                <a:spcPct val="90000"/>
              </a:lnSpc>
              <a:spcBef>
                <a:spcPts val="720"/>
              </a:spcBef>
              <a:spcAft>
                <a:spcPts val="0"/>
              </a:spcAft>
              <a:buClr>
                <a:srgbClr val="7F7F7F"/>
              </a:buClr>
              <a:buSzPts val="2400"/>
              <a:buChar char="•"/>
            </a:pPr>
            <a:r>
              <a:rPr lang="en-US" sz="2400"/>
              <a:t>Provides extra space for the file to grow in size.</a:t>
            </a:r>
            <a:br>
              <a:rPr lang="en-US" sz="2400"/>
            </a:br>
            <a:r>
              <a:rPr lang="en-US" sz="2400"/>
              <a:t>Extra space is known as </a:t>
            </a:r>
            <a:r>
              <a:rPr lang="en-US" sz="2400">
                <a:solidFill>
                  <a:srgbClr val="0055A4"/>
                </a:solidFill>
              </a:rPr>
              <a:t>Slack Space</a:t>
            </a:r>
            <a:r>
              <a:rPr lang="en-US" sz="2400"/>
              <a:t>.</a:t>
            </a:r>
            <a:endParaRPr/>
          </a:p>
          <a:p>
            <a:pPr indent="-228600" lvl="1" marL="685800" rtl="0" algn="l">
              <a:lnSpc>
                <a:spcPct val="90000"/>
              </a:lnSpc>
              <a:spcBef>
                <a:spcPts val="720"/>
              </a:spcBef>
              <a:spcAft>
                <a:spcPts val="0"/>
              </a:spcAft>
              <a:buClr>
                <a:srgbClr val="7F7F7F"/>
              </a:buClr>
              <a:buSzPts val="2400"/>
              <a:buChar char="•"/>
            </a:pPr>
            <a:r>
              <a:rPr lang="en-US" sz="2400"/>
              <a:t>All file data have the same common size simplifying management. </a:t>
            </a:r>
            <a:endParaRPr/>
          </a:p>
          <a:p>
            <a:pPr indent="-228600" lvl="1" marL="685800" rtl="0" algn="l">
              <a:lnSpc>
                <a:spcPct val="90000"/>
              </a:lnSpc>
              <a:spcBef>
                <a:spcPts val="720"/>
              </a:spcBef>
              <a:spcAft>
                <a:spcPts val="0"/>
              </a:spcAft>
              <a:buClr>
                <a:srgbClr val="7F7F7F"/>
              </a:buClr>
              <a:buSzPts val="2400"/>
              <a:buChar char="•"/>
            </a:pPr>
            <a:r>
              <a:rPr lang="en-US" sz="2400"/>
              <a:t>A file may occupy more than one block if needed or as it grows.</a:t>
            </a:r>
            <a:endParaRPr/>
          </a:p>
          <a:p>
            <a:pPr indent="-76200" lvl="1" marL="685800" rtl="0" algn="l">
              <a:lnSpc>
                <a:spcPct val="90000"/>
              </a:lnSpc>
              <a:spcBef>
                <a:spcPts val="720"/>
              </a:spcBef>
              <a:spcAft>
                <a:spcPts val="0"/>
              </a:spcAft>
              <a:buClr>
                <a:srgbClr val="7F7F7F"/>
              </a:buClr>
              <a:buSzPts val="2400"/>
              <a:buNone/>
            </a:pPr>
            <a:r>
              <a:t/>
            </a:r>
            <a:endParaRPr sz="2400"/>
          </a:p>
        </p:txBody>
      </p:sp>
      <p:graphicFrame>
        <p:nvGraphicFramePr>
          <p:cNvPr id="530" name="Google Shape;530;p25"/>
          <p:cNvGraphicFramePr/>
          <p:nvPr/>
        </p:nvGraphicFramePr>
        <p:xfrm>
          <a:off x="590497" y="4633672"/>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368400"/>
                <a:gridCol w="208300"/>
              </a:tblGrid>
              <a:tr h="370850">
                <a:tc gridSpan="10">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Block 0</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gridSpan="10">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Block 1</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gridSpan="10">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Block 2</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gridSpan="10">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Block 3</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gridSpan="9">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Block 4</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gridSpan="2">
                  <a:txBody>
                    <a:bodyPr/>
                    <a:lstStyle/>
                    <a:p>
                      <a:pPr indent="0" lvl="0" marL="0" marR="0" rtl="0" algn="ctr">
                        <a:spcBef>
                          <a:spcPts val="0"/>
                        </a:spcBef>
                        <a:spcAft>
                          <a:spcPts val="0"/>
                        </a:spcAft>
                        <a:buClr>
                          <a:schemeClr val="dk1"/>
                        </a:buClr>
                        <a:buSzPts val="1800"/>
                        <a:buFont typeface="Calibri"/>
                        <a:buNone/>
                      </a:pPr>
                      <a:r>
                        <a:t/>
                      </a:r>
                      <a:endParaRPr sz="1800" u="none" cap="none" strike="noStrike">
                        <a:solidFill>
                          <a:srgbClr val="000000"/>
                        </a:solidFil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70850">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9CC7CE"/>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9CC7CE"/>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9CC7CE"/>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r>
              <a:tr h="370850">
                <a:tc gridSpan="10">
                  <a:txBody>
                    <a:bodyPr/>
                    <a:lstStyle/>
                    <a:p>
                      <a:pPr indent="0" lvl="0" marL="0" marR="0" rtl="0" algn="ctr">
                        <a:spcBef>
                          <a:spcPts val="0"/>
                        </a:spcBef>
                        <a:spcAft>
                          <a:spcPts val="0"/>
                        </a:spcAft>
                        <a:buClr>
                          <a:schemeClr val="lt1"/>
                        </a:buClr>
                        <a:buSzPts val="1800"/>
                        <a:buFont typeface="Calibri"/>
                        <a:buNone/>
                      </a:pPr>
                      <a:r>
                        <a:rPr lang="en-US" sz="1800" u="none" cap="none" strike="noStrike">
                          <a:solidFill>
                            <a:schemeClr val="lt1"/>
                          </a:solidFill>
                        </a:rPr>
                        <a:t>Directory File</a:t>
                      </a:r>
                      <a:endParaRPr sz="1800" u="none" cap="none" strike="noStrike"/>
                    </a:p>
                  </a:txBody>
                  <a:tcPr marT="45725" marB="45725" marR="91450" marL="91450">
                    <a:solidFill>
                      <a:srgbClr val="E3596D"/>
                    </a:solidFill>
                  </a:tcPr>
                </a:tc>
                <a:tc hMerge="1"/>
                <a:tc hMerge="1"/>
                <a:tc hMerge="1"/>
                <a:tc hMerge="1"/>
                <a:tc hMerge="1"/>
                <a:tc hMerge="1"/>
                <a:tc hMerge="1"/>
                <a:tc hMerge="1"/>
                <a:tc hMerge="1"/>
                <a:tc gridSpan="10">
                  <a:txBody>
                    <a:bodyPr/>
                    <a:lstStyle/>
                    <a:p>
                      <a:pPr indent="0" lvl="0" marL="0" marR="0" rtl="0" algn="ctr">
                        <a:spcBef>
                          <a:spcPts val="0"/>
                        </a:spcBef>
                        <a:spcAft>
                          <a:spcPts val="0"/>
                        </a:spcAft>
                        <a:buClr>
                          <a:schemeClr val="lt1"/>
                        </a:buClr>
                        <a:buSzPts val="1800"/>
                        <a:buFont typeface="Calibri"/>
                        <a:buNone/>
                      </a:pPr>
                      <a:r>
                        <a:rPr lang="en-US" sz="1800" u="none" cap="none" strike="noStrike">
                          <a:solidFill>
                            <a:schemeClr val="lt1"/>
                          </a:solidFill>
                        </a:rPr>
                        <a:t>Todo.txt</a:t>
                      </a:r>
                      <a:endParaRPr sz="1800" u="none" cap="none" strike="noStrike"/>
                    </a:p>
                  </a:txBody>
                  <a:tcPr marT="45725" marB="45725" marR="91450" marL="91450">
                    <a:solidFill>
                      <a:srgbClr val="4A8EF2"/>
                    </a:solidFill>
                  </a:tcPr>
                </a:tc>
                <a:tc hMerge="1"/>
                <a:tc hMerge="1"/>
                <a:tc hMerge="1"/>
                <a:tc hMerge="1"/>
                <a:tc hMerge="1"/>
                <a:tc hMerge="1"/>
                <a:tc hMerge="1"/>
                <a:tc hMerge="1"/>
                <a:tc hMerge="1"/>
                <a:tc gridSpan="10">
                  <a:txBody>
                    <a:bodyPr/>
                    <a:lstStyle/>
                    <a:p>
                      <a:pPr indent="0" lvl="0" marL="0" marR="0" rtl="0" algn="ctr">
                        <a:spcBef>
                          <a:spcPts val="0"/>
                        </a:spcBef>
                        <a:spcAft>
                          <a:spcPts val="0"/>
                        </a:spcAft>
                        <a:buClr>
                          <a:schemeClr val="lt1"/>
                        </a:buClr>
                        <a:buSzPts val="1800"/>
                        <a:buFont typeface="Calibri"/>
                        <a:buNone/>
                      </a:pPr>
                      <a:r>
                        <a:rPr lang="en-US" sz="1800" u="none" cap="none" strike="noStrike">
                          <a:solidFill>
                            <a:schemeClr val="lt1"/>
                          </a:solidFill>
                        </a:rPr>
                        <a:t>OS.exe</a:t>
                      </a:r>
                      <a:endParaRPr sz="1800" u="none" cap="none" strike="noStrike"/>
                    </a:p>
                  </a:txBody>
                  <a:tcPr marT="45725" marB="45725" marR="91450" marL="91450">
                    <a:solidFill>
                      <a:srgbClr val="5C64B7"/>
                    </a:solidFill>
                  </a:tcPr>
                </a:tc>
                <a:tc hMerge="1"/>
                <a:tc hMerge="1"/>
                <a:tc hMerge="1"/>
                <a:tc hMerge="1"/>
                <a:tc hMerge="1"/>
                <a:tc hMerge="1"/>
                <a:tc hMerge="1"/>
                <a:tc hMerge="1"/>
                <a:tc hMerge="1"/>
                <a:tc gridSpan="10">
                  <a:txBody>
                    <a:bodyPr/>
                    <a:lstStyle/>
                    <a:p>
                      <a:pPr indent="0" lvl="0" marL="0" marR="0" rtl="0" algn="ctr">
                        <a:spcBef>
                          <a:spcPts val="0"/>
                        </a:spcBef>
                        <a:spcAft>
                          <a:spcPts val="0"/>
                        </a:spcAft>
                        <a:buClr>
                          <a:schemeClr val="lt1"/>
                        </a:buClr>
                        <a:buSzPts val="1800"/>
                        <a:buFont typeface="Calibri"/>
                        <a:buNone/>
                      </a:pPr>
                      <a:r>
                        <a:rPr lang="en-US" sz="1800" u="none" cap="none" strike="noStrike">
                          <a:solidFill>
                            <a:schemeClr val="lt1"/>
                          </a:solidFill>
                        </a:rPr>
                        <a:t>Exam.docx</a:t>
                      </a:r>
                      <a:endParaRPr sz="1800" u="none" cap="none" strike="noStrike"/>
                    </a:p>
                  </a:txBody>
                  <a:tcPr marT="45725" marB="45725" marR="91450" marL="91450">
                    <a:solidFill>
                      <a:srgbClr val="9CC7CE"/>
                    </a:solidFill>
                  </a:tcPr>
                </a:tc>
                <a:tc hMerge="1"/>
                <a:tc hMerge="1"/>
                <a:tc hMerge="1"/>
                <a:tc hMerge="1"/>
                <a:tc hMerge="1"/>
                <a:tc hMerge="1"/>
                <a:tc hMerge="1"/>
                <a:tc hMerge="1"/>
                <a:tc hMerge="1"/>
                <a:tc gridSpan="11">
                  <a:txBody>
                    <a:bodyPr/>
                    <a:lstStyle/>
                    <a:p>
                      <a:pPr indent="0" lvl="0" marL="0" marR="0" rtl="0" algn="ctr">
                        <a:spcBef>
                          <a:spcPts val="0"/>
                        </a:spcBef>
                        <a:spcAft>
                          <a:spcPts val="0"/>
                        </a:spcAft>
                        <a:buClr>
                          <a:schemeClr val="dk1"/>
                        </a:buClr>
                        <a:buSzPts val="1800"/>
                        <a:buFont typeface="Calibri"/>
                        <a:buNone/>
                      </a:pPr>
                      <a:r>
                        <a:rPr b="1" lang="en-US" sz="1800" u="none" cap="none" strike="noStrike"/>
                        <a:t>Free Space</a:t>
                      </a:r>
                      <a:endParaRPr sz="1800" u="none" cap="none" strike="noStrike"/>
                    </a:p>
                  </a:txBody>
                  <a:tcPr marT="45725" marB="45725" marR="91450" marL="91450">
                    <a:solidFill>
                      <a:srgbClr val="EAE8EB"/>
                    </a:solidFill>
                  </a:tcPr>
                </a:tc>
                <a:tc hMerge="1"/>
                <a:tc hMerge="1"/>
                <a:tc hMerge="1"/>
                <a:tc hMerge="1"/>
                <a:tc hMerge="1"/>
                <a:tc hMerge="1"/>
                <a:tc hMerge="1"/>
                <a:tc hMerge="1"/>
                <a:tc hMerge="1"/>
                <a:tc hMerge="1"/>
              </a:tr>
            </a:tbl>
          </a:graphicData>
        </a:graphic>
      </p:graphicFrame>
      <p:sp>
        <p:nvSpPr>
          <p:cNvPr id="531" name="Google Shape;531;p25"/>
          <p:cNvSpPr/>
          <p:nvPr/>
        </p:nvSpPr>
        <p:spPr>
          <a:xfrm>
            <a:off x="2077375" y="6176963"/>
            <a:ext cx="1944209" cy="463534"/>
          </a:xfrm>
          <a:prstGeom prst="wedgeRoundRectCallout">
            <a:avLst>
              <a:gd fmla="val -25686" name="adj1"/>
              <a:gd fmla="val -251595" name="adj2"/>
              <a:gd fmla="val 16667" name="adj3"/>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Quattrocento Sans"/>
              <a:buNone/>
            </a:pPr>
            <a:r>
              <a:rPr lang="en-US" sz="1800">
                <a:solidFill>
                  <a:schemeClr val="dk1"/>
                </a:solidFill>
                <a:latin typeface="Quattrocento Sans"/>
                <a:ea typeface="Quattrocento Sans"/>
                <a:cs typeface="Quattrocento Sans"/>
                <a:sym typeface="Quattrocento Sans"/>
              </a:rPr>
              <a:t>Slack Space</a:t>
            </a:r>
            <a:endParaRPr sz="1800">
              <a:solidFill>
                <a:schemeClr val="dk1"/>
              </a:solidFill>
              <a:latin typeface="Calibri"/>
              <a:ea typeface="Calibri"/>
              <a:cs typeface="Calibri"/>
              <a:sym typeface="Calibri"/>
            </a:endParaRPr>
          </a:p>
        </p:txBody>
      </p:sp>
      <p:sp>
        <p:nvSpPr>
          <p:cNvPr id="532" name="Google Shape;532;p25"/>
          <p:cNvSpPr/>
          <p:nvPr/>
        </p:nvSpPr>
        <p:spPr>
          <a:xfrm>
            <a:off x="2086926" y="6176963"/>
            <a:ext cx="1944209" cy="463534"/>
          </a:xfrm>
          <a:prstGeom prst="wedgeRoundRectCallout">
            <a:avLst>
              <a:gd fmla="val 70204" name="adj1"/>
              <a:gd fmla="val -242019" name="adj2"/>
              <a:gd fmla="val 16667" name="adj3"/>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Quattrocento Sans"/>
              <a:buNone/>
            </a:pPr>
            <a:r>
              <a:rPr lang="en-US" sz="1800">
                <a:solidFill>
                  <a:schemeClr val="dk1"/>
                </a:solidFill>
                <a:latin typeface="Quattrocento Sans"/>
                <a:ea typeface="Quattrocento Sans"/>
                <a:cs typeface="Quattrocento Sans"/>
                <a:sym typeface="Quattrocento Sans"/>
              </a:rPr>
              <a:t>Slack Space</a:t>
            </a:r>
            <a:endParaRPr sz="1800">
              <a:solidFill>
                <a:schemeClr val="dk1"/>
              </a:solidFill>
              <a:latin typeface="Calibri"/>
              <a:ea typeface="Calibri"/>
              <a:cs typeface="Calibri"/>
              <a:sym typeface="Calibri"/>
            </a:endParaRPr>
          </a:p>
        </p:txBody>
      </p:sp>
      <p:sp>
        <p:nvSpPr>
          <p:cNvPr id="533" name="Google Shape;533;p25"/>
          <p:cNvSpPr/>
          <p:nvPr/>
        </p:nvSpPr>
        <p:spPr>
          <a:xfrm>
            <a:off x="2086926" y="6176963"/>
            <a:ext cx="1944209" cy="463534"/>
          </a:xfrm>
          <a:prstGeom prst="wedgeRoundRectCallout">
            <a:avLst>
              <a:gd fmla="val 182077" name="adj1"/>
              <a:gd fmla="val -230528" name="adj2"/>
              <a:gd fmla="val 16667" name="adj3"/>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Quattrocento Sans"/>
              <a:buNone/>
            </a:pPr>
            <a:r>
              <a:rPr lang="en-US" sz="1800">
                <a:solidFill>
                  <a:schemeClr val="dk1"/>
                </a:solidFill>
                <a:latin typeface="Quattrocento Sans"/>
                <a:ea typeface="Quattrocento Sans"/>
                <a:cs typeface="Quattrocento Sans"/>
                <a:sym typeface="Quattrocento Sans"/>
              </a:rPr>
              <a:t>Slack Space</a:t>
            </a:r>
            <a:endParaRPr sz="1800">
              <a:solidFill>
                <a:schemeClr val="dk1"/>
              </a:solidFill>
              <a:latin typeface="Calibri"/>
              <a:ea typeface="Calibri"/>
              <a:cs typeface="Calibri"/>
              <a:sym typeface="Calibri"/>
            </a:endParaRPr>
          </a:p>
        </p:txBody>
      </p:sp>
      <p:sp>
        <p:nvSpPr>
          <p:cNvPr id="534" name="Google Shape;534;p25"/>
          <p:cNvSpPr/>
          <p:nvPr/>
        </p:nvSpPr>
        <p:spPr>
          <a:xfrm>
            <a:off x="2077375" y="6176963"/>
            <a:ext cx="1944209" cy="463534"/>
          </a:xfrm>
          <a:prstGeom prst="wedgeRoundRectCallout">
            <a:avLst>
              <a:gd fmla="val 266552" name="adj1"/>
              <a:gd fmla="val -242019" name="adj2"/>
              <a:gd fmla="val 16667" name="adj3"/>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Quattrocento Sans"/>
              <a:buNone/>
            </a:pPr>
            <a:r>
              <a:rPr lang="en-US" sz="1800">
                <a:solidFill>
                  <a:schemeClr val="dk1"/>
                </a:solidFill>
                <a:latin typeface="Quattrocento Sans"/>
                <a:ea typeface="Quattrocento Sans"/>
                <a:cs typeface="Quattrocento Sans"/>
                <a:sym typeface="Quattrocento Sans"/>
              </a:rPr>
              <a:t>Slack Space</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Modern File Systems</a:t>
            </a:r>
            <a:endParaRPr/>
          </a:p>
        </p:txBody>
      </p:sp>
      <p:sp>
        <p:nvSpPr>
          <p:cNvPr id="540" name="Google Shape;540;p26"/>
          <p:cNvSpPr txBox="1"/>
          <p:nvPr>
            <p:ph idx="1" type="body"/>
          </p:nvPr>
        </p:nvSpPr>
        <p:spPr>
          <a:xfrm>
            <a:off x="838199" y="5519097"/>
            <a:ext cx="10871447" cy="111252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Directory File will keep track of each block occupied by a file.</a:t>
            </a:r>
            <a:endParaRPr/>
          </a:p>
        </p:txBody>
      </p:sp>
      <p:graphicFrame>
        <p:nvGraphicFramePr>
          <p:cNvPr id="541" name="Google Shape;541;p26"/>
          <p:cNvGraphicFramePr/>
          <p:nvPr/>
        </p:nvGraphicFramePr>
        <p:xfrm>
          <a:off x="704797" y="1757307"/>
          <a:ext cx="3000000" cy="3000000"/>
        </p:xfrm>
        <a:graphic>
          <a:graphicData uri="http://schemas.openxmlformats.org/drawingml/2006/table">
            <a:tbl>
              <a:tblPr>
                <a:noFill/>
                <a:tableStyleId>{D75B75D7-2706-4AF0-82A2-438B4B180B04}</a:tableStyleId>
              </a:tblPr>
              <a:tblGrid>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208300"/>
                <a:gridCol w="368400"/>
                <a:gridCol w="208300"/>
              </a:tblGrid>
              <a:tr h="370850">
                <a:tc gridSpan="10">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Block 0</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gridSpan="10">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Block 1</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gridSpan="10">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Block 2</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gridSpan="10">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Block 3</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hMerge="1"/>
                <a:tc gridSpan="9">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Block 4</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c hMerge="1"/>
                <a:tc hMerge="1"/>
                <a:tc hMerge="1"/>
                <a:tc gridSpan="2">
                  <a:txBody>
                    <a:bodyPr/>
                    <a:lstStyle/>
                    <a:p>
                      <a:pPr indent="0" lvl="0" marL="0" marR="0" rtl="0" algn="ctr">
                        <a:spcBef>
                          <a:spcPts val="0"/>
                        </a:spcBef>
                        <a:spcAft>
                          <a:spcPts val="0"/>
                        </a:spcAft>
                        <a:buClr>
                          <a:schemeClr val="dk1"/>
                        </a:buClr>
                        <a:buSzPts val="1800"/>
                        <a:buFont typeface="Calibri"/>
                        <a:buNone/>
                      </a:pPr>
                      <a:r>
                        <a:t/>
                      </a:r>
                      <a:endParaRPr sz="1800" u="none" cap="none" strike="noStrike">
                        <a:solidFill>
                          <a:srgbClr val="000000"/>
                        </a:solidFill>
                      </a:endParaRPr>
                    </a:p>
                  </a:txBody>
                  <a:tcPr marT="45725" marB="45725" marR="91450" marL="91450">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r>
              <a:tr h="370850">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3596D"/>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4A8EF2"/>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5C64B7"/>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9CC7CE"/>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9CC7CE"/>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9CC7CE"/>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C3BCC5"/>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c>
                  <a:txBody>
                    <a:bodyPr/>
                    <a:lstStyle/>
                    <a:p>
                      <a:pPr indent="0" lvl="0" marL="0" marR="0" rtl="0" algn="ctr">
                        <a:spcBef>
                          <a:spcPts val="0"/>
                        </a:spcBef>
                        <a:spcAft>
                          <a:spcPts val="0"/>
                        </a:spcAft>
                        <a:buClr>
                          <a:srgbClr val="000000"/>
                        </a:buClr>
                        <a:buSzPts val="1800"/>
                        <a:buFont typeface="Calibri"/>
                        <a:buNone/>
                      </a:pPr>
                      <a:r>
                        <a:rPr lang="en-US" sz="1800" u="none" cap="none" strike="noStrike">
                          <a:solidFill>
                            <a:srgbClr val="000000"/>
                          </a:solidFill>
                        </a:rPr>
                        <a:t>…</a:t>
                      </a:r>
                      <a:endParaRPr sz="1800" u="none" cap="none" strike="noStrike"/>
                    </a:p>
                  </a:txBody>
                  <a:tcPr marT="45725" marB="45725" marR="91450" marL="91450">
                    <a:lnT cap="flat" cmpd="sng" w="12700">
                      <a:solidFill>
                        <a:schemeClr val="dk1"/>
                      </a:solidFill>
                      <a:prstDash val="solid"/>
                      <a:round/>
                      <a:headEnd len="sm" w="sm" type="none"/>
                      <a:tailEnd len="sm" w="sm" type="none"/>
                    </a:lnT>
                  </a:tcPr>
                </a:tc>
                <a:tc>
                  <a:txBody>
                    <a:bodyPr/>
                    <a:lstStyle/>
                    <a:p>
                      <a:pPr indent="0" lvl="0" marL="0" marR="0" rtl="0" algn="ctr">
                        <a:spcBef>
                          <a:spcPts val="0"/>
                        </a:spcBef>
                        <a:spcAft>
                          <a:spcPts val="0"/>
                        </a:spcAft>
                        <a:buClr>
                          <a:schemeClr val="dk1"/>
                        </a:buClr>
                        <a:buSzPts val="1800"/>
                        <a:buFont typeface="Calibri"/>
                        <a:buNone/>
                      </a:pPr>
                      <a:r>
                        <a:t/>
                      </a:r>
                      <a:endParaRPr sz="1800" u="none" cap="none" strike="noStrike"/>
                    </a:p>
                  </a:txBody>
                  <a:tcPr marT="45725" marB="45725" marR="91450" marL="91450">
                    <a:lnT cap="flat" cmpd="sng" w="12700">
                      <a:solidFill>
                        <a:schemeClr val="dk1"/>
                      </a:solidFill>
                      <a:prstDash val="solid"/>
                      <a:round/>
                      <a:headEnd len="sm" w="sm" type="none"/>
                      <a:tailEnd len="sm" w="sm" type="none"/>
                    </a:lnT>
                    <a:solidFill>
                      <a:srgbClr val="EAE8EB"/>
                    </a:solidFill>
                  </a:tcPr>
                </a:tc>
              </a:tr>
              <a:tr h="370850">
                <a:tc gridSpan="10">
                  <a:txBody>
                    <a:bodyPr/>
                    <a:lstStyle/>
                    <a:p>
                      <a:pPr indent="0" lvl="0" marL="0" marR="0" rtl="0" algn="ctr">
                        <a:spcBef>
                          <a:spcPts val="0"/>
                        </a:spcBef>
                        <a:spcAft>
                          <a:spcPts val="0"/>
                        </a:spcAft>
                        <a:buClr>
                          <a:schemeClr val="lt1"/>
                        </a:buClr>
                        <a:buSzPts val="1800"/>
                        <a:buFont typeface="Calibri"/>
                        <a:buNone/>
                      </a:pPr>
                      <a:r>
                        <a:rPr lang="en-US" sz="1800" u="none" cap="none" strike="noStrike">
                          <a:solidFill>
                            <a:schemeClr val="lt1"/>
                          </a:solidFill>
                        </a:rPr>
                        <a:t>Directory File</a:t>
                      </a:r>
                      <a:endParaRPr sz="1800" u="none" cap="none" strike="noStrike"/>
                    </a:p>
                  </a:txBody>
                  <a:tcPr marT="45725" marB="45725" marR="91450" marL="91450">
                    <a:solidFill>
                      <a:srgbClr val="E3596D"/>
                    </a:solidFill>
                  </a:tcPr>
                </a:tc>
                <a:tc hMerge="1"/>
                <a:tc hMerge="1"/>
                <a:tc hMerge="1"/>
                <a:tc hMerge="1"/>
                <a:tc hMerge="1"/>
                <a:tc hMerge="1"/>
                <a:tc hMerge="1"/>
                <a:tc hMerge="1"/>
                <a:tc hMerge="1"/>
                <a:tc gridSpan="10">
                  <a:txBody>
                    <a:bodyPr/>
                    <a:lstStyle/>
                    <a:p>
                      <a:pPr indent="0" lvl="0" marL="0" marR="0" rtl="0" algn="ctr">
                        <a:spcBef>
                          <a:spcPts val="0"/>
                        </a:spcBef>
                        <a:spcAft>
                          <a:spcPts val="0"/>
                        </a:spcAft>
                        <a:buClr>
                          <a:schemeClr val="lt1"/>
                        </a:buClr>
                        <a:buSzPts val="1800"/>
                        <a:buFont typeface="Calibri"/>
                        <a:buNone/>
                      </a:pPr>
                      <a:r>
                        <a:rPr lang="en-US" sz="1800" u="none" cap="none" strike="noStrike">
                          <a:solidFill>
                            <a:schemeClr val="lt1"/>
                          </a:solidFill>
                        </a:rPr>
                        <a:t>Todo.txt</a:t>
                      </a:r>
                      <a:endParaRPr sz="1800" u="none" cap="none" strike="noStrike"/>
                    </a:p>
                  </a:txBody>
                  <a:tcPr marT="45725" marB="45725" marR="91450" marL="91450">
                    <a:solidFill>
                      <a:srgbClr val="4A8EF2"/>
                    </a:solidFill>
                  </a:tcPr>
                </a:tc>
                <a:tc hMerge="1"/>
                <a:tc hMerge="1"/>
                <a:tc hMerge="1"/>
                <a:tc hMerge="1"/>
                <a:tc hMerge="1"/>
                <a:tc hMerge="1"/>
                <a:tc hMerge="1"/>
                <a:tc hMerge="1"/>
                <a:tc hMerge="1"/>
                <a:tc gridSpan="10">
                  <a:txBody>
                    <a:bodyPr/>
                    <a:lstStyle/>
                    <a:p>
                      <a:pPr indent="0" lvl="0" marL="0" marR="0" rtl="0" algn="ctr">
                        <a:spcBef>
                          <a:spcPts val="0"/>
                        </a:spcBef>
                        <a:spcAft>
                          <a:spcPts val="0"/>
                        </a:spcAft>
                        <a:buClr>
                          <a:schemeClr val="lt1"/>
                        </a:buClr>
                        <a:buSzPts val="1800"/>
                        <a:buFont typeface="Calibri"/>
                        <a:buNone/>
                      </a:pPr>
                      <a:r>
                        <a:rPr lang="en-US" sz="1800" u="none" cap="none" strike="noStrike">
                          <a:solidFill>
                            <a:schemeClr val="lt1"/>
                          </a:solidFill>
                        </a:rPr>
                        <a:t>OS.exe</a:t>
                      </a:r>
                      <a:endParaRPr sz="1800" u="none" cap="none" strike="noStrike"/>
                    </a:p>
                  </a:txBody>
                  <a:tcPr marT="45725" marB="45725" marR="91450" marL="91450">
                    <a:solidFill>
                      <a:srgbClr val="5C64B7"/>
                    </a:solidFill>
                  </a:tcPr>
                </a:tc>
                <a:tc hMerge="1"/>
                <a:tc hMerge="1"/>
                <a:tc hMerge="1"/>
                <a:tc hMerge="1"/>
                <a:tc hMerge="1"/>
                <a:tc hMerge="1"/>
                <a:tc hMerge="1"/>
                <a:tc hMerge="1"/>
                <a:tc hMerge="1"/>
                <a:tc gridSpan="10">
                  <a:txBody>
                    <a:bodyPr/>
                    <a:lstStyle/>
                    <a:p>
                      <a:pPr indent="0" lvl="0" marL="0" marR="0" rtl="0" algn="ctr">
                        <a:spcBef>
                          <a:spcPts val="0"/>
                        </a:spcBef>
                        <a:spcAft>
                          <a:spcPts val="0"/>
                        </a:spcAft>
                        <a:buClr>
                          <a:schemeClr val="lt1"/>
                        </a:buClr>
                        <a:buSzPts val="1800"/>
                        <a:buFont typeface="Calibri"/>
                        <a:buNone/>
                      </a:pPr>
                      <a:r>
                        <a:rPr lang="en-US" sz="1800" u="none" cap="none" strike="noStrike">
                          <a:solidFill>
                            <a:schemeClr val="lt1"/>
                          </a:solidFill>
                        </a:rPr>
                        <a:t>Exam.docx</a:t>
                      </a:r>
                      <a:endParaRPr sz="1800" u="none" cap="none" strike="noStrike"/>
                    </a:p>
                  </a:txBody>
                  <a:tcPr marT="45725" marB="45725" marR="91450" marL="91450">
                    <a:solidFill>
                      <a:srgbClr val="9CC7CE"/>
                    </a:solidFill>
                  </a:tcPr>
                </a:tc>
                <a:tc hMerge="1"/>
                <a:tc hMerge="1"/>
                <a:tc hMerge="1"/>
                <a:tc hMerge="1"/>
                <a:tc hMerge="1"/>
                <a:tc hMerge="1"/>
                <a:tc hMerge="1"/>
                <a:tc hMerge="1"/>
                <a:tc hMerge="1"/>
                <a:tc gridSpan="11">
                  <a:txBody>
                    <a:bodyPr/>
                    <a:lstStyle/>
                    <a:p>
                      <a:pPr indent="0" lvl="0" marL="0" marR="0" rtl="0" algn="ctr">
                        <a:spcBef>
                          <a:spcPts val="0"/>
                        </a:spcBef>
                        <a:spcAft>
                          <a:spcPts val="0"/>
                        </a:spcAft>
                        <a:buClr>
                          <a:schemeClr val="dk1"/>
                        </a:buClr>
                        <a:buSzPts val="1800"/>
                        <a:buFont typeface="Calibri"/>
                        <a:buNone/>
                      </a:pPr>
                      <a:r>
                        <a:rPr b="1" lang="en-US" sz="1800" u="none" cap="none" strike="noStrike"/>
                        <a:t>Free Space</a:t>
                      </a:r>
                      <a:endParaRPr sz="1800" u="none" cap="none" strike="noStrike"/>
                    </a:p>
                  </a:txBody>
                  <a:tcPr marT="45725" marB="45725" marR="91450" marL="91450">
                    <a:solidFill>
                      <a:srgbClr val="EAE8EB"/>
                    </a:solidFill>
                  </a:tcPr>
                </a:tc>
                <a:tc hMerge="1"/>
                <a:tc hMerge="1"/>
                <a:tc hMerge="1"/>
                <a:tc hMerge="1"/>
                <a:tc hMerge="1"/>
                <a:tc hMerge="1"/>
                <a:tc hMerge="1"/>
                <a:tc hMerge="1"/>
                <a:tc hMerge="1"/>
                <a:tc hMerge="1"/>
              </a:tr>
            </a:tbl>
          </a:graphicData>
        </a:graphic>
      </p:graphicFrame>
      <p:graphicFrame>
        <p:nvGraphicFramePr>
          <p:cNvPr id="542" name="Google Shape;542;p26"/>
          <p:cNvGraphicFramePr/>
          <p:nvPr/>
        </p:nvGraphicFramePr>
        <p:xfrm>
          <a:off x="704797" y="3061074"/>
          <a:ext cx="3000000" cy="3000000"/>
        </p:xfrm>
        <a:graphic>
          <a:graphicData uri="http://schemas.openxmlformats.org/drawingml/2006/table">
            <a:tbl>
              <a:tblPr>
                <a:noFill/>
                <a:tableStyleId>{D75B75D7-2706-4AF0-82A2-438B4B180B04}</a:tableStyleId>
              </a:tblPr>
              <a:tblGrid>
                <a:gridCol w="1502225"/>
                <a:gridCol w="1502225"/>
                <a:gridCol w="1502225"/>
                <a:gridCol w="1502225"/>
                <a:gridCol w="1502225"/>
                <a:gridCol w="1502225"/>
              </a:tblGrid>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Name</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Created</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Last Modified</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Owner</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Read/Write</a:t>
                      </a:r>
                      <a:endParaRPr sz="1800" u="none" cap="none" strike="noStrike"/>
                    </a:p>
                  </a:txBody>
                  <a:tcPr marT="45725" marB="45725" marR="91450" marL="91450">
                    <a:solidFill>
                      <a:srgbClr val="E3596D"/>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Blocks</a:t>
                      </a:r>
                      <a:endParaRPr sz="1800" u="none" cap="none" strike="noStrike"/>
                    </a:p>
                  </a:txBody>
                  <a:tcPr marT="45725" marB="45725" marR="91450" marL="91450">
                    <a:solidFill>
                      <a:srgbClr val="E3596D"/>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Todo.txt</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11:15 2/2/2017</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10:14 9/26/2019</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800"/>
                        <a:buFont typeface="Calibri"/>
                        <a:buNone/>
                      </a:pPr>
                      <a:r>
                        <a:rPr lang="en-US" sz="1800" u="none" cap="none" strike="noStrike">
                          <a:solidFill>
                            <a:schemeClr val="lt1"/>
                          </a:solidFill>
                        </a:rPr>
                        <a:t>Michael</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r/w</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a:t>
                      </a:r>
                      <a:endParaRPr sz="1800" u="none" cap="none" strike="noStrike"/>
                    </a:p>
                  </a:txBody>
                  <a:tcPr marT="45725" marB="45725" marR="91450" marL="91450">
                    <a:solidFill>
                      <a:schemeClr val="accent2"/>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OS.exe</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14:15 12/1/2015</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14:15 12/1/2015</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admin</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2, 9, 5, </a:t>
                      </a:r>
                      <a:endParaRPr sz="1800" u="none" cap="none" strike="noStrike"/>
                    </a:p>
                  </a:txBody>
                  <a:tcPr marT="45725" marB="45725" marR="91450" marL="91450">
                    <a:solidFill>
                      <a:schemeClr val="accent2"/>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exam.docx</a:t>
                      </a:r>
                      <a:endParaRPr sz="18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22:14 9/20/2019</a:t>
                      </a:r>
                      <a:endParaRPr sz="18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10:30 9/26/2019</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Gabriel</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r/w</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3</a:t>
                      </a:r>
                      <a:endParaRPr sz="1800" u="none" cap="none" strike="noStrike"/>
                    </a:p>
                  </a:txBody>
                  <a:tcPr marT="45725" marB="45725" marR="91450" marL="91450">
                    <a:solidFill>
                      <a:schemeClr val="accent2"/>
                    </a:solidFill>
                  </a:tcPr>
                </a:tc>
              </a:tr>
              <a:tr h="370850">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code.c</a:t>
                      </a:r>
                      <a:endParaRPr sz="1400" u="none" cap="none" strike="noStrike">
                        <a:solidFill>
                          <a:schemeClr val="lt1"/>
                        </a:solidFill>
                      </a:endParaRPr>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10:14 8/26/2</a:t>
                      </a:r>
                      <a:r>
                        <a:rPr lang="en-US" sz="1800" u="none" cap="none" strike="noStrike">
                          <a:solidFill>
                            <a:schemeClr val="lt1"/>
                          </a:solidFill>
                        </a:rPr>
                        <a:t>021</a:t>
                      </a:r>
                      <a:endParaRPr sz="1800" u="none" cap="none" strike="noStrike"/>
                    </a:p>
                  </a:txBody>
                  <a:tcPr marT="45725" marB="45725" marR="91450" marL="91450">
                    <a:solidFill>
                      <a:schemeClr val="accent2"/>
                    </a:solidFill>
                  </a:tcPr>
                </a:tc>
                <a:tc>
                  <a:txBody>
                    <a:bodyPr/>
                    <a:lstStyle/>
                    <a:p>
                      <a:pPr indent="0" lvl="0" marL="0" marR="0" rtl="0" algn="ctr">
                        <a:lnSpc>
                          <a:spcPct val="100000"/>
                        </a:lnSpc>
                        <a:spcBef>
                          <a:spcPts val="0"/>
                        </a:spcBef>
                        <a:spcAft>
                          <a:spcPts val="0"/>
                        </a:spcAft>
                        <a:buClr>
                          <a:schemeClr val="lt1"/>
                        </a:buClr>
                        <a:buSzPts val="1400"/>
                        <a:buFont typeface="Quattrocento Sans"/>
                        <a:buNone/>
                      </a:pPr>
                      <a:r>
                        <a:rPr lang="en-US" sz="1400" u="none" cap="none" strike="noStrike">
                          <a:solidFill>
                            <a:schemeClr val="lt1"/>
                          </a:solidFill>
                        </a:rPr>
                        <a:t>14:14 9/14/20</a:t>
                      </a:r>
                      <a:r>
                        <a:rPr lang="en-US" sz="1800" u="none" cap="none" strike="noStrike">
                          <a:solidFill>
                            <a:schemeClr val="lt1"/>
                          </a:solidFill>
                        </a:rPr>
                        <a:t>21</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800"/>
                        <a:buFont typeface="Calibri"/>
                        <a:buNone/>
                      </a:pPr>
                      <a:r>
                        <a:rPr lang="en-US" sz="1800" u="none" cap="none" strike="noStrike">
                          <a:solidFill>
                            <a:schemeClr val="lt1"/>
                          </a:solidFill>
                        </a:rPr>
                        <a:t>Michael</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r/w</a:t>
                      </a:r>
                      <a:endParaRPr sz="1800" u="none" cap="none" strike="noStrike"/>
                    </a:p>
                  </a:txBody>
                  <a:tcPr marT="45725" marB="45725" marR="91450" marL="91450">
                    <a:solidFill>
                      <a:schemeClr val="accent2"/>
                    </a:solidFill>
                  </a:tcPr>
                </a:tc>
                <a:tc>
                  <a:txBody>
                    <a:bodyPr/>
                    <a:lstStyle/>
                    <a:p>
                      <a:pPr indent="0" lvl="0" marL="0" marR="0" rtl="0" algn="ctr">
                        <a:spcBef>
                          <a:spcPts val="0"/>
                        </a:spcBef>
                        <a:spcAft>
                          <a:spcPts val="0"/>
                        </a:spcAft>
                        <a:buClr>
                          <a:schemeClr val="lt1"/>
                        </a:buClr>
                        <a:buSzPts val="1400"/>
                        <a:buFont typeface="Calibri"/>
                        <a:buNone/>
                      </a:pPr>
                      <a:r>
                        <a:rPr lang="en-US" sz="1400" u="none" cap="none" strike="noStrike">
                          <a:solidFill>
                            <a:schemeClr val="lt1"/>
                          </a:solidFill>
                        </a:rPr>
                        <a:t>10</a:t>
                      </a:r>
                      <a:endParaRPr sz="1800" u="none" cap="none" strike="noStrike"/>
                    </a:p>
                  </a:txBody>
                  <a:tcPr marT="45725" marB="45725" marR="91450" marL="91450">
                    <a:solidFill>
                      <a:schemeClr val="accent2"/>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Modern File System and Blocks</a:t>
            </a:r>
            <a:endParaRPr/>
          </a:p>
        </p:txBody>
      </p:sp>
      <p:sp>
        <p:nvSpPr>
          <p:cNvPr id="548" name="Google Shape;548;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Using blocks</a:t>
            </a:r>
            <a:endParaRPr/>
          </a:p>
          <a:p>
            <a:pPr indent="-228600" lvl="1" marL="685800" rtl="0" algn="l">
              <a:lnSpc>
                <a:spcPct val="90000"/>
              </a:lnSpc>
              <a:spcBef>
                <a:spcPts val="780"/>
              </a:spcBef>
              <a:spcAft>
                <a:spcPts val="0"/>
              </a:spcAft>
              <a:buClr>
                <a:srgbClr val="7F7F7F"/>
              </a:buClr>
              <a:buSzPts val="2600"/>
              <a:buChar char="•"/>
            </a:pPr>
            <a:r>
              <a:rPr lang="en-US"/>
              <a:t>Allow files to be broken into chunks and stored across many blocks.</a:t>
            </a:r>
            <a:endParaRPr/>
          </a:p>
          <a:p>
            <a:pPr indent="-228600" lvl="1" marL="685800" rtl="0" algn="l">
              <a:lnSpc>
                <a:spcPct val="90000"/>
              </a:lnSpc>
              <a:spcBef>
                <a:spcPts val="780"/>
              </a:spcBef>
              <a:spcAft>
                <a:spcPts val="0"/>
              </a:spcAft>
              <a:buClr>
                <a:srgbClr val="7F7F7F"/>
              </a:buClr>
              <a:buSzPts val="2600"/>
              <a:buChar char="•"/>
            </a:pPr>
            <a:r>
              <a:rPr lang="en-US"/>
              <a:t>Files can easily grow or shrink in size.</a:t>
            </a:r>
            <a:endParaRPr/>
          </a:p>
          <a:p>
            <a:pPr indent="-228600" lvl="2" marL="1143000" rtl="0" algn="l">
              <a:lnSpc>
                <a:spcPct val="90000"/>
              </a:lnSpc>
              <a:spcBef>
                <a:spcPts val="600"/>
              </a:spcBef>
              <a:spcAft>
                <a:spcPts val="0"/>
              </a:spcAft>
              <a:buClr>
                <a:srgbClr val="7F7F7F"/>
              </a:buClr>
              <a:buSzPts val="2000"/>
              <a:buChar char="•"/>
            </a:pPr>
            <a:r>
              <a:rPr lang="en-US"/>
              <a:t>Grow 🡪 need more space 🡪 Allocated a new free block.</a:t>
            </a:r>
            <a:endParaRPr/>
          </a:p>
          <a:p>
            <a:pPr indent="-228600" lvl="2" marL="1143000" rtl="0" algn="l">
              <a:lnSpc>
                <a:spcPct val="90000"/>
              </a:lnSpc>
              <a:spcBef>
                <a:spcPts val="600"/>
              </a:spcBef>
              <a:spcAft>
                <a:spcPts val="0"/>
              </a:spcAft>
              <a:buClr>
                <a:srgbClr val="7F7F7F"/>
              </a:buClr>
              <a:buSzPts val="2000"/>
              <a:buChar char="•"/>
            </a:pPr>
            <a:r>
              <a:rPr lang="en-US"/>
              <a:t>Shrink 🡪 space not needed 🡪 Deallocate reserved block. </a:t>
            </a:r>
            <a:endParaRPr/>
          </a:p>
          <a:p>
            <a:pPr indent="-228600" lvl="1" marL="685800" rtl="0" algn="l">
              <a:lnSpc>
                <a:spcPct val="90000"/>
              </a:lnSpc>
              <a:spcBef>
                <a:spcPts val="780"/>
              </a:spcBef>
              <a:spcAft>
                <a:spcPts val="0"/>
              </a:spcAft>
              <a:buClr>
                <a:srgbClr val="7F7F7F"/>
              </a:buClr>
              <a:buSzPts val="2600"/>
              <a:buChar char="•"/>
            </a:pPr>
            <a:r>
              <a:rPr lang="en-US"/>
              <a:t>File can grow to occupy as many blocks as needed. </a:t>
            </a:r>
            <a:endParaRPr/>
          </a:p>
          <a:p>
            <a:pPr indent="-228600" lvl="2" marL="1143000" rtl="0" algn="l">
              <a:lnSpc>
                <a:spcPct val="90000"/>
              </a:lnSpc>
              <a:spcBef>
                <a:spcPts val="600"/>
              </a:spcBef>
              <a:spcAft>
                <a:spcPts val="0"/>
              </a:spcAft>
              <a:buClr>
                <a:srgbClr val="7F7F7F"/>
              </a:buClr>
              <a:buSzPts val="2000"/>
              <a:buChar char="•"/>
            </a:pPr>
            <a:r>
              <a:rPr lang="en-US"/>
              <a:t>Blocks might not be located next to each other or even in order.</a:t>
            </a:r>
            <a:endParaRPr/>
          </a:p>
          <a:p>
            <a:pPr indent="-228600" lvl="2" marL="1143000" rtl="0" algn="l">
              <a:lnSpc>
                <a:spcPct val="90000"/>
              </a:lnSpc>
              <a:spcBef>
                <a:spcPts val="600"/>
              </a:spcBef>
              <a:spcAft>
                <a:spcPts val="0"/>
              </a:spcAft>
              <a:buClr>
                <a:srgbClr val="7F7F7F"/>
              </a:buClr>
              <a:buSzPts val="2000"/>
              <a:buChar char="•"/>
            </a:pPr>
            <a:r>
              <a:rPr lang="en-US"/>
              <a:t>File being broken across storage is known as </a:t>
            </a:r>
            <a:r>
              <a:rPr lang="en-US">
                <a:solidFill>
                  <a:srgbClr val="0055A4"/>
                </a:solidFill>
              </a:rPr>
              <a:t>Fragmentation</a:t>
            </a:r>
            <a:r>
              <a:rPr lang="en-US"/>
              <a:t>. </a:t>
            </a:r>
            <a:endParaRPr/>
          </a:p>
          <a:p>
            <a:pPr indent="-228600" lvl="2" marL="1143000" rtl="0" algn="l">
              <a:lnSpc>
                <a:spcPct val="90000"/>
              </a:lnSpc>
              <a:spcBef>
                <a:spcPts val="600"/>
              </a:spcBef>
              <a:spcAft>
                <a:spcPts val="0"/>
              </a:spcAft>
              <a:buClr>
                <a:srgbClr val="7F7F7F"/>
              </a:buClr>
              <a:buSzPts val="2000"/>
              <a:buChar char="•"/>
            </a:pPr>
            <a:r>
              <a:rPr lang="en-US"/>
              <a:t>This a result of files being created, deleted and modified.</a:t>
            </a:r>
            <a:endParaRPr/>
          </a:p>
          <a:p>
            <a:pPr indent="0" lvl="0" marL="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Fragmentation</a:t>
            </a:r>
            <a:endParaRPr/>
          </a:p>
        </p:txBody>
      </p:sp>
      <p:sp>
        <p:nvSpPr>
          <p:cNvPr id="554" name="Google Shape;554;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Fragmentation will increase the time to access the file.</a:t>
            </a:r>
            <a:endParaRPr/>
          </a:p>
          <a:p>
            <a:pPr indent="-228600" lvl="1" marL="685800" rtl="0" algn="l">
              <a:lnSpc>
                <a:spcPct val="90000"/>
              </a:lnSpc>
              <a:spcBef>
                <a:spcPts val="780"/>
              </a:spcBef>
              <a:spcAft>
                <a:spcPts val="0"/>
              </a:spcAft>
              <a:buClr>
                <a:srgbClr val="7F7F7F"/>
              </a:buClr>
              <a:buSzPts val="2600"/>
              <a:buChar char="•"/>
            </a:pPr>
            <a:r>
              <a:rPr lang="en-US"/>
              <a:t>Specially with storage device that require mechanical parts to move like HDDs.</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US"/>
              <a:t>Large files might be stored across hundreds of blocks and would require longer time to access.</a:t>
            </a:r>
            <a:endParaRPr/>
          </a:p>
          <a:p>
            <a:pPr indent="0" lvl="0" marL="0" rtl="0" algn="l">
              <a:lnSpc>
                <a:spcPct val="90000"/>
              </a:lnSpc>
              <a:spcBef>
                <a:spcPts val="900"/>
              </a:spcBef>
              <a:spcAft>
                <a:spcPts val="0"/>
              </a:spcAft>
              <a:buClr>
                <a:srgbClr val="7F7F7F"/>
              </a:buClr>
              <a:buSzPts val="3000"/>
              <a:buNone/>
            </a:pPr>
            <a:r>
              <a:t/>
            </a:r>
            <a:endParaRPr/>
          </a:p>
          <a:p>
            <a:pPr indent="-38100" lvl="0" marL="228600" rtl="0" algn="l">
              <a:lnSpc>
                <a:spcPct val="90000"/>
              </a:lnSpc>
              <a:spcBef>
                <a:spcPts val="900"/>
              </a:spcBef>
              <a:spcAft>
                <a:spcPts val="0"/>
              </a:spcAft>
              <a:buClr>
                <a:srgbClr val="7F7F7F"/>
              </a:buClr>
              <a:buSzPts val="3000"/>
              <a:buNone/>
            </a:pPr>
            <a:r>
              <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2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Solution to Fragmentation</a:t>
            </a:r>
            <a:endParaRPr/>
          </a:p>
        </p:txBody>
      </p:sp>
      <p:sp>
        <p:nvSpPr>
          <p:cNvPr id="560" name="Google Shape;560;p29"/>
          <p:cNvSpPr txBox="1"/>
          <p:nvPr>
            <p:ph idx="1" type="body"/>
          </p:nvPr>
        </p:nvSpPr>
        <p:spPr>
          <a:xfrm>
            <a:off x="609599" y="1521725"/>
            <a:ext cx="11137800" cy="4601700"/>
          </a:xfrm>
          <a:prstGeom prst="rect">
            <a:avLst/>
          </a:prstGeom>
          <a:noFill/>
          <a:ln>
            <a:noFill/>
          </a:ln>
        </p:spPr>
        <p:txBody>
          <a:bodyPr anchorCtr="0" anchor="t" bIns="45700" lIns="91425" spcFirstLastPara="1" rIns="91425" wrap="square" tIns="45700">
            <a:normAutofit fontScale="77500" lnSpcReduction="20000"/>
          </a:bodyPr>
          <a:lstStyle/>
          <a:p>
            <a:pPr indent="-185737" lvl="0" marL="228600" rtl="0" algn="l">
              <a:lnSpc>
                <a:spcPct val="115000"/>
              </a:lnSpc>
              <a:spcBef>
                <a:spcPts val="0"/>
              </a:spcBef>
              <a:spcAft>
                <a:spcPts val="0"/>
              </a:spcAft>
              <a:buClr>
                <a:srgbClr val="0055A4"/>
              </a:buClr>
              <a:buSzPct val="100000"/>
              <a:buChar char="•"/>
            </a:pPr>
            <a:r>
              <a:rPr lang="en-US">
                <a:solidFill>
                  <a:srgbClr val="0055A4"/>
                </a:solidFill>
              </a:rPr>
              <a:t>Defragmentation</a:t>
            </a:r>
            <a:r>
              <a:rPr lang="en-US"/>
              <a:t>: reallocate data blocks so each file has its blocks located together in storage and in the right order.</a:t>
            </a:r>
            <a:br>
              <a:rPr lang="en-US"/>
            </a:br>
            <a:endParaRPr/>
          </a:p>
          <a:p>
            <a:pPr indent="-185737" lvl="0" marL="228600" rtl="0" algn="l">
              <a:lnSpc>
                <a:spcPct val="115000"/>
              </a:lnSpc>
              <a:spcBef>
                <a:spcPts val="833"/>
              </a:spcBef>
              <a:spcAft>
                <a:spcPts val="0"/>
              </a:spcAft>
              <a:buClr>
                <a:srgbClr val="7F7F7F"/>
              </a:buClr>
              <a:buSzPct val="100000"/>
              <a:buChar char="•"/>
            </a:pPr>
            <a:r>
              <a:rPr lang="en-US"/>
              <a:t>Newer file systems are designed to minimize the need for defragmentation. </a:t>
            </a:r>
            <a:endParaRPr/>
          </a:p>
          <a:p>
            <a:pPr indent="-191451" lvl="1" marL="685800" rtl="0" algn="l">
              <a:lnSpc>
                <a:spcPct val="115000"/>
              </a:lnSpc>
              <a:spcBef>
                <a:spcPts val="722"/>
              </a:spcBef>
              <a:spcAft>
                <a:spcPts val="0"/>
              </a:spcAft>
              <a:buClr>
                <a:srgbClr val="7F7F7F"/>
              </a:buClr>
              <a:buSzPct val="100000"/>
              <a:buChar char="•"/>
            </a:pPr>
            <a:r>
              <a:rPr lang="en-US"/>
              <a:t>Blocks have a large buffer size ---&gt; more slack space ---&gt; less need for more blocks</a:t>
            </a:r>
            <a:endParaRPr/>
          </a:p>
          <a:p>
            <a:pPr indent="-191451" lvl="1" marL="685800" rtl="0" algn="l">
              <a:lnSpc>
                <a:spcPct val="115000"/>
              </a:lnSpc>
              <a:spcBef>
                <a:spcPts val="722"/>
              </a:spcBef>
              <a:spcAft>
                <a:spcPts val="0"/>
              </a:spcAft>
              <a:buClr>
                <a:srgbClr val="7F7F7F"/>
              </a:buClr>
              <a:buSzPct val="100000"/>
              <a:buChar char="•"/>
            </a:pPr>
            <a:r>
              <a:rPr lang="en-US"/>
              <a:t>Scatter files all over the disk 🡪 providing files with enough space to expand.</a:t>
            </a:r>
            <a:endParaRPr/>
          </a:p>
          <a:p>
            <a:pPr indent="-191451" lvl="1" marL="685800" rtl="0" algn="l">
              <a:lnSpc>
                <a:spcPct val="115000"/>
              </a:lnSpc>
              <a:spcBef>
                <a:spcPts val="722"/>
              </a:spcBef>
              <a:spcAft>
                <a:spcPts val="0"/>
              </a:spcAft>
              <a:buClr>
                <a:srgbClr val="7F7F7F"/>
              </a:buClr>
              <a:buSzPct val="100000"/>
              <a:buChar char="•"/>
            </a:pPr>
            <a:r>
              <a:rPr lang="en-US"/>
              <a:t>Running the defragmentation process in the background.</a:t>
            </a:r>
            <a:endParaRPr/>
          </a:p>
          <a:p>
            <a:pPr indent="-171450" lvl="0" marL="228600" rtl="0" algn="l">
              <a:lnSpc>
                <a:spcPct val="115000"/>
              </a:lnSpc>
              <a:spcBef>
                <a:spcPts val="722"/>
              </a:spcBef>
              <a:spcAft>
                <a:spcPts val="0"/>
              </a:spcAft>
              <a:buSzPct val="100000"/>
              <a:buChar char="•"/>
            </a:pPr>
            <a:r>
              <a:rPr lang="en-US"/>
              <a:t>Additionally, newer storage </a:t>
            </a:r>
            <a:r>
              <a:rPr b="1" lang="en-US"/>
              <a:t>hardware</a:t>
            </a:r>
            <a:r>
              <a:rPr lang="en-US"/>
              <a:t> makes defragmentation less and less useful</a:t>
            </a:r>
            <a:endParaRPr/>
          </a:p>
          <a:p>
            <a:pPr indent="-179069" lvl="1" marL="685800" rtl="0" algn="l">
              <a:lnSpc>
                <a:spcPct val="115000"/>
              </a:lnSpc>
              <a:spcBef>
                <a:spcPts val="722"/>
              </a:spcBef>
              <a:spcAft>
                <a:spcPts val="0"/>
              </a:spcAft>
              <a:buSzPct val="100000"/>
              <a:buChar char="•"/>
            </a:pPr>
            <a:r>
              <a:rPr lang="en-US"/>
              <a:t>Newer HDDs are much faster and more parallelized in their ability to read fragmented data</a:t>
            </a:r>
            <a:endParaRPr/>
          </a:p>
          <a:p>
            <a:pPr indent="-179069" lvl="1" marL="685800" rtl="0" algn="l">
              <a:lnSpc>
                <a:spcPct val="115000"/>
              </a:lnSpc>
              <a:spcBef>
                <a:spcPts val="722"/>
              </a:spcBef>
              <a:spcAft>
                <a:spcPts val="0"/>
              </a:spcAft>
              <a:buSzPct val="100000"/>
              <a:buChar char="•"/>
            </a:pPr>
            <a:r>
              <a:rPr lang="en-US"/>
              <a:t>SSDs </a:t>
            </a:r>
            <a:r>
              <a:rPr b="1" lang="en-US"/>
              <a:t>see no read/write improvement from defragmentation</a:t>
            </a:r>
            <a:r>
              <a:rPr lang="en-US"/>
              <a:t>, since memory is not physically separated in a meaningful sense (in fact, the defragmentation process only wears the SSD down without any gains -- not recommended!)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Quattrocento Sans"/>
              <a:buNone/>
            </a:pPr>
            <a:r>
              <a:rPr lang="en-US"/>
              <a:t>Flat File System Vs Hierarchical File System</a:t>
            </a:r>
            <a:endParaRPr/>
          </a:p>
        </p:txBody>
      </p:sp>
      <p:sp>
        <p:nvSpPr>
          <p:cNvPr id="566" name="Google Shape;566;p30"/>
          <p:cNvSpPr txBox="1"/>
          <p:nvPr>
            <p:ph idx="1" type="body"/>
          </p:nvPr>
        </p:nvSpPr>
        <p:spPr>
          <a:xfrm>
            <a:off x="838200" y="1526959"/>
            <a:ext cx="5181600" cy="46500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55A4"/>
              </a:buClr>
              <a:buSzPts val="2400"/>
              <a:buNone/>
            </a:pPr>
            <a:r>
              <a:rPr lang="en-US" sz="2400">
                <a:solidFill>
                  <a:srgbClr val="0055A4"/>
                </a:solidFill>
              </a:rPr>
              <a:t>Flat File System</a:t>
            </a:r>
            <a:endParaRPr/>
          </a:p>
          <a:p>
            <a:pPr indent="-228600" lvl="0" marL="228600" rtl="0" algn="l">
              <a:lnSpc>
                <a:spcPct val="90000"/>
              </a:lnSpc>
              <a:spcBef>
                <a:spcPts val="660"/>
              </a:spcBef>
              <a:spcAft>
                <a:spcPts val="0"/>
              </a:spcAft>
              <a:buClr>
                <a:srgbClr val="7F7F7F"/>
              </a:buClr>
              <a:buSzPts val="2200"/>
              <a:buChar char="•"/>
            </a:pPr>
            <a:r>
              <a:rPr lang="en-US"/>
              <a:t>All data save one level. </a:t>
            </a:r>
            <a:endParaRPr/>
          </a:p>
          <a:p>
            <a:pPr indent="-228600" lvl="0" marL="228600" rtl="0" algn="l">
              <a:lnSpc>
                <a:spcPct val="90000"/>
              </a:lnSpc>
              <a:spcBef>
                <a:spcPts val="660"/>
              </a:spcBef>
              <a:spcAft>
                <a:spcPts val="0"/>
              </a:spcAft>
              <a:buClr>
                <a:srgbClr val="7F7F7F"/>
              </a:buClr>
              <a:buSzPts val="2200"/>
              <a:buChar char="•"/>
            </a:pPr>
            <a:r>
              <a:rPr lang="en-US"/>
              <a:t>Similar to the examples we have seen.</a:t>
            </a:r>
            <a:endParaRPr/>
          </a:p>
          <a:p>
            <a:pPr indent="-228600" lvl="0" marL="228600" rtl="0" algn="l">
              <a:lnSpc>
                <a:spcPct val="90000"/>
              </a:lnSpc>
              <a:spcBef>
                <a:spcPts val="660"/>
              </a:spcBef>
              <a:spcAft>
                <a:spcPts val="0"/>
              </a:spcAft>
              <a:buClr>
                <a:srgbClr val="7F7F7F"/>
              </a:buClr>
              <a:buSzPts val="2200"/>
              <a:buChar char="•"/>
            </a:pPr>
            <a:r>
              <a:rPr lang="en-US"/>
              <a:t>There is no notion of directories.</a:t>
            </a:r>
            <a:endParaRPr/>
          </a:p>
        </p:txBody>
      </p:sp>
      <p:sp>
        <p:nvSpPr>
          <p:cNvPr id="567" name="Google Shape;567;p30"/>
          <p:cNvSpPr txBox="1"/>
          <p:nvPr>
            <p:ph idx="2" type="body"/>
          </p:nvPr>
        </p:nvSpPr>
        <p:spPr>
          <a:xfrm>
            <a:off x="838200" y="3686436"/>
            <a:ext cx="6041994" cy="3527164"/>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rgbClr val="0055A4"/>
              </a:buClr>
              <a:buSzPct val="108108"/>
              <a:buNone/>
            </a:pPr>
            <a:r>
              <a:rPr lang="en-US" sz="2400">
                <a:solidFill>
                  <a:srgbClr val="0055A4"/>
                </a:solidFill>
              </a:rPr>
              <a:t>Hierarchical File System</a:t>
            </a:r>
            <a:endParaRPr/>
          </a:p>
          <a:p>
            <a:pPr indent="-228600" lvl="0" marL="228600" rtl="0" algn="l">
              <a:lnSpc>
                <a:spcPct val="90000"/>
              </a:lnSpc>
              <a:spcBef>
                <a:spcPts val="660"/>
              </a:spcBef>
              <a:spcAft>
                <a:spcPts val="0"/>
              </a:spcAft>
              <a:buClr>
                <a:srgbClr val="7F7F7F"/>
              </a:buClr>
              <a:buSzPct val="84942"/>
              <a:buChar char="•"/>
            </a:pPr>
            <a:r>
              <a:rPr lang="en-US"/>
              <a:t>Allows to store related files in directories.</a:t>
            </a:r>
            <a:endParaRPr/>
          </a:p>
          <a:p>
            <a:pPr indent="-228600" lvl="1" marL="685800" rtl="0" algn="l">
              <a:lnSpc>
                <a:spcPct val="90000"/>
              </a:lnSpc>
              <a:spcBef>
                <a:spcPts val="540"/>
              </a:spcBef>
              <a:spcAft>
                <a:spcPts val="0"/>
              </a:spcAft>
              <a:buClr>
                <a:srgbClr val="7F7F7F"/>
              </a:buClr>
              <a:buSzPct val="81081"/>
              <a:buChar char="•"/>
            </a:pPr>
            <a:r>
              <a:rPr lang="en-US"/>
              <a:t>Also known as folders. </a:t>
            </a:r>
            <a:endParaRPr/>
          </a:p>
          <a:p>
            <a:pPr indent="-228600" lvl="0" marL="228600" rtl="0" algn="l">
              <a:lnSpc>
                <a:spcPct val="90000"/>
              </a:lnSpc>
              <a:spcBef>
                <a:spcPts val="660"/>
              </a:spcBef>
              <a:spcAft>
                <a:spcPts val="0"/>
              </a:spcAft>
              <a:buClr>
                <a:srgbClr val="7F7F7F"/>
              </a:buClr>
              <a:buSzPct val="84942"/>
              <a:buChar char="•"/>
            </a:pPr>
            <a:r>
              <a:rPr lang="en-US"/>
              <a:t>Directories can be nested in other directories.</a:t>
            </a:r>
            <a:endParaRPr/>
          </a:p>
          <a:p>
            <a:pPr indent="-228600" lvl="0" marL="228600" rtl="0" algn="l">
              <a:lnSpc>
                <a:spcPct val="90000"/>
              </a:lnSpc>
              <a:spcBef>
                <a:spcPts val="660"/>
              </a:spcBef>
              <a:spcAft>
                <a:spcPts val="0"/>
              </a:spcAft>
              <a:buClr>
                <a:srgbClr val="7F7F7F"/>
              </a:buClr>
              <a:buSzPct val="84942"/>
              <a:buChar char="•"/>
            </a:pPr>
            <a:r>
              <a:rPr lang="en-US"/>
              <a:t>Extra metadata is need to keep track what is a file and what is a directory.</a:t>
            </a:r>
            <a:endParaRPr/>
          </a:p>
          <a:p>
            <a:pPr indent="-228600" lvl="0" marL="228600" rtl="0" algn="l">
              <a:lnSpc>
                <a:spcPct val="90000"/>
              </a:lnSpc>
              <a:spcBef>
                <a:spcPts val="660"/>
              </a:spcBef>
              <a:spcAft>
                <a:spcPts val="0"/>
              </a:spcAft>
              <a:buClr>
                <a:srgbClr val="7F7F7F"/>
              </a:buClr>
              <a:buSzPct val="84942"/>
              <a:buChar char="•"/>
            </a:pPr>
            <a:r>
              <a:rPr lang="en-US"/>
              <a:t>Top Directory File is known as Root Directory. </a:t>
            </a:r>
            <a:endParaRPr/>
          </a:p>
          <a:p>
            <a:pPr indent="-88900" lvl="0" marL="228600" rtl="0" algn="l">
              <a:lnSpc>
                <a:spcPct val="90000"/>
              </a:lnSpc>
              <a:spcBef>
                <a:spcPts val="660"/>
              </a:spcBef>
              <a:spcAft>
                <a:spcPts val="0"/>
              </a:spcAft>
              <a:buClr>
                <a:srgbClr val="7F7F7F"/>
              </a:buClr>
              <a:buSzPct val="84942"/>
              <a:buNone/>
            </a:pPr>
            <a:r>
              <a:t/>
            </a:r>
            <a:endParaRPr/>
          </a:p>
          <a:p>
            <a:pPr indent="-88900" lvl="0" marL="228600" rtl="0" algn="l">
              <a:lnSpc>
                <a:spcPct val="90000"/>
              </a:lnSpc>
              <a:spcBef>
                <a:spcPts val="660"/>
              </a:spcBef>
              <a:spcAft>
                <a:spcPts val="0"/>
              </a:spcAft>
              <a:buClr>
                <a:srgbClr val="7F7F7F"/>
              </a:buClr>
              <a:buSzPct val="84942"/>
              <a:buNone/>
            </a:pPr>
            <a:r>
              <a:t/>
            </a:r>
            <a:endParaRPr/>
          </a:p>
          <a:p>
            <a:pPr indent="-88900" lvl="0" marL="228600" rtl="0" algn="l">
              <a:lnSpc>
                <a:spcPct val="90000"/>
              </a:lnSpc>
              <a:spcBef>
                <a:spcPts val="660"/>
              </a:spcBef>
              <a:spcAft>
                <a:spcPts val="0"/>
              </a:spcAft>
              <a:buClr>
                <a:srgbClr val="7F7F7F"/>
              </a:buClr>
              <a:buSzPct val="84942"/>
              <a:buNone/>
            </a:pPr>
            <a:r>
              <a:t/>
            </a:r>
            <a:endParaRPr/>
          </a:p>
          <a:p>
            <a:pPr indent="-88900" lvl="0" marL="228600" rtl="0" algn="l">
              <a:lnSpc>
                <a:spcPct val="90000"/>
              </a:lnSpc>
              <a:spcBef>
                <a:spcPts val="660"/>
              </a:spcBef>
              <a:spcAft>
                <a:spcPts val="0"/>
              </a:spcAft>
              <a:buClr>
                <a:srgbClr val="7F7F7F"/>
              </a:buClr>
              <a:buSzPct val="84942"/>
              <a:buNone/>
            </a:pPr>
            <a:r>
              <a:t/>
            </a:r>
            <a:endParaRPr/>
          </a:p>
        </p:txBody>
      </p:sp>
      <p:pic>
        <p:nvPicPr>
          <p:cNvPr descr="Image result for Hierarchical file system" id="568" name="Google Shape;568;p30"/>
          <p:cNvPicPr preferRelativeResize="0"/>
          <p:nvPr/>
        </p:nvPicPr>
        <p:blipFill rotWithShape="1">
          <a:blip r:embed="rId3">
            <a:alphaModFix/>
          </a:blip>
          <a:srcRect b="0" l="0" r="0" t="0"/>
          <a:stretch/>
        </p:blipFill>
        <p:spPr>
          <a:xfrm>
            <a:off x="7399848" y="3157538"/>
            <a:ext cx="4276725" cy="30194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3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Deleting Files</a:t>
            </a:r>
            <a:endParaRPr/>
          </a:p>
        </p:txBody>
      </p:sp>
      <p:sp>
        <p:nvSpPr>
          <p:cNvPr id="574" name="Google Shape;574;p3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900"/>
              </a:spcBef>
              <a:spcAft>
                <a:spcPts val="0"/>
              </a:spcAft>
              <a:buSzPts val="3000"/>
              <a:buNone/>
            </a:pPr>
            <a:r>
              <a:rPr lang="en-US"/>
              <a:t>How does deleting file data work?</a:t>
            </a:r>
            <a:endParaRPr/>
          </a:p>
          <a:p>
            <a:pPr indent="-393700" lvl="1" marL="914400" rtl="0" algn="l">
              <a:lnSpc>
                <a:spcPct val="115000"/>
              </a:lnSpc>
              <a:spcBef>
                <a:spcPts val="780"/>
              </a:spcBef>
              <a:spcAft>
                <a:spcPts val="0"/>
              </a:spcAft>
              <a:buSzPts val="2600"/>
              <a:buChar char="•"/>
            </a:pPr>
            <a:r>
              <a:rPr lang="en-US"/>
              <a:t>The user experience varies from operating system to operating system, but the overall behavior is the same</a:t>
            </a:r>
            <a:endParaRPr/>
          </a:p>
          <a:p>
            <a:pPr indent="-393700" lvl="1" marL="914400" rtl="0" algn="l">
              <a:lnSpc>
                <a:spcPct val="115000"/>
              </a:lnSpc>
              <a:spcBef>
                <a:spcPts val="0"/>
              </a:spcBef>
              <a:spcAft>
                <a:spcPts val="0"/>
              </a:spcAft>
              <a:buSzPts val="2600"/>
              <a:buChar char="•"/>
            </a:pPr>
            <a:r>
              <a:rPr lang="en-US"/>
              <a:t>In all operating systems, it is possible to designate a </a:t>
            </a:r>
            <a:r>
              <a:rPr b="1" lang="en-US"/>
              <a:t>Recycling Bin </a:t>
            </a:r>
            <a:r>
              <a:rPr lang="en-US"/>
              <a:t>directory on the system, where the default </a:t>
            </a:r>
            <a:r>
              <a:rPr b="1" lang="en-US"/>
              <a:t>delete</a:t>
            </a:r>
            <a:r>
              <a:rPr lang="en-US"/>
              <a:t> command simply </a:t>
            </a:r>
            <a:r>
              <a:rPr b="1" lang="en-US"/>
              <a:t>moves </a:t>
            </a:r>
            <a:r>
              <a:rPr lang="en-US"/>
              <a:t>a file to the Recycling Bin directory.  </a:t>
            </a:r>
            <a:endParaRPr/>
          </a:p>
          <a:p>
            <a:pPr indent="-393700" lvl="1" marL="914400" rtl="0" algn="l">
              <a:lnSpc>
                <a:spcPct val="115000"/>
              </a:lnSpc>
              <a:spcBef>
                <a:spcPts val="0"/>
              </a:spcBef>
              <a:spcAft>
                <a:spcPts val="0"/>
              </a:spcAft>
              <a:buSzPts val="2600"/>
              <a:buChar char="•"/>
            </a:pPr>
            <a:r>
              <a:rPr lang="en-US"/>
              <a:t>Recycling Bin directories are no different than other directories -- files can be recovered from the Recycling Bin by simply moving them out</a:t>
            </a:r>
            <a:endParaRPr/>
          </a:p>
          <a:p>
            <a:pPr indent="-393700" lvl="1" marL="914400" rtl="0" algn="l">
              <a:lnSpc>
                <a:spcPct val="115000"/>
              </a:lnSpc>
              <a:spcBef>
                <a:spcPts val="0"/>
              </a:spcBef>
              <a:spcAft>
                <a:spcPts val="0"/>
              </a:spcAft>
              <a:buSzPts val="2600"/>
              <a:buChar char="•"/>
            </a:pPr>
            <a:r>
              <a:rPr lang="en-US"/>
              <a:t>How to delete a file permanently?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32"/>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Deleting Files</a:t>
            </a:r>
            <a:endParaRPr/>
          </a:p>
        </p:txBody>
      </p:sp>
      <p:sp>
        <p:nvSpPr>
          <p:cNvPr id="580" name="Google Shape;580;p3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900"/>
              </a:spcBef>
              <a:spcAft>
                <a:spcPts val="0"/>
              </a:spcAft>
              <a:buSzPts val="3000"/>
              <a:buNone/>
            </a:pPr>
            <a:r>
              <a:rPr lang="en-US"/>
              <a:t>How does deleting file data work?</a:t>
            </a:r>
            <a:endParaRPr/>
          </a:p>
          <a:p>
            <a:pPr indent="-393700" lvl="1" marL="914400" rtl="0" algn="l">
              <a:lnSpc>
                <a:spcPct val="115000"/>
              </a:lnSpc>
              <a:spcBef>
                <a:spcPts val="780"/>
              </a:spcBef>
              <a:spcAft>
                <a:spcPts val="0"/>
              </a:spcAft>
              <a:buSzPts val="2600"/>
              <a:buChar char="•"/>
            </a:pPr>
            <a:r>
              <a:rPr lang="en-US"/>
              <a:t>“Empty the recycle bin” -- yes, but how does that work? Move the file to Recycling Bin 2?</a:t>
            </a:r>
            <a:endParaRPr/>
          </a:p>
          <a:p>
            <a:pPr indent="-393700" lvl="1" marL="914400" rtl="0" algn="l">
              <a:lnSpc>
                <a:spcPct val="115000"/>
              </a:lnSpc>
              <a:spcBef>
                <a:spcPts val="0"/>
              </a:spcBef>
              <a:spcAft>
                <a:spcPts val="0"/>
              </a:spcAft>
              <a:buSzPts val="2600"/>
              <a:buChar char="•"/>
            </a:pPr>
            <a:r>
              <a:rPr lang="en-US"/>
              <a:t>Think about how data is represented in a computer, about the data blocks we were just learning about. What would it mean for that data to be deleted?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3"/>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Deleting Files</a:t>
            </a:r>
            <a:endParaRPr/>
          </a:p>
        </p:txBody>
      </p:sp>
      <p:sp>
        <p:nvSpPr>
          <p:cNvPr id="586" name="Google Shape;586;p3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900"/>
              </a:spcBef>
              <a:spcAft>
                <a:spcPts val="0"/>
              </a:spcAft>
              <a:buSzPts val="3000"/>
              <a:buNone/>
            </a:pPr>
            <a:r>
              <a:rPr lang="en-US"/>
              <a:t>Answer:</a:t>
            </a:r>
            <a:endParaRPr/>
          </a:p>
          <a:p>
            <a:pPr indent="-393700" lvl="1" marL="914400" rtl="0" algn="l">
              <a:lnSpc>
                <a:spcPct val="115000"/>
              </a:lnSpc>
              <a:spcBef>
                <a:spcPts val="780"/>
              </a:spcBef>
              <a:spcAft>
                <a:spcPts val="0"/>
              </a:spcAft>
              <a:buSzPts val="2600"/>
              <a:buChar char="•"/>
            </a:pPr>
            <a:r>
              <a:rPr lang="en-US"/>
              <a:t>Remove the file from its directory file. The operating system will no longer “know” about the file (no way to reference it) and its bits will be considered </a:t>
            </a:r>
            <a:r>
              <a:rPr b="1" lang="en-US"/>
              <a:t>free space</a:t>
            </a:r>
            <a:endParaRPr b="1"/>
          </a:p>
          <a:p>
            <a:pPr indent="-393700" lvl="1" marL="914400" rtl="0" algn="l">
              <a:lnSpc>
                <a:spcPct val="115000"/>
              </a:lnSpc>
              <a:spcBef>
                <a:spcPts val="0"/>
              </a:spcBef>
              <a:spcAft>
                <a:spcPts val="0"/>
              </a:spcAft>
              <a:buSzPts val="2600"/>
              <a:buChar char="•"/>
            </a:pPr>
            <a:r>
              <a:rPr lang="en-US"/>
              <a:t>Does this mean the data is deleted?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34"/>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Deleting Files</a:t>
            </a:r>
            <a:endParaRPr/>
          </a:p>
        </p:txBody>
      </p:sp>
      <p:sp>
        <p:nvSpPr>
          <p:cNvPr id="592" name="Google Shape;592;p3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900"/>
              </a:spcBef>
              <a:spcAft>
                <a:spcPts val="0"/>
              </a:spcAft>
              <a:buSzPts val="3000"/>
              <a:buNone/>
            </a:pPr>
            <a:r>
              <a:rPr lang="en-US"/>
              <a:t>Answer Pt 2:</a:t>
            </a:r>
            <a:endParaRPr/>
          </a:p>
          <a:p>
            <a:pPr indent="-393700" lvl="1" marL="914400" rtl="0" algn="l">
              <a:lnSpc>
                <a:spcPct val="115000"/>
              </a:lnSpc>
              <a:spcBef>
                <a:spcPts val="780"/>
              </a:spcBef>
              <a:spcAft>
                <a:spcPts val="0"/>
              </a:spcAft>
              <a:buSzPts val="2600"/>
              <a:buChar char="•"/>
            </a:pPr>
            <a:r>
              <a:rPr lang="en-US"/>
              <a:t>Data that has been deleted in this manner can still be recovered!</a:t>
            </a:r>
            <a:endParaRPr/>
          </a:p>
          <a:p>
            <a:pPr indent="-355600" lvl="2" marL="1371600" rtl="0" algn="l">
              <a:lnSpc>
                <a:spcPct val="115000"/>
              </a:lnSpc>
              <a:spcBef>
                <a:spcPts val="0"/>
              </a:spcBef>
              <a:spcAft>
                <a:spcPts val="0"/>
              </a:spcAft>
              <a:buSzPts val="2000"/>
              <a:buChar char="•"/>
            </a:pPr>
            <a:r>
              <a:rPr lang="en-US"/>
              <a:t>This can be very difficult: it is an open field of research to optimise various data recovery programs for various applications</a:t>
            </a:r>
            <a:endParaRPr/>
          </a:p>
          <a:p>
            <a:pPr indent="-393700" lvl="1" marL="914400" rtl="0" algn="l">
              <a:lnSpc>
                <a:spcPct val="115000"/>
              </a:lnSpc>
              <a:spcBef>
                <a:spcPts val="0"/>
              </a:spcBef>
              <a:spcAft>
                <a:spcPts val="0"/>
              </a:spcAft>
              <a:buSzPts val="2600"/>
              <a:buChar char="•"/>
            </a:pPr>
            <a:r>
              <a:rPr lang="en-US"/>
              <a:t>In principle: </a:t>
            </a:r>
            <a:endParaRPr/>
          </a:p>
          <a:p>
            <a:pPr indent="-355600" lvl="2" marL="1371600" rtl="0" algn="l">
              <a:lnSpc>
                <a:spcPct val="115000"/>
              </a:lnSpc>
              <a:spcBef>
                <a:spcPts val="0"/>
              </a:spcBef>
              <a:spcAft>
                <a:spcPts val="0"/>
              </a:spcAft>
              <a:buSzPts val="2000"/>
              <a:buChar char="•"/>
            </a:pPr>
            <a:r>
              <a:rPr lang="en-US"/>
              <a:t>view all the bits in free space. Recover this data directly</a:t>
            </a:r>
            <a:endParaRPr/>
          </a:p>
          <a:p>
            <a:pPr indent="-393700" lvl="1" marL="914400" rtl="0" algn="l">
              <a:lnSpc>
                <a:spcPct val="115000"/>
              </a:lnSpc>
              <a:spcBef>
                <a:spcPts val="0"/>
              </a:spcBef>
              <a:spcAft>
                <a:spcPts val="0"/>
              </a:spcAft>
              <a:buSzPts val="2600"/>
              <a:buChar char="•"/>
            </a:pPr>
            <a:r>
              <a:rPr lang="en-US"/>
              <a:t>The problem?</a:t>
            </a:r>
            <a:endParaRPr/>
          </a:p>
          <a:p>
            <a:pPr indent="-355600" lvl="2" marL="1371600" rtl="0" algn="l">
              <a:lnSpc>
                <a:spcPct val="115000"/>
              </a:lnSpc>
              <a:spcBef>
                <a:spcPts val="0"/>
              </a:spcBef>
              <a:spcAft>
                <a:spcPts val="0"/>
              </a:spcAft>
              <a:buSzPts val="2000"/>
              <a:buChar char="•"/>
            </a:pPr>
            <a:r>
              <a:rPr lang="en-US"/>
              <a:t>The longer bits are in “free space”, the more likely they will be overwritten by a new file/block</a:t>
            </a:r>
            <a:endParaRPr/>
          </a:p>
          <a:p>
            <a:pPr indent="-355600" lvl="2" marL="1371600" rtl="0" algn="l">
              <a:lnSpc>
                <a:spcPct val="115000"/>
              </a:lnSpc>
              <a:spcBef>
                <a:spcPts val="0"/>
              </a:spcBef>
              <a:spcAft>
                <a:spcPts val="0"/>
              </a:spcAft>
              <a:buSzPts val="2000"/>
              <a:buChar char="•"/>
            </a:pPr>
            <a:r>
              <a:rPr lang="en-US"/>
              <a:t>Data can eventually become unrecoverable in its original form</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142a554b7e_0_34"/>
          <p:cNvSpPr txBox="1"/>
          <p:nvPr>
            <p:ph type="title"/>
          </p:nvPr>
        </p:nvSpPr>
        <p:spPr>
          <a:xfrm>
            <a:off x="609600" y="1"/>
            <a:ext cx="10744200" cy="12285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Journaling</a:t>
            </a:r>
            <a:endParaRPr/>
          </a:p>
        </p:txBody>
      </p:sp>
      <p:sp>
        <p:nvSpPr>
          <p:cNvPr id="599" name="Google Shape;599;g3142a554b7e_0_3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900"/>
              </a:spcBef>
              <a:spcAft>
                <a:spcPts val="0"/>
              </a:spcAft>
              <a:buNone/>
            </a:pPr>
            <a:r>
              <a:rPr lang="en-US"/>
              <a:t>One last important feature of modern file systems, which covers the following problem:</a:t>
            </a:r>
            <a:endParaRPr/>
          </a:p>
          <a:p>
            <a:pPr indent="0" lvl="0" marL="0" rtl="0" algn="l">
              <a:spcBef>
                <a:spcPts val="900"/>
              </a:spcBef>
              <a:spcAft>
                <a:spcPts val="0"/>
              </a:spcAft>
              <a:buNone/>
            </a:pPr>
            <a:r>
              <a:t/>
            </a:r>
            <a:endParaRPr/>
          </a:p>
          <a:p>
            <a:pPr indent="0" lvl="0" marL="0" rtl="0" algn="l">
              <a:spcBef>
                <a:spcPts val="900"/>
              </a:spcBef>
              <a:spcAft>
                <a:spcPts val="0"/>
              </a:spcAft>
              <a:buNone/>
            </a:pPr>
            <a:r>
              <a:rPr lang="en-US"/>
              <a:t>Have you ever lost power when in the middle of </a:t>
            </a:r>
            <a:r>
              <a:rPr lang="en-US"/>
              <a:t>editing</a:t>
            </a:r>
            <a:r>
              <a:rPr lang="en-US"/>
              <a:t> a file? Was the application you were using able to “recover” your lost work before saving the file?</a:t>
            </a:r>
            <a:endParaRPr/>
          </a:p>
          <a:p>
            <a:pPr indent="0" lvl="0" marL="0" rtl="0" algn="l">
              <a:spcBef>
                <a:spcPts val="900"/>
              </a:spcBef>
              <a:spcAft>
                <a:spcPts val="0"/>
              </a:spcAft>
              <a:buNone/>
            </a:pPr>
            <a:r>
              <a:t/>
            </a:r>
            <a:endParaRPr/>
          </a:p>
          <a:p>
            <a:pPr indent="0" lvl="0" marL="0" rtl="0" algn="l">
              <a:spcBef>
                <a:spcPts val="90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142a554b7e_0_41"/>
          <p:cNvSpPr txBox="1"/>
          <p:nvPr>
            <p:ph type="title"/>
          </p:nvPr>
        </p:nvSpPr>
        <p:spPr>
          <a:xfrm>
            <a:off x="609600" y="1"/>
            <a:ext cx="10744200" cy="12285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Journaling</a:t>
            </a:r>
            <a:endParaRPr/>
          </a:p>
        </p:txBody>
      </p:sp>
      <p:sp>
        <p:nvSpPr>
          <p:cNvPr id="606" name="Google Shape;606;g3142a554b7e_0_4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900"/>
              </a:spcBef>
              <a:spcAft>
                <a:spcPts val="0"/>
              </a:spcAft>
              <a:buNone/>
            </a:pPr>
            <a:r>
              <a:rPr lang="en-US"/>
              <a:t>This would have been possible thanks to a </a:t>
            </a:r>
            <a:r>
              <a:rPr b="1" lang="en-US"/>
              <a:t>Journaling file system</a:t>
            </a:r>
            <a:r>
              <a:rPr lang="en-US"/>
              <a:t>. Journaling file systems dedicate part of the storage to </a:t>
            </a:r>
            <a:r>
              <a:rPr i="1" lang="en-US"/>
              <a:t>keep track of changes to files</a:t>
            </a:r>
            <a:r>
              <a:rPr lang="en-US"/>
              <a:t> in a file known as the </a:t>
            </a:r>
            <a:r>
              <a:rPr b="1" lang="en-US"/>
              <a:t>journal</a:t>
            </a:r>
            <a:r>
              <a:rPr lang="en-US"/>
              <a:t> file. </a:t>
            </a:r>
            <a:endParaRPr/>
          </a:p>
          <a:p>
            <a:pPr indent="0" lvl="0" marL="0" rtl="0" algn="l">
              <a:spcBef>
                <a:spcPts val="900"/>
              </a:spcBef>
              <a:spcAft>
                <a:spcPts val="0"/>
              </a:spcAft>
              <a:buNone/>
            </a:pPr>
            <a:r>
              <a:t/>
            </a:r>
            <a:endParaRPr/>
          </a:p>
          <a:p>
            <a:pPr indent="0" lvl="0" marL="0" rtl="0" algn="l">
              <a:spcBef>
                <a:spcPts val="900"/>
              </a:spcBef>
              <a:spcAft>
                <a:spcPts val="0"/>
              </a:spcAft>
              <a:buNone/>
            </a:pPr>
            <a:r>
              <a:t/>
            </a:r>
            <a:endParaRPr/>
          </a:p>
        </p:txBody>
      </p:sp>
      <p:pic>
        <p:nvPicPr>
          <p:cNvPr id="607" name="Google Shape;607;g3142a554b7e_0_41"/>
          <p:cNvPicPr preferRelativeResize="0"/>
          <p:nvPr/>
        </p:nvPicPr>
        <p:blipFill>
          <a:blip r:embed="rId3">
            <a:alphaModFix/>
          </a:blip>
          <a:stretch>
            <a:fillRect/>
          </a:stretch>
        </p:blipFill>
        <p:spPr>
          <a:xfrm>
            <a:off x="5013525" y="3022677"/>
            <a:ext cx="7033626" cy="3154150"/>
          </a:xfrm>
          <a:prstGeom prst="rect">
            <a:avLst/>
          </a:prstGeom>
          <a:noFill/>
          <a:ln>
            <a:noFill/>
          </a:ln>
        </p:spPr>
      </p:pic>
      <p:sp>
        <p:nvSpPr>
          <p:cNvPr id="608" name="Google Shape;608;g3142a554b7e_0_41"/>
          <p:cNvSpPr txBox="1"/>
          <p:nvPr/>
        </p:nvSpPr>
        <p:spPr>
          <a:xfrm>
            <a:off x="313850" y="3717950"/>
            <a:ext cx="5021700" cy="27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Journaling file systems add extra behind-the-scenes behavior whenever a “write” (or “save”) instruction is given: record changes made in a separate “journal”:</a:t>
            </a:r>
            <a:endParaRPr sz="2800">
              <a:solidFill>
                <a:schemeClr val="dk1"/>
              </a:solidFill>
              <a:latin typeface="Calibri"/>
              <a:ea typeface="Calibri"/>
              <a:cs typeface="Calibri"/>
              <a:sym typeface="Calibri"/>
            </a:endParaRPr>
          </a:p>
        </p:txBody>
      </p:sp>
      <p:sp>
        <p:nvSpPr>
          <p:cNvPr id="609" name="Google Shape;609;g3142a554b7e_0_41"/>
          <p:cNvSpPr txBox="1"/>
          <p:nvPr/>
        </p:nvSpPr>
        <p:spPr>
          <a:xfrm>
            <a:off x="5166500" y="6228775"/>
            <a:ext cx="7073700" cy="6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figure from: </a:t>
            </a:r>
            <a:r>
              <a:rPr lang="en-US" sz="2800" u="sng">
                <a:solidFill>
                  <a:schemeClr val="hlink"/>
                </a:solidFill>
                <a:latin typeface="Calibri"/>
                <a:ea typeface="Calibri"/>
                <a:cs typeface="Calibri"/>
                <a:sym typeface="Calibri"/>
                <a:hlinkClick r:id="rId4"/>
              </a:rPr>
              <a:t>foxutech.com</a:t>
            </a:r>
            <a:endParaRPr sz="2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g3142a554b7e_0_6"/>
          <p:cNvSpPr txBox="1"/>
          <p:nvPr>
            <p:ph type="title"/>
          </p:nvPr>
        </p:nvSpPr>
        <p:spPr>
          <a:xfrm>
            <a:off x="838201" y="2402238"/>
            <a:ext cx="10515600" cy="2187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US"/>
              <a:t>File System Generations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3142a554b7e_0_0"/>
          <p:cNvSpPr txBox="1"/>
          <p:nvPr>
            <p:ph type="title"/>
          </p:nvPr>
        </p:nvSpPr>
        <p:spPr>
          <a:xfrm>
            <a:off x="609600" y="1"/>
            <a:ext cx="10744200" cy="12285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File System: Generations</a:t>
            </a:r>
            <a:endParaRPr/>
          </a:p>
        </p:txBody>
      </p:sp>
      <p:sp>
        <p:nvSpPr>
          <p:cNvPr id="621" name="Google Shape;621;g3142a554b7e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0" lvl="0" marL="0" rtl="0" algn="l">
              <a:spcBef>
                <a:spcPts val="900"/>
              </a:spcBef>
              <a:spcAft>
                <a:spcPts val="0"/>
              </a:spcAft>
              <a:buNone/>
            </a:pPr>
            <a:r>
              <a:rPr lang="en-US"/>
              <a:t>So far we have seen the following categories of file systems:</a:t>
            </a:r>
            <a:endParaRPr/>
          </a:p>
          <a:p>
            <a:pPr indent="-419100" lvl="0" marL="457200" rtl="0" algn="l">
              <a:spcBef>
                <a:spcPts val="900"/>
              </a:spcBef>
              <a:spcAft>
                <a:spcPts val="0"/>
              </a:spcAft>
              <a:buSzPts val="3000"/>
              <a:buChar char="-"/>
            </a:pPr>
            <a:r>
              <a:rPr lang="en-US"/>
              <a:t>“Simple” (one or more files stored in an array on disk)</a:t>
            </a:r>
            <a:endParaRPr/>
          </a:p>
          <a:p>
            <a:pPr indent="-419100" lvl="0" marL="457200" rtl="0" algn="l">
              <a:spcBef>
                <a:spcPts val="0"/>
              </a:spcBef>
              <a:spcAft>
                <a:spcPts val="0"/>
              </a:spcAft>
              <a:buSzPts val="3000"/>
              <a:buChar char="-"/>
            </a:pPr>
            <a:r>
              <a:rPr lang="en-US"/>
              <a:t>“Flat” (direcorites introduced to group files)</a:t>
            </a:r>
            <a:endParaRPr/>
          </a:p>
          <a:p>
            <a:pPr indent="-419100" lvl="0" marL="457200" rtl="0" algn="l">
              <a:spcBef>
                <a:spcPts val="0"/>
              </a:spcBef>
              <a:spcAft>
                <a:spcPts val="0"/>
              </a:spcAft>
              <a:buSzPts val="3000"/>
              <a:buChar char="-"/>
            </a:pPr>
            <a:r>
              <a:rPr lang="en-US"/>
              <a:t>“Block” (data stored in “blocks” and files </a:t>
            </a:r>
            <a:r>
              <a:rPr lang="en-US"/>
              <a:t>split across blocks)</a:t>
            </a:r>
            <a:endParaRPr/>
          </a:p>
          <a:p>
            <a:pPr indent="-419100" lvl="0" marL="457200" rtl="0" algn="l">
              <a:spcBef>
                <a:spcPts val="0"/>
              </a:spcBef>
              <a:spcAft>
                <a:spcPts val="0"/>
              </a:spcAft>
              <a:buSzPts val="3000"/>
              <a:buChar char="-"/>
            </a:pPr>
            <a:r>
              <a:rPr lang="en-US"/>
              <a:t>“Hierarchical” (root directory, can have nested directories)</a:t>
            </a:r>
            <a:endParaRPr/>
          </a:p>
          <a:p>
            <a:pPr indent="0" lvl="0" marL="0" rtl="0" algn="l">
              <a:spcBef>
                <a:spcPts val="900"/>
              </a:spcBef>
              <a:spcAft>
                <a:spcPts val="0"/>
              </a:spcAft>
              <a:buNone/>
            </a:pPr>
            <a:r>
              <a:t/>
            </a:r>
            <a:endParaRPr/>
          </a:p>
          <a:p>
            <a:pPr indent="0" lvl="0" marL="0" rtl="0" algn="l">
              <a:spcBef>
                <a:spcPts val="900"/>
              </a:spcBef>
              <a:spcAft>
                <a:spcPts val="0"/>
              </a:spcAft>
              <a:buNone/>
            </a:pPr>
            <a:r>
              <a:rPr lang="en-US"/>
              <a:t>Where “Block” and “Hierarchical” are categories that are associated with “Modern” file systems.</a:t>
            </a:r>
            <a:endParaRPr/>
          </a:p>
          <a:p>
            <a:pPr indent="0" lvl="0" marL="0" rtl="0" algn="l">
              <a:spcBef>
                <a:spcPts val="900"/>
              </a:spcBef>
              <a:spcAft>
                <a:spcPts val="0"/>
              </a:spcAft>
              <a:buNone/>
            </a:pPr>
            <a:r>
              <a:t/>
            </a:r>
            <a:endParaRPr/>
          </a:p>
          <a:p>
            <a:pPr indent="0" lvl="0" marL="0" rtl="0" algn="l">
              <a:spcBef>
                <a:spcPts val="900"/>
              </a:spcBef>
              <a:spcAft>
                <a:spcPts val="0"/>
              </a:spcAft>
              <a:buNone/>
            </a:pPr>
            <a:r>
              <a:rPr lang="en-US"/>
              <a:t>What are some actual examples? And are there any more important file system categories to know? See next slides!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142a554b7e_0_14"/>
          <p:cNvSpPr txBox="1"/>
          <p:nvPr>
            <p:ph type="title"/>
          </p:nvPr>
        </p:nvSpPr>
        <p:spPr>
          <a:xfrm>
            <a:off x="609600" y="1"/>
            <a:ext cx="10744200" cy="12285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File System: Generations</a:t>
            </a:r>
            <a:endParaRPr/>
          </a:p>
        </p:txBody>
      </p:sp>
      <p:sp>
        <p:nvSpPr>
          <p:cNvPr id="628" name="Google Shape;628;g3142a554b7e_0_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0" lvl="0" marL="0" rtl="0" algn="l">
              <a:spcBef>
                <a:spcPts val="900"/>
              </a:spcBef>
              <a:spcAft>
                <a:spcPts val="0"/>
              </a:spcAft>
              <a:buNone/>
            </a:pPr>
            <a:r>
              <a:rPr lang="en-US"/>
              <a:t>So far we have seen the following categories of file systems:</a:t>
            </a:r>
            <a:endParaRPr/>
          </a:p>
          <a:p>
            <a:pPr indent="-419100" lvl="0" marL="457200" rtl="0" algn="l">
              <a:spcBef>
                <a:spcPts val="900"/>
              </a:spcBef>
              <a:spcAft>
                <a:spcPts val="0"/>
              </a:spcAft>
              <a:buSzPts val="3000"/>
              <a:buChar char="-"/>
            </a:pPr>
            <a:r>
              <a:rPr lang="en-US"/>
              <a:t>“Simple” (one or more files stored in an array on disk)</a:t>
            </a:r>
            <a:endParaRPr/>
          </a:p>
          <a:p>
            <a:pPr indent="-419100" lvl="0" marL="457200" rtl="0" algn="l">
              <a:spcBef>
                <a:spcPts val="0"/>
              </a:spcBef>
              <a:spcAft>
                <a:spcPts val="0"/>
              </a:spcAft>
              <a:buSzPts val="3000"/>
              <a:buChar char="-"/>
            </a:pPr>
            <a:r>
              <a:rPr lang="en-US"/>
              <a:t>“Flat” (direcorites introduced to group files)</a:t>
            </a:r>
            <a:endParaRPr/>
          </a:p>
          <a:p>
            <a:pPr indent="-419100" lvl="0" marL="457200" rtl="0" algn="l">
              <a:spcBef>
                <a:spcPts val="0"/>
              </a:spcBef>
              <a:spcAft>
                <a:spcPts val="0"/>
              </a:spcAft>
              <a:buSzPts val="3000"/>
              <a:buChar char="-"/>
            </a:pPr>
            <a:r>
              <a:rPr lang="en-US"/>
              <a:t>“Block” (data stored in “blocks” and files split across blocks)</a:t>
            </a:r>
            <a:endParaRPr/>
          </a:p>
          <a:p>
            <a:pPr indent="-419100" lvl="0" marL="457200" rtl="0" algn="l">
              <a:spcBef>
                <a:spcPts val="0"/>
              </a:spcBef>
              <a:spcAft>
                <a:spcPts val="0"/>
              </a:spcAft>
              <a:buSzPts val="3000"/>
              <a:buChar char="-"/>
            </a:pPr>
            <a:r>
              <a:rPr lang="en-US"/>
              <a:t>“Hierarchical” (root directory, can have nested directories)</a:t>
            </a:r>
            <a:endParaRPr/>
          </a:p>
          <a:p>
            <a:pPr indent="0" lvl="0" marL="0" rtl="0" algn="l">
              <a:spcBef>
                <a:spcPts val="900"/>
              </a:spcBef>
              <a:spcAft>
                <a:spcPts val="0"/>
              </a:spcAft>
              <a:buNone/>
            </a:pPr>
            <a:r>
              <a:t/>
            </a:r>
            <a:endParaRPr/>
          </a:p>
          <a:p>
            <a:pPr indent="0" lvl="0" marL="0" rtl="0" algn="l">
              <a:spcBef>
                <a:spcPts val="900"/>
              </a:spcBef>
              <a:spcAft>
                <a:spcPts val="0"/>
              </a:spcAft>
              <a:buNone/>
            </a:pPr>
            <a:r>
              <a:rPr lang="en-US"/>
              <a:t>Where “Block” and “Hierarchical” are categories that are associated with “Modern” file systems.</a:t>
            </a:r>
            <a:endParaRPr/>
          </a:p>
          <a:p>
            <a:pPr indent="0" lvl="0" marL="0" rtl="0" algn="l">
              <a:spcBef>
                <a:spcPts val="900"/>
              </a:spcBef>
              <a:spcAft>
                <a:spcPts val="0"/>
              </a:spcAft>
              <a:buNone/>
            </a:pPr>
            <a:r>
              <a:t/>
            </a:r>
            <a:endParaRPr/>
          </a:p>
          <a:p>
            <a:pPr indent="0" lvl="0" marL="0" rtl="0" algn="l">
              <a:spcBef>
                <a:spcPts val="900"/>
              </a:spcBef>
              <a:spcAft>
                <a:spcPts val="0"/>
              </a:spcAft>
              <a:buNone/>
            </a:pPr>
            <a:r>
              <a:rPr lang="en-US"/>
              <a:t>What are some actual examples? And are there any more important file system categories to know? See next slides!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g3142a554b7e_0_20"/>
          <p:cNvSpPr txBox="1"/>
          <p:nvPr>
            <p:ph type="title"/>
          </p:nvPr>
        </p:nvSpPr>
        <p:spPr>
          <a:xfrm>
            <a:off x="609600" y="1"/>
            <a:ext cx="10744200" cy="12285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File System: Generations</a:t>
            </a:r>
            <a:endParaRPr/>
          </a:p>
        </p:txBody>
      </p:sp>
      <p:sp>
        <p:nvSpPr>
          <p:cNvPr id="635" name="Google Shape;635;g3142a554b7e_0_20"/>
          <p:cNvSpPr txBox="1"/>
          <p:nvPr>
            <p:ph idx="1" type="body"/>
          </p:nvPr>
        </p:nvSpPr>
        <p:spPr>
          <a:xfrm>
            <a:off x="838200" y="1444625"/>
            <a:ext cx="10515600" cy="4351200"/>
          </a:xfrm>
          <a:prstGeom prst="rect">
            <a:avLst/>
          </a:prstGeom>
        </p:spPr>
        <p:txBody>
          <a:bodyPr anchorCtr="0" anchor="t" bIns="45700" lIns="91425" spcFirstLastPara="1" rIns="91425" wrap="square" tIns="45700">
            <a:normAutofit/>
          </a:bodyPr>
          <a:lstStyle/>
          <a:p>
            <a:pPr indent="0" lvl="0" marL="0" rtl="0" algn="l">
              <a:spcBef>
                <a:spcPts val="900"/>
              </a:spcBef>
              <a:spcAft>
                <a:spcPts val="0"/>
              </a:spcAft>
              <a:buNone/>
            </a:pPr>
            <a:r>
              <a:rPr lang="en-US"/>
              <a:t>We can see in history several </a:t>
            </a:r>
            <a:r>
              <a:rPr b="1" lang="en-US"/>
              <a:t>generations</a:t>
            </a:r>
            <a:r>
              <a:rPr lang="en-US"/>
              <a:t> of file systems, from the beginning of desktop computers up to today:</a:t>
            </a:r>
            <a:br>
              <a:rPr lang="en-US"/>
            </a:br>
            <a:r>
              <a:rPr lang="en-US" sz="1700"/>
              <a:t>(see </a:t>
            </a:r>
            <a:r>
              <a:rPr lang="en-US" sz="1700" u="sng">
                <a:solidFill>
                  <a:schemeClr val="hlink"/>
                </a:solidFill>
                <a:hlinkClick r:id="rId3"/>
              </a:rPr>
              <a:t>https://arstechnica.com/information-technology/2014/01/bitrot-and-atomic-cows-inside-next-gen-filesystems/</a:t>
            </a:r>
            <a:r>
              <a:rPr lang="en-US" sz="1700"/>
              <a:t>)</a:t>
            </a:r>
            <a:endParaRPr sz="1700"/>
          </a:p>
          <a:p>
            <a:pPr indent="0" lvl="0" marL="0" rtl="0" algn="l">
              <a:spcBef>
                <a:spcPts val="900"/>
              </a:spcBef>
              <a:spcAft>
                <a:spcPts val="0"/>
              </a:spcAft>
              <a:buNone/>
            </a:pPr>
            <a:r>
              <a:t/>
            </a:r>
            <a:endParaRPr/>
          </a:p>
          <a:p>
            <a:pPr indent="0" lvl="0" marL="0" rtl="0" algn="l">
              <a:spcBef>
                <a:spcPts val="900"/>
              </a:spcBef>
              <a:spcAft>
                <a:spcPts val="0"/>
              </a:spcAft>
              <a:buNone/>
            </a:pPr>
            <a:r>
              <a:t/>
            </a:r>
            <a:endParaRPr/>
          </a:p>
        </p:txBody>
      </p:sp>
      <p:graphicFrame>
        <p:nvGraphicFramePr>
          <p:cNvPr id="636" name="Google Shape;636;g3142a554b7e_0_20"/>
          <p:cNvGraphicFramePr/>
          <p:nvPr/>
        </p:nvGraphicFramePr>
        <p:xfrm>
          <a:off x="300600" y="2857500"/>
          <a:ext cx="3000000" cy="3000000"/>
        </p:xfrm>
        <a:graphic>
          <a:graphicData uri="http://schemas.openxmlformats.org/drawingml/2006/table">
            <a:tbl>
              <a:tblPr>
                <a:noFill/>
                <a:tableStyleId>{801B17C0-518A-4D9B-BE22-685E4BBAC150}</a:tableStyleId>
              </a:tblPr>
              <a:tblGrid>
                <a:gridCol w="2933900"/>
                <a:gridCol w="2933900"/>
                <a:gridCol w="2933900"/>
                <a:gridCol w="2933900"/>
              </a:tblGrid>
              <a:tr h="381000">
                <a:tc>
                  <a:txBody>
                    <a:bodyPr/>
                    <a:lstStyle/>
                    <a:p>
                      <a:pPr indent="0" lvl="0" marL="0" rtl="0" algn="l">
                        <a:spcBef>
                          <a:spcPts val="0"/>
                        </a:spcBef>
                        <a:spcAft>
                          <a:spcPts val="0"/>
                        </a:spcAft>
                        <a:buNone/>
                      </a:pPr>
                      <a:r>
                        <a:rPr b="1" lang="en-US"/>
                        <a:t>Generation</a:t>
                      </a:r>
                      <a:endParaRPr b="1"/>
                    </a:p>
                  </a:txBody>
                  <a:tcPr marT="91425" marB="91425" marR="91425" marL="91425"/>
                </a:tc>
                <a:tc>
                  <a:txBody>
                    <a:bodyPr/>
                    <a:lstStyle/>
                    <a:p>
                      <a:pPr indent="0" lvl="0" marL="0" rtl="0" algn="l">
                        <a:spcBef>
                          <a:spcPts val="0"/>
                        </a:spcBef>
                        <a:spcAft>
                          <a:spcPts val="0"/>
                        </a:spcAft>
                        <a:buNone/>
                      </a:pPr>
                      <a:r>
                        <a:rPr b="1" lang="en-US"/>
                        <a:t>Characteristics</a:t>
                      </a:r>
                      <a:endParaRPr b="1"/>
                    </a:p>
                  </a:txBody>
                  <a:tcPr marT="91425" marB="91425" marR="91425" marL="91425"/>
                </a:tc>
                <a:tc>
                  <a:txBody>
                    <a:bodyPr/>
                    <a:lstStyle/>
                    <a:p>
                      <a:pPr indent="0" lvl="0" marL="0" rtl="0" algn="l">
                        <a:spcBef>
                          <a:spcPts val="0"/>
                        </a:spcBef>
                        <a:spcAft>
                          <a:spcPts val="0"/>
                        </a:spcAft>
                        <a:buNone/>
                      </a:pPr>
                      <a:r>
                        <a:rPr b="1" lang="en-US"/>
                        <a:t>Categories</a:t>
                      </a:r>
                      <a:endParaRPr b="1"/>
                    </a:p>
                  </a:txBody>
                  <a:tcPr marT="91425" marB="91425" marR="91425" marL="91425"/>
                </a:tc>
                <a:tc>
                  <a:txBody>
                    <a:bodyPr/>
                    <a:lstStyle/>
                    <a:p>
                      <a:pPr indent="0" lvl="0" marL="0" rtl="0" algn="l">
                        <a:spcBef>
                          <a:spcPts val="0"/>
                        </a:spcBef>
                        <a:spcAft>
                          <a:spcPts val="0"/>
                        </a:spcAft>
                        <a:buNone/>
                      </a:pPr>
                      <a:r>
                        <a:rPr b="1" lang="en-US"/>
                        <a:t>Examples</a:t>
                      </a:r>
                      <a:endParaRPr b="1"/>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US">
                          <a:solidFill>
                            <a:schemeClr val="dk1"/>
                          </a:solidFill>
                        </a:rPr>
                        <a:t>Generation 0</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No filesystem at all, just an array of bits. The simplest possible storage</a:t>
                      </a:r>
                      <a:endParaRPr/>
                    </a:p>
                  </a:txBody>
                  <a:tcPr marT="91425" marB="91425" marR="91425" marL="91425"/>
                </a:tc>
                <a:tc>
                  <a:txBody>
                    <a:bodyPr/>
                    <a:lstStyle/>
                    <a:p>
                      <a:pPr indent="0" lvl="0" marL="0" rtl="0" algn="l">
                        <a:spcBef>
                          <a:spcPts val="0"/>
                        </a:spcBef>
                        <a:spcAft>
                          <a:spcPts val="0"/>
                        </a:spcAft>
                        <a:buNone/>
                      </a:pPr>
                      <a:r>
                        <a:rPr lang="en-US"/>
                        <a:t>Simple</a:t>
                      </a:r>
                      <a:endParaRPr/>
                    </a:p>
                  </a:txBody>
                  <a:tcPr marT="91425" marB="91425" marR="91425" marL="91425"/>
                </a:tc>
                <a:tc>
                  <a:txBody>
                    <a:bodyPr/>
                    <a:lstStyle/>
                    <a:p>
                      <a:pPr indent="0" lvl="0" marL="0" rtl="0" algn="l">
                        <a:spcBef>
                          <a:spcPts val="0"/>
                        </a:spcBef>
                        <a:spcAft>
                          <a:spcPts val="0"/>
                        </a:spcAft>
                        <a:buNone/>
                      </a:pPr>
                      <a:r>
                        <a:rPr lang="en-US"/>
                        <a:t>Punchcards, cassette tapes, Atari ROM carts</a:t>
                      </a:r>
                      <a:endParaRPr/>
                    </a:p>
                  </a:txBody>
                  <a:tcPr marT="91425" marB="91425" marR="91425" marL="91425"/>
                </a:tc>
              </a:tr>
              <a:tr h="381000">
                <a:tc>
                  <a:txBody>
                    <a:bodyPr/>
                    <a:lstStyle/>
                    <a:p>
                      <a:pPr indent="0" lvl="0" marL="0" rtl="0" algn="l">
                        <a:spcBef>
                          <a:spcPts val="0"/>
                        </a:spcBef>
                        <a:spcAft>
                          <a:spcPts val="0"/>
                        </a:spcAft>
                        <a:buNone/>
                      </a:pPr>
                      <a:r>
                        <a:rPr lang="en-US"/>
                        <a:t>Generation 1</a:t>
                      </a:r>
                      <a:endParaRPr/>
                    </a:p>
                  </a:txBody>
                  <a:tcPr marT="91425" marB="91425" marR="91425" marL="91425"/>
                </a:tc>
                <a:tc>
                  <a:txBody>
                    <a:bodyPr/>
                    <a:lstStyle/>
                    <a:p>
                      <a:pPr indent="0" lvl="0" marL="0" rtl="0" algn="l">
                        <a:spcBef>
                          <a:spcPts val="0"/>
                        </a:spcBef>
                        <a:spcAft>
                          <a:spcPts val="0"/>
                        </a:spcAft>
                        <a:buNone/>
                      </a:pPr>
                      <a:r>
                        <a:rPr lang="en-US"/>
                        <a:t>Random access (does not need to be read in sequence, but can “jump” addresses). Named files on device.</a:t>
                      </a:r>
                      <a:endParaRPr/>
                    </a:p>
                  </a:txBody>
                  <a:tcPr marT="91425" marB="91425" marR="91425" marL="91425"/>
                </a:tc>
                <a:tc>
                  <a:txBody>
                    <a:bodyPr/>
                    <a:lstStyle/>
                    <a:p>
                      <a:pPr indent="0" lvl="0" marL="0" rtl="0" algn="l">
                        <a:spcBef>
                          <a:spcPts val="0"/>
                        </a:spcBef>
                        <a:spcAft>
                          <a:spcPts val="0"/>
                        </a:spcAft>
                        <a:buNone/>
                      </a:pPr>
                      <a:r>
                        <a:rPr lang="en-US"/>
                        <a:t>Simple</a:t>
                      </a:r>
                      <a:endParaRPr/>
                    </a:p>
                  </a:txBody>
                  <a:tcPr marT="91425" marB="91425" marR="91425" marL="91425"/>
                </a:tc>
                <a:tc>
                  <a:txBody>
                    <a:bodyPr/>
                    <a:lstStyle/>
                    <a:p>
                      <a:pPr indent="0" lvl="0" marL="0" rtl="0" algn="l">
                        <a:spcBef>
                          <a:spcPts val="0"/>
                        </a:spcBef>
                        <a:spcAft>
                          <a:spcPts val="0"/>
                        </a:spcAft>
                        <a:buNone/>
                      </a:pPr>
                      <a:r>
                        <a:rPr lang="en-US"/>
                        <a:t>Early Apple, DOS (the precursor to Windows)</a:t>
                      </a:r>
                      <a:endParaRPr/>
                    </a:p>
                  </a:txBody>
                  <a:tcPr marT="91425" marB="91425" marR="91425" marL="91425"/>
                </a:tc>
              </a:tr>
              <a:tr h="381000">
                <a:tc>
                  <a:txBody>
                    <a:bodyPr/>
                    <a:lstStyle/>
                    <a:p>
                      <a:pPr indent="0" lvl="0" marL="0" rtl="0" algn="l">
                        <a:spcBef>
                          <a:spcPts val="0"/>
                        </a:spcBef>
                        <a:spcAft>
                          <a:spcPts val="0"/>
                        </a:spcAft>
                        <a:buNone/>
                      </a:pPr>
                      <a:r>
                        <a:rPr lang="en-US"/>
                        <a:t>Generation 2</a:t>
                      </a:r>
                      <a:endParaRPr/>
                    </a:p>
                  </a:txBody>
                  <a:tcPr marT="91425" marB="91425" marR="91425" marL="91425"/>
                </a:tc>
                <a:tc>
                  <a:txBody>
                    <a:bodyPr/>
                    <a:lstStyle/>
                    <a:p>
                      <a:pPr indent="0" lvl="0" marL="0" rtl="0" algn="l">
                        <a:spcBef>
                          <a:spcPts val="0"/>
                        </a:spcBef>
                        <a:spcAft>
                          <a:spcPts val="0"/>
                        </a:spcAft>
                        <a:buNone/>
                      </a:pPr>
                      <a:r>
                        <a:rPr lang="en-US"/>
                        <a:t>Folders/directories introduced.</a:t>
                      </a:r>
                      <a:endParaRPr/>
                    </a:p>
                  </a:txBody>
                  <a:tcPr marT="91425" marB="91425" marR="91425" marL="91425"/>
                </a:tc>
                <a:tc>
                  <a:txBody>
                    <a:bodyPr/>
                    <a:lstStyle/>
                    <a:p>
                      <a:pPr indent="0" lvl="0" marL="0" rtl="0" algn="l">
                        <a:spcBef>
                          <a:spcPts val="0"/>
                        </a:spcBef>
                        <a:spcAft>
                          <a:spcPts val="0"/>
                        </a:spcAft>
                        <a:buNone/>
                      </a:pPr>
                      <a:r>
                        <a:rPr lang="en-US"/>
                        <a:t>Flat</a:t>
                      </a:r>
                      <a:endParaRPr/>
                    </a:p>
                  </a:txBody>
                  <a:tcPr marT="91425" marB="91425" marR="91425" marL="91425"/>
                </a:tc>
                <a:tc>
                  <a:txBody>
                    <a:bodyPr/>
                    <a:lstStyle/>
                    <a:p>
                      <a:pPr indent="-317500" lvl="0" marL="457200" rtl="0" algn="l">
                        <a:spcBef>
                          <a:spcPts val="0"/>
                        </a:spcBef>
                        <a:spcAft>
                          <a:spcPts val="0"/>
                        </a:spcAft>
                        <a:buSzPts val="1400"/>
                        <a:buChar char="-"/>
                      </a:pPr>
                      <a:r>
                        <a:rPr lang="en-US" u="sng">
                          <a:solidFill>
                            <a:schemeClr val="hlink"/>
                          </a:solidFill>
                          <a:hlinkClick r:id="rId4"/>
                        </a:rPr>
                        <a:t>FAT32</a:t>
                      </a:r>
                      <a:r>
                        <a:rPr lang="en-US"/>
                        <a:t> (File Allocation Table, 32 bit, used on DOS machines like Windows 3.1)</a:t>
                      </a:r>
                      <a:endParaRPr/>
                    </a:p>
                  </a:txBody>
                  <a:tcPr marT="91425" marB="91425" marR="91425" marL="91425"/>
                </a:tc>
              </a:tr>
              <a:tr h="381000">
                <a:tc>
                  <a:txBody>
                    <a:bodyPr/>
                    <a:lstStyle/>
                    <a:p>
                      <a:pPr indent="0" lvl="0" marL="0" rtl="0" algn="l">
                        <a:spcBef>
                          <a:spcPts val="0"/>
                        </a:spcBef>
                        <a:spcAft>
                          <a:spcPts val="0"/>
                        </a:spcAft>
                        <a:buNone/>
                      </a:pPr>
                      <a:r>
                        <a:rPr lang="en-US"/>
                        <a:t>Generation 3</a:t>
                      </a:r>
                      <a:endParaRPr/>
                    </a:p>
                  </a:txBody>
                  <a:tcPr marT="91425" marB="91425" marR="91425" marL="91425"/>
                </a:tc>
                <a:tc>
                  <a:txBody>
                    <a:bodyPr/>
                    <a:lstStyle/>
                    <a:p>
                      <a:pPr indent="0" lvl="0" marL="0" rtl="0" algn="l">
                        <a:spcBef>
                          <a:spcPts val="0"/>
                        </a:spcBef>
                        <a:spcAft>
                          <a:spcPts val="0"/>
                        </a:spcAft>
                        <a:buNone/>
                      </a:pPr>
                      <a:r>
                        <a:rPr lang="en-US"/>
                        <a:t>Metadata included in file formats: ownership, permissions, modified date, etc. Ability to compress files</a:t>
                      </a:r>
                      <a:endParaRPr/>
                    </a:p>
                  </a:txBody>
                  <a:tcPr marT="91425" marB="91425" marR="91425" marL="91425"/>
                </a:tc>
                <a:tc>
                  <a:txBody>
                    <a:bodyPr/>
                    <a:lstStyle/>
                    <a:p>
                      <a:pPr indent="0" lvl="0" marL="0" rtl="0" algn="l">
                        <a:spcBef>
                          <a:spcPts val="0"/>
                        </a:spcBef>
                        <a:spcAft>
                          <a:spcPts val="0"/>
                        </a:spcAft>
                        <a:buNone/>
                      </a:pPr>
                      <a:r>
                        <a:rPr lang="en-US"/>
                        <a:t>Block, Hierarchical</a:t>
                      </a:r>
                      <a:endParaRPr/>
                    </a:p>
                  </a:txBody>
                  <a:tcPr marT="91425" marB="91425" marR="91425" marL="91425"/>
                </a:tc>
                <a:tc>
                  <a:txBody>
                    <a:bodyPr/>
                    <a:lstStyle/>
                    <a:p>
                      <a:pPr indent="-317500" lvl="0" marL="457200" rtl="0" algn="l">
                        <a:spcBef>
                          <a:spcPts val="0"/>
                        </a:spcBef>
                        <a:spcAft>
                          <a:spcPts val="0"/>
                        </a:spcAft>
                        <a:buSzPts val="1400"/>
                        <a:buChar char="-"/>
                      </a:pPr>
                      <a:r>
                        <a:rPr lang="en-US"/>
                        <a:t>early </a:t>
                      </a:r>
                      <a:r>
                        <a:rPr lang="en-US" u="sng">
                          <a:solidFill>
                            <a:schemeClr val="hlink"/>
                          </a:solidFill>
                          <a:hlinkClick r:id="rId5"/>
                        </a:rPr>
                        <a:t>NTFS</a:t>
                      </a:r>
                      <a:r>
                        <a:rPr lang="en-US"/>
                        <a:t> (NT File System)</a:t>
                      </a:r>
                      <a:endParaRPr/>
                    </a:p>
                    <a:p>
                      <a:pPr indent="-317500" lvl="0" marL="457200" rtl="0" algn="l">
                        <a:spcBef>
                          <a:spcPts val="0"/>
                        </a:spcBef>
                        <a:spcAft>
                          <a:spcPts val="0"/>
                        </a:spcAft>
                        <a:buSzPts val="1400"/>
                        <a:buChar char="-"/>
                      </a:pPr>
                      <a:r>
                        <a:rPr lang="en-US" u="sng">
                          <a:solidFill>
                            <a:schemeClr val="hlink"/>
                          </a:solidFill>
                          <a:hlinkClick r:id="rId6"/>
                        </a:rPr>
                        <a:t>ext2</a:t>
                      </a:r>
                      <a:r>
                        <a:rPr lang="en-US"/>
                        <a:t> (older UNIX file system)</a:t>
                      </a:r>
                      <a:endParaRPr/>
                    </a:p>
                  </a:txBody>
                  <a:tcPr marT="91425" marB="91425" marR="91425" marL="91425"/>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142a554b7e_0_27"/>
          <p:cNvSpPr txBox="1"/>
          <p:nvPr>
            <p:ph type="title"/>
          </p:nvPr>
        </p:nvSpPr>
        <p:spPr>
          <a:xfrm>
            <a:off x="609600" y="1"/>
            <a:ext cx="10744200" cy="12285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File System: Generations</a:t>
            </a:r>
            <a:endParaRPr/>
          </a:p>
        </p:txBody>
      </p:sp>
      <p:sp>
        <p:nvSpPr>
          <p:cNvPr id="643" name="Google Shape;643;g3142a554b7e_0_2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900"/>
              </a:spcBef>
              <a:spcAft>
                <a:spcPts val="0"/>
              </a:spcAft>
              <a:buNone/>
            </a:pPr>
            <a:r>
              <a:rPr lang="en-US"/>
              <a:t>Generations 0-3 are no longer common, having been superseded by </a:t>
            </a:r>
            <a:r>
              <a:rPr b="1" lang="en-US"/>
              <a:t>Generation 4 </a:t>
            </a:r>
            <a:r>
              <a:rPr lang="en-US"/>
              <a:t>(the current most common) and </a:t>
            </a:r>
            <a:r>
              <a:rPr b="1" lang="en-US"/>
              <a:t>Generation 5</a:t>
            </a:r>
            <a:r>
              <a:rPr lang="en-US"/>
              <a:t> (still being adopted in various use-cases)</a:t>
            </a:r>
            <a:br>
              <a:rPr lang="en-US"/>
            </a:br>
            <a:r>
              <a:rPr lang="en-US" sz="1700"/>
              <a:t>(see </a:t>
            </a:r>
            <a:r>
              <a:rPr lang="en-US" sz="1700" u="sng">
                <a:solidFill>
                  <a:schemeClr val="hlink"/>
                </a:solidFill>
                <a:hlinkClick r:id="rId3"/>
              </a:rPr>
              <a:t>https://arstechnica.com/information-technology/2014/01/bitrot-and-atomic-cows-inside-next-gen-filesystems/</a:t>
            </a:r>
            <a:r>
              <a:rPr lang="en-US" sz="1700"/>
              <a:t>)</a:t>
            </a:r>
            <a:endParaRPr/>
          </a:p>
          <a:p>
            <a:pPr indent="0" lvl="0" marL="0" rtl="0" algn="l">
              <a:spcBef>
                <a:spcPts val="900"/>
              </a:spcBef>
              <a:spcAft>
                <a:spcPts val="0"/>
              </a:spcAft>
              <a:buNone/>
            </a:pPr>
            <a:r>
              <a:t/>
            </a:r>
            <a:endParaRPr/>
          </a:p>
          <a:p>
            <a:pPr indent="0" lvl="0" marL="0" rtl="0" algn="l">
              <a:spcBef>
                <a:spcPts val="900"/>
              </a:spcBef>
              <a:spcAft>
                <a:spcPts val="0"/>
              </a:spcAft>
              <a:buNone/>
            </a:pPr>
            <a:r>
              <a:t/>
            </a:r>
            <a:endParaRPr/>
          </a:p>
        </p:txBody>
      </p:sp>
      <p:graphicFrame>
        <p:nvGraphicFramePr>
          <p:cNvPr id="644" name="Google Shape;644;g3142a554b7e_0_27"/>
          <p:cNvGraphicFramePr/>
          <p:nvPr/>
        </p:nvGraphicFramePr>
        <p:xfrm>
          <a:off x="300600" y="3848100"/>
          <a:ext cx="3000000" cy="3000000"/>
        </p:xfrm>
        <a:graphic>
          <a:graphicData uri="http://schemas.openxmlformats.org/drawingml/2006/table">
            <a:tbl>
              <a:tblPr>
                <a:noFill/>
                <a:tableStyleId>{801B17C0-518A-4D9B-BE22-685E4BBAC150}</a:tableStyleId>
              </a:tblPr>
              <a:tblGrid>
                <a:gridCol w="2933900"/>
                <a:gridCol w="2933900"/>
                <a:gridCol w="2933900"/>
                <a:gridCol w="2933900"/>
              </a:tblGrid>
              <a:tr h="381000">
                <a:tc>
                  <a:txBody>
                    <a:bodyPr/>
                    <a:lstStyle/>
                    <a:p>
                      <a:pPr indent="0" lvl="0" marL="0" rtl="0" algn="l">
                        <a:spcBef>
                          <a:spcPts val="0"/>
                        </a:spcBef>
                        <a:spcAft>
                          <a:spcPts val="0"/>
                        </a:spcAft>
                        <a:buNone/>
                      </a:pPr>
                      <a:r>
                        <a:rPr b="1" lang="en-US"/>
                        <a:t>Generation</a:t>
                      </a:r>
                      <a:endParaRPr b="1"/>
                    </a:p>
                  </a:txBody>
                  <a:tcPr marT="91425" marB="91425" marR="91425" marL="91425"/>
                </a:tc>
                <a:tc>
                  <a:txBody>
                    <a:bodyPr/>
                    <a:lstStyle/>
                    <a:p>
                      <a:pPr indent="0" lvl="0" marL="0" rtl="0" algn="l">
                        <a:spcBef>
                          <a:spcPts val="0"/>
                        </a:spcBef>
                        <a:spcAft>
                          <a:spcPts val="0"/>
                        </a:spcAft>
                        <a:buNone/>
                      </a:pPr>
                      <a:r>
                        <a:rPr b="1" lang="en-US"/>
                        <a:t>Characteristics</a:t>
                      </a:r>
                      <a:endParaRPr b="1"/>
                    </a:p>
                  </a:txBody>
                  <a:tcPr marT="91425" marB="91425" marR="91425" marL="91425"/>
                </a:tc>
                <a:tc>
                  <a:txBody>
                    <a:bodyPr/>
                    <a:lstStyle/>
                    <a:p>
                      <a:pPr indent="0" lvl="0" marL="0" rtl="0" algn="l">
                        <a:spcBef>
                          <a:spcPts val="0"/>
                        </a:spcBef>
                        <a:spcAft>
                          <a:spcPts val="0"/>
                        </a:spcAft>
                        <a:buNone/>
                      </a:pPr>
                      <a:r>
                        <a:rPr b="1" lang="en-US"/>
                        <a:t>Categories</a:t>
                      </a:r>
                      <a:endParaRPr b="1"/>
                    </a:p>
                  </a:txBody>
                  <a:tcPr marT="91425" marB="91425" marR="91425" marL="91425"/>
                </a:tc>
                <a:tc>
                  <a:txBody>
                    <a:bodyPr/>
                    <a:lstStyle/>
                    <a:p>
                      <a:pPr indent="0" lvl="0" marL="0" rtl="0" algn="l">
                        <a:spcBef>
                          <a:spcPts val="0"/>
                        </a:spcBef>
                        <a:spcAft>
                          <a:spcPts val="0"/>
                        </a:spcAft>
                        <a:buNone/>
                      </a:pPr>
                      <a:r>
                        <a:rPr b="1" lang="en-US"/>
                        <a:t>Examples</a:t>
                      </a:r>
                      <a:endParaRPr b="1"/>
                    </a:p>
                  </a:txBody>
                  <a:tcPr marT="91425" marB="91425" marR="91425" marL="91425"/>
                </a:tc>
              </a:tr>
              <a:tr h="381000">
                <a:tc>
                  <a:txBody>
                    <a:bodyPr/>
                    <a:lstStyle/>
                    <a:p>
                      <a:pPr indent="0" lvl="0" marL="0" rtl="0" algn="l">
                        <a:spcBef>
                          <a:spcPts val="0"/>
                        </a:spcBef>
                        <a:spcAft>
                          <a:spcPts val="0"/>
                        </a:spcAft>
                        <a:buNone/>
                      </a:pPr>
                      <a:r>
                        <a:rPr lang="en-US">
                          <a:solidFill>
                            <a:schemeClr val="dk1"/>
                          </a:solidFill>
                        </a:rPr>
                        <a:t>Generation 4 (modern)</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Hierarchical</a:t>
                      </a:r>
                      <a:r>
                        <a:rPr lang="en-US"/>
                        <a:t> and block storage kept from previous generation. Introduces </a:t>
                      </a:r>
                      <a:r>
                        <a:rPr lang="en-US"/>
                        <a:t>Journaling</a:t>
                      </a:r>
                      <a:r>
                        <a:rPr lang="en-US"/>
                        <a:t>.</a:t>
                      </a:r>
                      <a:endParaRPr/>
                    </a:p>
                  </a:txBody>
                  <a:tcPr marT="91425" marB="91425" marR="91425" marL="91425"/>
                </a:tc>
                <a:tc>
                  <a:txBody>
                    <a:bodyPr/>
                    <a:lstStyle/>
                    <a:p>
                      <a:pPr indent="0" lvl="0" marL="0" rtl="0" algn="l">
                        <a:spcBef>
                          <a:spcPts val="0"/>
                        </a:spcBef>
                        <a:spcAft>
                          <a:spcPts val="0"/>
                        </a:spcAft>
                        <a:buNone/>
                      </a:pPr>
                      <a:r>
                        <a:rPr lang="en-US"/>
                        <a:t>Block, Hierarchical, Journaling</a:t>
                      </a:r>
                      <a:endParaRPr/>
                    </a:p>
                  </a:txBody>
                  <a:tcPr marT="91425" marB="91425" marR="91425" marL="91425"/>
                </a:tc>
                <a:tc>
                  <a:txBody>
                    <a:bodyPr/>
                    <a:lstStyle/>
                    <a:p>
                      <a:pPr indent="-317500" lvl="0" marL="457200" rtl="0" algn="l">
                        <a:spcBef>
                          <a:spcPts val="0"/>
                        </a:spcBef>
                        <a:spcAft>
                          <a:spcPts val="0"/>
                        </a:spcAft>
                        <a:buSzPts val="1400"/>
                        <a:buChar char="-"/>
                      </a:pPr>
                      <a:r>
                        <a:rPr lang="en-US"/>
                        <a:t>modern </a:t>
                      </a:r>
                      <a:r>
                        <a:rPr lang="en-US" u="sng">
                          <a:solidFill>
                            <a:schemeClr val="hlink"/>
                          </a:solidFill>
                          <a:hlinkClick r:id="rId4"/>
                        </a:rPr>
                        <a:t>NTFS</a:t>
                      </a:r>
                      <a:r>
                        <a:rPr lang="en-US">
                          <a:solidFill>
                            <a:schemeClr val="dk1"/>
                          </a:solidFill>
                        </a:rPr>
                        <a:t> (</a:t>
                      </a:r>
                      <a:r>
                        <a:rPr b="1" lang="en-US">
                          <a:solidFill>
                            <a:schemeClr val="dk1"/>
                          </a:solidFill>
                        </a:rPr>
                        <a:t>Windows</a:t>
                      </a:r>
                      <a:r>
                        <a:rPr lang="en-US">
                          <a:solidFill>
                            <a:schemeClr val="dk1"/>
                          </a:solidFill>
                        </a:rPr>
                        <a:t>)</a:t>
                      </a:r>
                      <a:endParaRPr>
                        <a:solidFill>
                          <a:schemeClr val="dk1"/>
                        </a:solidFill>
                      </a:endParaRPr>
                    </a:p>
                    <a:p>
                      <a:pPr indent="-317500" lvl="0" marL="457200" rtl="0" algn="l">
                        <a:spcBef>
                          <a:spcPts val="0"/>
                        </a:spcBef>
                        <a:spcAft>
                          <a:spcPts val="0"/>
                        </a:spcAft>
                        <a:buSzPts val="1400"/>
                        <a:buChar char="-"/>
                      </a:pPr>
                      <a:r>
                        <a:rPr lang="en-US" u="sng">
                          <a:solidFill>
                            <a:schemeClr val="hlink"/>
                          </a:solidFill>
                          <a:hlinkClick r:id="rId5"/>
                        </a:rPr>
                        <a:t>ext4</a:t>
                      </a:r>
                      <a:r>
                        <a:rPr lang="en-US"/>
                        <a:t> (</a:t>
                      </a:r>
                      <a:r>
                        <a:rPr b="1" lang="en-US"/>
                        <a:t>UNIX</a:t>
                      </a:r>
                      <a:r>
                        <a:rPr lang="en-US"/>
                        <a:t>: Mac and Linux)</a:t>
                      </a:r>
                      <a:endParaRPr/>
                    </a:p>
                  </a:txBody>
                  <a:tcPr marT="91425" marB="91425" marR="91425" marL="91425"/>
                </a:tc>
              </a:tr>
              <a:tr h="1322050">
                <a:tc>
                  <a:txBody>
                    <a:bodyPr/>
                    <a:lstStyle/>
                    <a:p>
                      <a:pPr indent="0" lvl="0" marL="0" rtl="0" algn="l">
                        <a:spcBef>
                          <a:spcPts val="0"/>
                        </a:spcBef>
                        <a:spcAft>
                          <a:spcPts val="0"/>
                        </a:spcAft>
                        <a:buNone/>
                      </a:pPr>
                      <a:r>
                        <a:rPr lang="en-US"/>
                        <a:t>Generation 5 (next generation)</a:t>
                      </a:r>
                      <a:endParaRPr/>
                    </a:p>
                  </a:txBody>
                  <a:tcPr marT="91425" marB="91425" marR="91425" marL="91425"/>
                </a:tc>
                <a:tc>
                  <a:txBody>
                    <a:bodyPr/>
                    <a:lstStyle/>
                    <a:p>
                      <a:pPr indent="0" lvl="0" marL="0" rtl="0" algn="l">
                        <a:spcBef>
                          <a:spcPts val="0"/>
                        </a:spcBef>
                        <a:spcAft>
                          <a:spcPts val="0"/>
                        </a:spcAft>
                        <a:buNone/>
                      </a:pPr>
                      <a:r>
                        <a:rPr lang="en-US"/>
                        <a:t>A wide set of features for, data storage that is resistant to accidental losses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solidFill>
                            <a:schemeClr val="dk1"/>
                          </a:solidFill>
                        </a:rPr>
                        <a:t>Block, Hierarchical, Journaling. Introduces </a:t>
                      </a:r>
                      <a:r>
                        <a:rPr b="1" lang="en-US">
                          <a:solidFill>
                            <a:schemeClr val="dk1"/>
                          </a:solidFill>
                        </a:rPr>
                        <a:t>Copy on write</a:t>
                      </a:r>
                      <a:r>
                        <a:rPr lang="en-US">
                          <a:solidFill>
                            <a:schemeClr val="dk1"/>
                          </a:solidFill>
                        </a:rPr>
                        <a:t>, </a:t>
                      </a:r>
                      <a:r>
                        <a:rPr b="1" lang="en-US">
                          <a:solidFill>
                            <a:schemeClr val="dk1"/>
                          </a:solidFill>
                        </a:rPr>
                        <a:t>Volume management, Block-checksumming, snapshots, replication, scalability</a:t>
                      </a:r>
                      <a:endParaRPr/>
                    </a:p>
                  </a:txBody>
                  <a:tcPr marT="91425" marB="91425" marR="91425" marL="91425"/>
                </a:tc>
                <a:tc>
                  <a:txBody>
                    <a:bodyPr/>
                    <a:lstStyle/>
                    <a:p>
                      <a:pPr indent="-317500" lvl="0" marL="457200" rtl="0" algn="l">
                        <a:spcBef>
                          <a:spcPts val="0"/>
                        </a:spcBef>
                        <a:spcAft>
                          <a:spcPts val="0"/>
                        </a:spcAft>
                        <a:buSzPts val="1400"/>
                        <a:buChar char="-"/>
                      </a:pPr>
                      <a:r>
                        <a:rPr lang="en-US" u="sng">
                          <a:solidFill>
                            <a:schemeClr val="hlink"/>
                          </a:solidFill>
                          <a:hlinkClick r:id="rId6"/>
                        </a:rPr>
                        <a:t>zfs</a:t>
                      </a:r>
                      <a:endParaRPr/>
                    </a:p>
                    <a:p>
                      <a:pPr indent="-317500" lvl="0" marL="457200" rtl="0" algn="l">
                        <a:spcBef>
                          <a:spcPts val="0"/>
                        </a:spcBef>
                        <a:spcAft>
                          <a:spcPts val="0"/>
                        </a:spcAft>
                        <a:buSzPts val="1400"/>
                        <a:buChar char="-"/>
                      </a:pPr>
                      <a:r>
                        <a:rPr lang="en-US" u="sng">
                          <a:solidFill>
                            <a:schemeClr val="hlink"/>
                          </a:solidFill>
                          <a:hlinkClick r:id="rId7"/>
                        </a:rPr>
                        <a:t>btrfs</a:t>
                      </a:r>
                      <a:endParaRPr/>
                    </a:p>
                  </a:txBody>
                  <a:tcPr marT="91425" marB="91425" marR="91425" marL="91425"/>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g3142a554b7e_0_50"/>
          <p:cNvSpPr txBox="1"/>
          <p:nvPr>
            <p:ph type="title"/>
          </p:nvPr>
        </p:nvSpPr>
        <p:spPr>
          <a:xfrm>
            <a:off x="609600" y="1"/>
            <a:ext cx="10744200" cy="12285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File System: Generations</a:t>
            </a:r>
            <a:endParaRPr/>
          </a:p>
        </p:txBody>
      </p:sp>
      <p:sp>
        <p:nvSpPr>
          <p:cNvPr id="651" name="Google Shape;651;g3142a554b7e_0_50"/>
          <p:cNvSpPr txBox="1"/>
          <p:nvPr>
            <p:ph idx="1" type="body"/>
          </p:nvPr>
        </p:nvSpPr>
        <p:spPr>
          <a:xfrm>
            <a:off x="838200" y="1825625"/>
            <a:ext cx="10895100" cy="4351200"/>
          </a:xfrm>
          <a:prstGeom prst="rect">
            <a:avLst/>
          </a:prstGeom>
        </p:spPr>
        <p:txBody>
          <a:bodyPr anchorCtr="0" anchor="t" bIns="45700" lIns="91425" spcFirstLastPara="1" rIns="91425" wrap="square" tIns="45700">
            <a:normAutofit/>
          </a:bodyPr>
          <a:lstStyle/>
          <a:p>
            <a:pPr indent="-419100" lvl="0" marL="457200" rtl="0" algn="l">
              <a:spcBef>
                <a:spcPts val="900"/>
              </a:spcBef>
              <a:spcAft>
                <a:spcPts val="0"/>
              </a:spcAft>
              <a:buSzPts val="3000"/>
              <a:buChar char="-"/>
            </a:pPr>
            <a:r>
              <a:rPr lang="en-US"/>
              <a:t>When installing desktop operating systems, these days (~2024) we typically use a </a:t>
            </a:r>
            <a:r>
              <a:rPr b="1" lang="en-US"/>
              <a:t>Generation 4</a:t>
            </a:r>
            <a:r>
              <a:rPr lang="en-US"/>
              <a:t> filesystem. These are easy to install on a </a:t>
            </a:r>
            <a:r>
              <a:rPr lang="en-US"/>
              <a:t>single disk and cover most user’s needs:</a:t>
            </a:r>
            <a:endParaRPr/>
          </a:p>
          <a:p>
            <a:pPr indent="-393700" lvl="1" marL="914400" rtl="0" algn="l">
              <a:spcBef>
                <a:spcPts val="0"/>
              </a:spcBef>
              <a:spcAft>
                <a:spcPts val="0"/>
              </a:spcAft>
              <a:buSzPts val="2600"/>
              <a:buChar char="-"/>
            </a:pPr>
            <a:r>
              <a:rPr b="1" lang="en-US"/>
              <a:t>NTFS</a:t>
            </a:r>
            <a:r>
              <a:rPr lang="en-US"/>
              <a:t> for Windows</a:t>
            </a:r>
            <a:endParaRPr/>
          </a:p>
          <a:p>
            <a:pPr indent="-393700" lvl="1" marL="914400" rtl="0" algn="l">
              <a:spcBef>
                <a:spcPts val="0"/>
              </a:spcBef>
              <a:spcAft>
                <a:spcPts val="0"/>
              </a:spcAft>
              <a:buSzPts val="2600"/>
              <a:buChar char="-"/>
            </a:pPr>
            <a:r>
              <a:rPr b="1" lang="en-US"/>
              <a:t>ext4</a:t>
            </a:r>
            <a:r>
              <a:rPr lang="en-US"/>
              <a:t> for Mac/UNIX </a:t>
            </a:r>
            <a:br>
              <a:rPr lang="en-US"/>
            </a:br>
            <a:endParaRPr/>
          </a:p>
          <a:p>
            <a:pPr indent="-419100" lvl="0" marL="457200" rtl="0" algn="l">
              <a:spcBef>
                <a:spcPts val="0"/>
              </a:spcBef>
              <a:spcAft>
                <a:spcPts val="0"/>
              </a:spcAft>
              <a:buSzPts val="3000"/>
              <a:buChar char="-"/>
            </a:pPr>
            <a:r>
              <a:rPr lang="en-US"/>
              <a:t>When setting up a system that stores crucial data, we will need to consider obtaining multiple disks and choosing a </a:t>
            </a:r>
            <a:r>
              <a:rPr b="1" lang="en-US"/>
              <a:t>Generation 5</a:t>
            </a:r>
            <a:r>
              <a:rPr lang="en-US"/>
              <a:t> filesystem instead. More on this topic in the future!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6"/>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55A4"/>
              </a:buClr>
              <a:buSzPts val="9600"/>
              <a:buFont typeface="Quattrocento Sans"/>
              <a:buNone/>
            </a:pPr>
            <a:r>
              <a:rPr lang="en-US" sz="9600"/>
              <a:t>Q &amp; 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elcomeDoc">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WelcomeDoc">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2023-10-11T02:03:03Z</dcterms:created>
</cp:coreProperties>
</file>