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y="6858000" cx="12192000"/>
  <p:notesSz cx="6858000" cy="9144000"/>
  <p:embeddedFontLst>
    <p:embeddedFont>
      <p:font typeface="Quattrocento Sans"/>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5" roundtripDataSignature="AMtx7miZ3OBiy7gP//P9FJKdXomeTNrM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DB29CF-C3C9-4DCD-835C-3059F27351EE}">
  <a:tblStyle styleId="{5DDB29CF-C3C9-4DCD-835C-3059F27351E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QuattrocentoSans-boldItalic.fntdata"/><Relationship Id="rId83" Type="http://schemas.openxmlformats.org/officeDocument/2006/relationships/font" Target="fonts/QuattrocentoSans-italic.fntdata"/><Relationship Id="rId42" Type="http://schemas.openxmlformats.org/officeDocument/2006/relationships/slide" Target="slides/slide36.xml"/><Relationship Id="rId41" Type="http://schemas.openxmlformats.org/officeDocument/2006/relationships/slide" Target="slides/slide35.xml"/><Relationship Id="rId85" Type="http://customschemas.google.com/relationships/presentationmetadata" Target="meta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font" Target="fonts/QuattrocentoSans-bold.fntdata"/><Relationship Id="rId81" Type="http://schemas.openxmlformats.org/officeDocument/2006/relationships/font" Target="fonts/Quattrocento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fr-CA"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8" name="Google Shape;22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fr-CA"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16-bit operating </a:t>
            </a:r>
            <a:endParaRPr/>
          </a:p>
        </p:txBody>
      </p:sp>
      <p:sp>
        <p:nvSpPr>
          <p:cNvPr id="248" name="Google Shape;24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16-bits operating system</a:t>
            </a:r>
            <a:endParaRPr/>
          </a:p>
          <a:p>
            <a:pPr indent="0" lvl="0" marL="0" rtl="0" algn="l">
              <a:spcBef>
                <a:spcPts val="0"/>
              </a:spcBef>
              <a:spcAft>
                <a:spcPts val="0"/>
              </a:spcAft>
              <a:buNone/>
            </a:pPr>
            <a:r>
              <a:rPr lang="fr-CA"/>
              <a:t>More user controls, options and network folders.</a:t>
            </a:r>
            <a:endParaRPr/>
          </a:p>
        </p:txBody>
      </p:sp>
      <p:sp>
        <p:nvSpPr>
          <p:cNvPr id="264" name="Google Shape;26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Starts looking like a today’s Windows, start menu, start button, </a:t>
            </a:r>
            <a:endParaRPr/>
          </a:p>
          <a:p>
            <a:pPr indent="0" lvl="0" marL="0" rtl="0" algn="l">
              <a:spcBef>
                <a:spcPts val="0"/>
              </a:spcBef>
              <a:spcAft>
                <a:spcPts val="0"/>
              </a:spcAft>
              <a:buNone/>
            </a:pPr>
            <a:r>
              <a:rPr lang="fr-CA"/>
              <a:t>32-bit programming, supports USB, </a:t>
            </a:r>
            <a:endParaRPr/>
          </a:p>
        </p:txBody>
      </p:sp>
      <p:sp>
        <p:nvSpPr>
          <p:cNvPr id="272" name="Google Shape;27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9" name="Google Shape;2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Most of the improvements are cosmetics, internet connection, FAT32, USB hubs</a:t>
            </a:r>
            <a:endParaRPr/>
          </a:p>
        </p:txBody>
      </p:sp>
      <p:sp>
        <p:nvSpPr>
          <p:cNvPr id="280" name="Google Shape;280;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There’s actually a Windows Millennium edition that came out in 2000 </a:t>
            </a:r>
            <a:endParaRPr/>
          </a:p>
          <a:p>
            <a:pPr indent="0" lvl="0" marL="0" rtl="0" algn="l">
              <a:spcBef>
                <a:spcPts val="0"/>
              </a:spcBef>
              <a:spcAft>
                <a:spcPts val="0"/>
              </a:spcAft>
              <a:buNone/>
            </a:pPr>
            <a:r>
              <a:rPr lang="fr-CA"/>
              <a:t>XP is 64-bits</a:t>
            </a:r>
            <a:endParaRPr/>
          </a:p>
        </p:txBody>
      </p:sp>
      <p:sp>
        <p:nvSpPr>
          <p:cNvPr id="287" name="Google Shape;28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3" name="Google Shape;29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2007</a:t>
            </a:r>
            <a:endParaRPr/>
          </a:p>
        </p:txBody>
      </p:sp>
      <p:sp>
        <p:nvSpPr>
          <p:cNvPr id="294" name="Google Shape;29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2009</a:t>
            </a:r>
            <a:endParaRPr/>
          </a:p>
        </p:txBody>
      </p:sp>
      <p:sp>
        <p:nvSpPr>
          <p:cNvPr id="301" name="Google Shape;30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7" name="Google Shape;307;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No more start button….freakout!</a:t>
            </a:r>
            <a:endParaRPr/>
          </a:p>
        </p:txBody>
      </p:sp>
      <p:sp>
        <p:nvSpPr>
          <p:cNvPr id="308" name="Google Shape;308;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fr-CA"/>
              <a:t>Few… start and task bar are back</a:t>
            </a:r>
            <a:endParaRPr/>
          </a:p>
        </p:txBody>
      </p:sp>
      <p:sp>
        <p:nvSpPr>
          <p:cNvPr id="315" name="Google Shape;31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38" name="Google Shape;33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44" name="Google Shape;34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50" name="Google Shape;3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57" name="Google Shape;3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63" name="Google Shape;363;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72" name="Google Shape;37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79" name="Google Shape;37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85" name="Google Shape;38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91" name="Google Shape;391;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7" name="Google Shape;397;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28" name="Google Shape;428;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33" name="Google Shape;433;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39" name="Google Shape;43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45" name="Google Shape;445;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51" name="Google Shape;451;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57" name="Google Shape;45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72" name="Google Shape;47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7" name="Google Shape;47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3" name="Google Shape;483;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495" name="Google Shape;49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1" name="Google Shape;50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7" name="Google Shape;50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13" name="Google Shape;51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18" name="Google Shape;51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4" name="Google Shape;52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5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1" name="Google Shape;53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37" name="Google Shape;537;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53" name="Google Shape;55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59" name="Google Shape;559;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t/>
            </a:r>
            <a:endParaRPr/>
          </a:p>
        </p:txBody>
      </p:sp>
      <p:sp>
        <p:nvSpPr>
          <p:cNvPr id="565" name="Google Shape;565;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1" name="Google Shape;571;p5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p5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3" name="Google Shape;583;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8" name="Google Shape;598;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5" name="Google Shape;605;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8" name="Google Shape;618;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5" name="Google Shape;655;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7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
        <p:nvSpPr>
          <p:cNvPr id="662" name="Google Shape;662;p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3" name="Google Shape;663;p7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7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
        <p:nvSpPr>
          <p:cNvPr id="670" name="Google Shape;670;p7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7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7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
        <p:nvSpPr>
          <p:cNvPr id="678" name="Google Shape;678;p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9" name="Google Shape;679;p7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7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
        <p:nvSpPr>
          <p:cNvPr id="686" name="Google Shape;686;p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7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9" name="Google Shape;699;p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7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p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1" name="Google Shape;711;p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8" name="Google Shape;718;p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565655"/>
        </a:solidFill>
      </p:bgPr>
    </p:bg>
    <p:spTree>
      <p:nvGrpSpPr>
        <p:cNvPr id="15" name="Shape 15"/>
        <p:cNvGrpSpPr/>
        <p:nvPr/>
      </p:nvGrpSpPr>
      <p:grpSpPr>
        <a:xfrm>
          <a:off x="0" y="0"/>
          <a:ext cx="0" cy="0"/>
          <a:chOff x="0" y="0"/>
          <a:chExt cx="0" cy="0"/>
        </a:xfrm>
      </p:grpSpPr>
      <p:sp>
        <p:nvSpPr>
          <p:cNvPr id="16" name="Google Shape;16;p81"/>
          <p:cNvSpPr/>
          <p:nvPr/>
        </p:nvSpPr>
        <p:spPr>
          <a:xfrm>
            <a:off x="0" y="0"/>
            <a:ext cx="12192000" cy="4866468"/>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7" name="Google Shape;17;p8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5400"/>
              <a:buFont typeface="Quattrocento Sans"/>
              <a:buNone/>
              <a:defRPr sz="54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81"/>
          <p:cNvSpPr txBox="1"/>
          <p:nvPr>
            <p:ph idx="1" type="subTitle"/>
          </p:nvPr>
        </p:nvSpPr>
        <p:spPr>
          <a:xfrm>
            <a:off x="838202" y="5110609"/>
            <a:ext cx="10515598" cy="1137793"/>
          </a:xfrm>
          <a:prstGeom prst="rect">
            <a:avLst/>
          </a:prstGeom>
          <a:noFill/>
          <a:ln>
            <a:noFill/>
          </a:ln>
        </p:spPr>
        <p:txBody>
          <a:bodyPr anchorCtr="0" anchor="t" bIns="45700" lIns="91425" spcFirstLastPara="1" rIns="91425" wrap="square" tIns="45700">
            <a:normAutofit/>
          </a:bodyPr>
          <a:lstStyle>
            <a:lvl1pPr lvl="0" algn="r">
              <a:lnSpc>
                <a:spcPct val="150000"/>
              </a:lnSpc>
              <a:spcBef>
                <a:spcPts val="60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lvl="1" algn="ctr">
              <a:lnSpc>
                <a:spcPct val="90000"/>
              </a:lnSpc>
              <a:spcBef>
                <a:spcPts val="600"/>
              </a:spcBef>
              <a:spcAft>
                <a:spcPts val="0"/>
              </a:spcAft>
              <a:buClr>
                <a:schemeClr val="dk1"/>
              </a:buClr>
              <a:buSzPts val="2000"/>
              <a:buNone/>
              <a:defRPr sz="2000"/>
            </a:lvl2pPr>
            <a:lvl3pPr lvl="2" algn="ctr">
              <a:lnSpc>
                <a:spcPct val="90000"/>
              </a:lnSpc>
              <a:spcBef>
                <a:spcPts val="540"/>
              </a:spcBef>
              <a:spcAft>
                <a:spcPts val="0"/>
              </a:spcAft>
              <a:buClr>
                <a:schemeClr val="dk1"/>
              </a:buClr>
              <a:buSzPts val="1800"/>
              <a:buNone/>
              <a:defRPr sz="1800"/>
            </a:lvl3pPr>
            <a:lvl4pPr lvl="3" algn="ctr">
              <a:lnSpc>
                <a:spcPct val="90000"/>
              </a:lnSpc>
              <a:spcBef>
                <a:spcPts val="480"/>
              </a:spcBef>
              <a:spcAft>
                <a:spcPts val="0"/>
              </a:spcAft>
              <a:buClr>
                <a:schemeClr val="dk1"/>
              </a:buClr>
              <a:buSzPts val="1600"/>
              <a:buNone/>
              <a:defRPr sz="1600"/>
            </a:lvl4pPr>
            <a:lvl5pPr lvl="4" algn="ctr">
              <a:lnSpc>
                <a:spcPct val="90000"/>
              </a:lnSpc>
              <a:spcBef>
                <a:spcPts val="480"/>
              </a:spcBef>
              <a:spcAft>
                <a:spcPts val="0"/>
              </a:spcAft>
              <a:buClr>
                <a:schemeClr val="dk1"/>
              </a:buClr>
              <a:buSzPts val="1600"/>
              <a:buNone/>
              <a:defRPr sz="1600"/>
            </a:lvl5pPr>
            <a:lvl6pPr lvl="5" algn="ctr">
              <a:lnSpc>
                <a:spcPct val="90000"/>
              </a:lnSpc>
              <a:spcBef>
                <a:spcPts val="480"/>
              </a:spcBef>
              <a:spcAft>
                <a:spcPts val="0"/>
              </a:spcAft>
              <a:buClr>
                <a:schemeClr val="dk1"/>
              </a:buClr>
              <a:buSzPts val="1600"/>
              <a:buNone/>
              <a:defRPr sz="1600"/>
            </a:lvl6pPr>
            <a:lvl7pPr lvl="6" algn="ctr">
              <a:lnSpc>
                <a:spcPct val="90000"/>
              </a:lnSpc>
              <a:spcBef>
                <a:spcPts val="480"/>
              </a:spcBef>
              <a:spcAft>
                <a:spcPts val="0"/>
              </a:spcAft>
              <a:buClr>
                <a:schemeClr val="dk1"/>
              </a:buClr>
              <a:buSzPts val="1600"/>
              <a:buNone/>
              <a:defRPr sz="1600"/>
            </a:lvl7pPr>
            <a:lvl8pPr lvl="7" algn="ctr">
              <a:lnSpc>
                <a:spcPct val="90000"/>
              </a:lnSpc>
              <a:spcBef>
                <a:spcPts val="480"/>
              </a:spcBef>
              <a:spcAft>
                <a:spcPts val="0"/>
              </a:spcAft>
              <a:buClr>
                <a:schemeClr val="dk1"/>
              </a:buClr>
              <a:buSzPts val="1600"/>
              <a:buNone/>
              <a:defRPr sz="1600"/>
            </a:lvl8pPr>
            <a:lvl9pPr lvl="8" algn="ctr">
              <a:lnSpc>
                <a:spcPct val="90000"/>
              </a:lnSpc>
              <a:spcBef>
                <a:spcPts val="480"/>
              </a:spcBef>
              <a:spcAft>
                <a:spcPts val="0"/>
              </a:spcAft>
              <a:buClr>
                <a:schemeClr val="dk1"/>
              </a:buClr>
              <a:buSzPts val="1600"/>
              <a:buNone/>
              <a:defRPr sz="1600"/>
            </a:lvl9pPr>
          </a:lstStyle>
          <a:p/>
        </p:txBody>
      </p:sp>
      <p:sp>
        <p:nvSpPr>
          <p:cNvPr id="19" name="Google Shape;19;p8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8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8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chemeClr val="lt1"/>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22" name="Google Shape;22;p81"/>
          <p:cNvSpPr/>
          <p:nvPr/>
        </p:nvSpPr>
        <p:spPr>
          <a:xfrm>
            <a:off x="0" y="0"/>
            <a:ext cx="12192000" cy="4866468"/>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23" name="Google Shape;23;p81"/>
          <p:cNvPicPr preferRelativeResize="0"/>
          <p:nvPr/>
        </p:nvPicPr>
        <p:blipFill rotWithShape="1">
          <a:blip r:embed="rId2">
            <a:alphaModFix/>
          </a:blip>
          <a:srcRect b="0" l="0" r="0" t="0"/>
          <a:stretch/>
        </p:blipFill>
        <p:spPr>
          <a:xfrm>
            <a:off x="390525" y="315939"/>
            <a:ext cx="4686300" cy="9239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 name="Shape 24"/>
        <p:cNvGrpSpPr/>
        <p:nvPr/>
      </p:nvGrpSpPr>
      <p:grpSpPr>
        <a:xfrm>
          <a:off x="0" y="0"/>
          <a:ext cx="0" cy="0"/>
          <a:chOff x="0" y="0"/>
          <a:chExt cx="0" cy="0"/>
        </a:xfrm>
      </p:grpSpPr>
      <p:sp>
        <p:nvSpPr>
          <p:cNvPr id="25" name="Google Shape;25;p86"/>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26" name="Google Shape;26;p8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8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8" name="Google Shape;28;p8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68300" lvl="0" marL="457200" algn="l">
              <a:lnSpc>
                <a:spcPct val="90000"/>
              </a:lnSpc>
              <a:spcBef>
                <a:spcPts val="660"/>
              </a:spcBef>
              <a:spcAft>
                <a:spcPts val="0"/>
              </a:spcAft>
              <a:buClr>
                <a:srgbClr val="7F7F7F"/>
              </a:buClr>
              <a:buSzPts val="2200"/>
              <a:buChar char="•"/>
              <a:defRPr sz="2200">
                <a:solidFill>
                  <a:srgbClr val="7F7F7F"/>
                </a:solidFill>
              </a:defRPr>
            </a:lvl1pPr>
            <a:lvl2pPr indent="-342900" lvl="1" marL="914400" algn="l">
              <a:lnSpc>
                <a:spcPct val="90000"/>
              </a:lnSpc>
              <a:spcBef>
                <a:spcPts val="540"/>
              </a:spcBef>
              <a:spcAft>
                <a:spcPts val="0"/>
              </a:spcAft>
              <a:buClr>
                <a:srgbClr val="7F7F7F"/>
              </a:buClr>
              <a:buSzPts val="1800"/>
              <a:buChar char="•"/>
              <a:defRPr sz="1800">
                <a:solidFill>
                  <a:srgbClr val="7F7F7F"/>
                </a:solidFill>
              </a:defRPr>
            </a:lvl2pPr>
            <a:lvl3pPr indent="-330200" lvl="2" marL="1371600" algn="l">
              <a:lnSpc>
                <a:spcPct val="90000"/>
              </a:lnSpc>
              <a:spcBef>
                <a:spcPts val="480"/>
              </a:spcBef>
              <a:spcAft>
                <a:spcPts val="0"/>
              </a:spcAft>
              <a:buClr>
                <a:srgbClr val="7F7F7F"/>
              </a:buClr>
              <a:buSzPts val="1600"/>
              <a:buChar char="•"/>
              <a:defRPr sz="16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29" name="Google Shape;29;p8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8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8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32" name="Google Shape;32;p86"/>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33" name="Google Shape;33;p86"/>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34" name="Shape 34"/>
        <p:cNvGrpSpPr/>
        <p:nvPr/>
      </p:nvGrpSpPr>
      <p:grpSpPr>
        <a:xfrm>
          <a:off x="0" y="0"/>
          <a:ext cx="0" cy="0"/>
          <a:chOff x="0" y="0"/>
          <a:chExt cx="0" cy="0"/>
        </a:xfrm>
      </p:grpSpPr>
      <p:sp>
        <p:nvSpPr>
          <p:cNvPr id="35" name="Google Shape;35;p98"/>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36" name="Google Shape;36;p9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9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38" name="Google Shape;38;p9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9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9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41" name="Google Shape;41;p98"/>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42" name="Google Shape;42;p98"/>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43" name="Shape 43"/>
        <p:cNvGrpSpPr/>
        <p:nvPr/>
      </p:nvGrpSpPr>
      <p:grpSpPr>
        <a:xfrm>
          <a:off x="0" y="0"/>
          <a:ext cx="0" cy="0"/>
          <a:chOff x="0" y="0"/>
          <a:chExt cx="0" cy="0"/>
        </a:xfrm>
      </p:grpSpPr>
      <p:sp>
        <p:nvSpPr>
          <p:cNvPr id="44" name="Google Shape;44;p99"/>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45" name="Google Shape;45;p99"/>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99"/>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99"/>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99"/>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100"/>
          <p:cNvSpPr/>
          <p:nvPr/>
        </p:nvSpPr>
        <p:spPr>
          <a:xfrm>
            <a:off x="5656882" y="1709738"/>
            <a:ext cx="6535119" cy="357518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51" name="Google Shape;51;p100"/>
          <p:cNvSpPr txBox="1"/>
          <p:nvPr>
            <p:ph type="title"/>
          </p:nvPr>
        </p:nvSpPr>
        <p:spPr>
          <a:xfrm>
            <a:off x="838201" y="2402238"/>
            <a:ext cx="4508715"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0055A4"/>
              </a:buClr>
              <a:buSzPts val="4800"/>
              <a:buFont typeface="Quattrocento Sans"/>
              <a:buNone/>
              <a:defRPr sz="4800">
                <a:solidFill>
                  <a:srgbClr val="0055A4"/>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00"/>
          <p:cNvSpPr txBox="1"/>
          <p:nvPr>
            <p:ph idx="1" type="body"/>
          </p:nvPr>
        </p:nvSpPr>
        <p:spPr>
          <a:xfrm>
            <a:off x="6323308" y="2402237"/>
            <a:ext cx="5269424" cy="2187226"/>
          </a:xfrm>
          <a:prstGeom prst="rect">
            <a:avLst/>
          </a:prstGeom>
          <a:noFill/>
          <a:ln>
            <a:noFill/>
          </a:ln>
        </p:spPr>
        <p:txBody>
          <a:bodyPr anchorCtr="0" anchor="ctr" bIns="45700" lIns="91425" spcFirstLastPara="1" rIns="91425" wrap="square" tIns="45700">
            <a:normAutofit/>
          </a:bodyPr>
          <a:lstStyle>
            <a:lvl1pPr indent="-228600" lvl="0" marL="457200" algn="l">
              <a:lnSpc>
                <a:spcPct val="150000"/>
              </a:lnSpc>
              <a:spcBef>
                <a:spcPts val="840"/>
              </a:spcBef>
              <a:spcAft>
                <a:spcPts val="0"/>
              </a:spcAft>
              <a:buClr>
                <a:schemeClr val="lt1"/>
              </a:buClr>
              <a:buSzPts val="2800"/>
              <a:buNone/>
              <a:defRPr sz="2800">
                <a:solidFill>
                  <a:schemeClr val="lt1"/>
                </a:solidFill>
                <a:latin typeface="Quattrocento Sans"/>
                <a:ea typeface="Quattrocento Sans"/>
                <a:cs typeface="Quattrocento Sans"/>
                <a:sym typeface="Quattrocento Sans"/>
              </a:defRPr>
            </a:lvl1pPr>
            <a:lvl2pPr indent="-228600" lvl="1" marL="914400" algn="l">
              <a:lnSpc>
                <a:spcPct val="90000"/>
              </a:lnSpc>
              <a:spcBef>
                <a:spcPts val="600"/>
              </a:spcBef>
              <a:spcAft>
                <a:spcPts val="0"/>
              </a:spcAft>
              <a:buClr>
                <a:schemeClr val="dk1"/>
              </a:buClr>
              <a:buSzPts val="2000"/>
              <a:buNone/>
              <a:defRPr sz="2000"/>
            </a:lvl2pPr>
            <a:lvl3pPr indent="-228600" lvl="2" marL="1371600" algn="l">
              <a:lnSpc>
                <a:spcPct val="90000"/>
              </a:lnSpc>
              <a:spcBef>
                <a:spcPts val="540"/>
              </a:spcBef>
              <a:spcAft>
                <a:spcPts val="0"/>
              </a:spcAft>
              <a:buClr>
                <a:schemeClr val="dk1"/>
              </a:buClr>
              <a:buSzPts val="1800"/>
              <a:buNone/>
              <a:defRPr sz="1800"/>
            </a:lvl3pPr>
            <a:lvl4pPr indent="-228600" lvl="3" marL="1828800" algn="l">
              <a:lnSpc>
                <a:spcPct val="90000"/>
              </a:lnSpc>
              <a:spcBef>
                <a:spcPts val="480"/>
              </a:spcBef>
              <a:spcAft>
                <a:spcPts val="0"/>
              </a:spcAft>
              <a:buClr>
                <a:schemeClr val="dk1"/>
              </a:buClr>
              <a:buSzPts val="1600"/>
              <a:buNone/>
              <a:defRPr sz="1600"/>
            </a:lvl4pPr>
            <a:lvl5pPr indent="-228600" lvl="4" marL="2286000" algn="l">
              <a:lnSpc>
                <a:spcPct val="90000"/>
              </a:lnSpc>
              <a:spcBef>
                <a:spcPts val="480"/>
              </a:spcBef>
              <a:spcAft>
                <a:spcPts val="0"/>
              </a:spcAft>
              <a:buClr>
                <a:schemeClr val="dk1"/>
              </a:buClr>
              <a:buSzPts val="1600"/>
              <a:buNone/>
              <a:defRPr sz="1600"/>
            </a:lvl5pPr>
            <a:lvl6pPr indent="-228600" lvl="5" marL="2743200" algn="l">
              <a:lnSpc>
                <a:spcPct val="90000"/>
              </a:lnSpc>
              <a:spcBef>
                <a:spcPts val="480"/>
              </a:spcBef>
              <a:spcAft>
                <a:spcPts val="0"/>
              </a:spcAft>
              <a:buClr>
                <a:schemeClr val="dk1"/>
              </a:buClr>
              <a:buSzPts val="1600"/>
              <a:buNone/>
              <a:defRPr sz="1600"/>
            </a:lvl6pPr>
            <a:lvl7pPr indent="-228600" lvl="6" marL="3200400" algn="l">
              <a:lnSpc>
                <a:spcPct val="90000"/>
              </a:lnSpc>
              <a:spcBef>
                <a:spcPts val="480"/>
              </a:spcBef>
              <a:spcAft>
                <a:spcPts val="0"/>
              </a:spcAft>
              <a:buClr>
                <a:schemeClr val="dk1"/>
              </a:buClr>
              <a:buSzPts val="1600"/>
              <a:buNone/>
              <a:defRPr sz="1600"/>
            </a:lvl7pPr>
            <a:lvl8pPr indent="-228600" lvl="7" marL="3657600" algn="l">
              <a:lnSpc>
                <a:spcPct val="90000"/>
              </a:lnSpc>
              <a:spcBef>
                <a:spcPts val="480"/>
              </a:spcBef>
              <a:spcAft>
                <a:spcPts val="0"/>
              </a:spcAft>
              <a:buClr>
                <a:schemeClr val="dk1"/>
              </a:buClr>
              <a:buSzPts val="1600"/>
              <a:buNone/>
              <a:defRPr sz="1600"/>
            </a:lvl8pPr>
            <a:lvl9pPr indent="-228600" lvl="8" marL="4114800" algn="l">
              <a:lnSpc>
                <a:spcPct val="90000"/>
              </a:lnSpc>
              <a:spcBef>
                <a:spcPts val="480"/>
              </a:spcBef>
              <a:spcAft>
                <a:spcPts val="0"/>
              </a:spcAft>
              <a:buClr>
                <a:schemeClr val="dk1"/>
              </a:buClr>
              <a:buSzPts val="1600"/>
              <a:buNone/>
              <a:defRPr sz="1600"/>
            </a:lvl9pPr>
          </a:lstStyle>
          <a:p/>
        </p:txBody>
      </p:sp>
      <p:sp>
        <p:nvSpPr>
          <p:cNvPr id="53" name="Google Shape;53;p10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0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10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56" name="Google Shape;56;p100"/>
          <p:cNvSpPr/>
          <p:nvPr/>
        </p:nvSpPr>
        <p:spPr>
          <a:xfrm>
            <a:off x="5656882" y="1709738"/>
            <a:ext cx="6535119"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57" name="Google Shape;57;p100"/>
          <p:cNvPicPr preferRelativeResize="0"/>
          <p:nvPr/>
        </p:nvPicPr>
        <p:blipFill rotWithShape="1">
          <a:blip r:embed="rId2">
            <a:alphaModFix/>
          </a:blip>
          <a:srcRect b="0" l="0" r="0" t="0"/>
          <a:stretch/>
        </p:blipFill>
        <p:spPr>
          <a:xfrm>
            <a:off x="6787643" y="3074570"/>
            <a:ext cx="4273596" cy="842559"/>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01"/>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0" name="Google Shape;60;p101"/>
          <p:cNvSpPr txBox="1"/>
          <p:nvPr>
            <p:ph type="title"/>
          </p:nvPr>
        </p:nvSpPr>
        <p:spPr>
          <a:xfrm>
            <a:off x="604434" y="0"/>
            <a:ext cx="10749367" cy="12088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1"/>
          <p:cNvSpPr txBox="1"/>
          <p:nvPr>
            <p:ph idx="1" type="body"/>
          </p:nvPr>
        </p:nvSpPr>
        <p:spPr>
          <a:xfrm>
            <a:off x="838201" y="1825625"/>
            <a:ext cx="4167753" cy="4351338"/>
          </a:xfrm>
          <a:prstGeom prst="rect">
            <a:avLst/>
          </a:prstGeom>
          <a:noFill/>
          <a:ln>
            <a:noFill/>
          </a:ln>
        </p:spPr>
        <p:txBody>
          <a:bodyPr anchorCtr="0" anchor="t" bIns="45700" lIns="91425" spcFirstLastPara="1" rIns="91425" wrap="square" tIns="45700">
            <a:normAutofit/>
          </a:bodyPr>
          <a:lstStyle>
            <a:lvl1pPr indent="-228600" lvl="0" marL="457200" algn="l">
              <a:lnSpc>
                <a:spcPct val="150000"/>
              </a:lnSpc>
              <a:spcBef>
                <a:spcPts val="660"/>
              </a:spcBef>
              <a:spcAft>
                <a:spcPts val="0"/>
              </a:spcAft>
              <a:buClr>
                <a:srgbClr val="7F7F7F"/>
              </a:buClr>
              <a:buSzPts val="2200"/>
              <a:buNone/>
              <a:defRPr sz="2200">
                <a:solidFill>
                  <a:srgbClr val="7F7F7F"/>
                </a:solidFill>
              </a:defRPr>
            </a:lvl1pPr>
            <a:lvl2pPr indent="-342900" lvl="1" marL="914400" algn="l">
              <a:lnSpc>
                <a:spcPct val="150000"/>
              </a:lnSpc>
              <a:spcBef>
                <a:spcPts val="1200"/>
              </a:spcBef>
              <a:spcAft>
                <a:spcPts val="0"/>
              </a:spcAft>
              <a:buClr>
                <a:srgbClr val="7F7F7F"/>
              </a:buClr>
              <a:buSzPts val="1800"/>
              <a:buChar char="•"/>
              <a:defRPr sz="1800">
                <a:solidFill>
                  <a:srgbClr val="7F7F7F"/>
                </a:solidFill>
              </a:defRPr>
            </a:lvl2pPr>
            <a:lvl3pPr indent="-304800" lvl="2" marL="1371600" algn="l">
              <a:lnSpc>
                <a:spcPct val="150000"/>
              </a:lnSpc>
              <a:spcBef>
                <a:spcPts val="1200"/>
              </a:spcBef>
              <a:spcAft>
                <a:spcPts val="0"/>
              </a:spcAft>
              <a:buClr>
                <a:srgbClr val="7F7F7F"/>
              </a:buClr>
              <a:buSzPts val="1200"/>
              <a:buChar char="•"/>
              <a:defRPr sz="1200">
                <a:solidFill>
                  <a:srgbClr val="7F7F7F"/>
                </a:solidFill>
              </a:defRPr>
            </a:lvl3pPr>
            <a:lvl4pPr indent="-298450" lvl="3" marL="1828800" algn="l">
              <a:lnSpc>
                <a:spcPct val="150000"/>
              </a:lnSpc>
              <a:spcBef>
                <a:spcPts val="1200"/>
              </a:spcBef>
              <a:spcAft>
                <a:spcPts val="0"/>
              </a:spcAft>
              <a:buClr>
                <a:srgbClr val="7F7F7F"/>
              </a:buClr>
              <a:buSzPts val="1100"/>
              <a:buChar char="•"/>
              <a:defRPr sz="1100">
                <a:solidFill>
                  <a:srgbClr val="7F7F7F"/>
                </a:solidFill>
              </a:defRPr>
            </a:lvl4pPr>
            <a:lvl5pPr indent="-298450" lvl="4" marL="2286000" algn="l">
              <a:lnSpc>
                <a:spcPct val="150000"/>
              </a:lnSpc>
              <a:spcBef>
                <a:spcPts val="1200"/>
              </a:spcBef>
              <a:spcAft>
                <a:spcPts val="0"/>
              </a:spcAft>
              <a:buClr>
                <a:srgbClr val="7F7F7F"/>
              </a:buClr>
              <a:buSzPts val="1100"/>
              <a:buChar char="•"/>
              <a:defRPr sz="1100">
                <a:solidFill>
                  <a:srgbClr val="7F7F7F"/>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62" name="Google Shape;62;p101"/>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1"/>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01"/>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65" name="Google Shape;65;p101"/>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66" name="Google Shape;66;p101"/>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102"/>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69" name="Google Shape;69;p102"/>
          <p:cNvSpPr txBox="1"/>
          <p:nvPr>
            <p:ph type="title"/>
          </p:nvPr>
        </p:nvSpPr>
        <p:spPr>
          <a:xfrm>
            <a:off x="609600" y="0"/>
            <a:ext cx="10737851"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2"/>
          <p:cNvSpPr txBox="1"/>
          <p:nvPr>
            <p:ph idx="1" type="body"/>
          </p:nvPr>
        </p:nvSpPr>
        <p:spPr>
          <a:xfrm>
            <a:off x="831851" y="1489075"/>
            <a:ext cx="5156200"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1" name="Google Shape;71;p102"/>
          <p:cNvSpPr txBox="1"/>
          <p:nvPr>
            <p:ph idx="2" type="body"/>
          </p:nvPr>
        </p:nvSpPr>
        <p:spPr>
          <a:xfrm>
            <a:off x="831851" y="2193927"/>
            <a:ext cx="5156200"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2" name="Google Shape;72;p102"/>
          <p:cNvSpPr txBox="1"/>
          <p:nvPr>
            <p:ph idx="3" type="body"/>
          </p:nvPr>
        </p:nvSpPr>
        <p:spPr>
          <a:xfrm>
            <a:off x="6189664" y="1489075"/>
            <a:ext cx="5157787" cy="641350"/>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20"/>
              </a:spcBef>
              <a:spcAft>
                <a:spcPts val="0"/>
              </a:spcAft>
              <a:buClr>
                <a:schemeClr val="dk1"/>
              </a:buClr>
              <a:buSzPts val="2400"/>
              <a:buNone/>
              <a:defRPr b="1" sz="2400"/>
            </a:lvl1pPr>
            <a:lvl2pPr indent="-228600" lvl="1" marL="914400" algn="l">
              <a:lnSpc>
                <a:spcPct val="90000"/>
              </a:lnSpc>
              <a:spcBef>
                <a:spcPts val="600"/>
              </a:spcBef>
              <a:spcAft>
                <a:spcPts val="0"/>
              </a:spcAft>
              <a:buClr>
                <a:schemeClr val="dk1"/>
              </a:buClr>
              <a:buSzPts val="2000"/>
              <a:buNone/>
              <a:defRPr b="1" sz="2000"/>
            </a:lvl2pPr>
            <a:lvl3pPr indent="-228600" lvl="2" marL="1371600" algn="l">
              <a:lnSpc>
                <a:spcPct val="90000"/>
              </a:lnSpc>
              <a:spcBef>
                <a:spcPts val="540"/>
              </a:spcBef>
              <a:spcAft>
                <a:spcPts val="0"/>
              </a:spcAft>
              <a:buClr>
                <a:schemeClr val="dk1"/>
              </a:buClr>
              <a:buSzPts val="1800"/>
              <a:buNone/>
              <a:defRPr b="1" sz="1800"/>
            </a:lvl3pPr>
            <a:lvl4pPr indent="-228600" lvl="3" marL="1828800" algn="l">
              <a:lnSpc>
                <a:spcPct val="90000"/>
              </a:lnSpc>
              <a:spcBef>
                <a:spcPts val="480"/>
              </a:spcBef>
              <a:spcAft>
                <a:spcPts val="0"/>
              </a:spcAft>
              <a:buClr>
                <a:schemeClr val="dk1"/>
              </a:buClr>
              <a:buSzPts val="1600"/>
              <a:buNone/>
              <a:defRPr b="1" sz="1600"/>
            </a:lvl4pPr>
            <a:lvl5pPr indent="-228600" lvl="4" marL="2286000" algn="l">
              <a:lnSpc>
                <a:spcPct val="90000"/>
              </a:lnSpc>
              <a:spcBef>
                <a:spcPts val="480"/>
              </a:spcBef>
              <a:spcAft>
                <a:spcPts val="0"/>
              </a:spcAft>
              <a:buClr>
                <a:schemeClr val="dk1"/>
              </a:buClr>
              <a:buSzPts val="1600"/>
              <a:buNone/>
              <a:defRPr b="1" sz="1600"/>
            </a:lvl5pPr>
            <a:lvl6pPr indent="-228600" lvl="5" marL="2743200" algn="l">
              <a:lnSpc>
                <a:spcPct val="90000"/>
              </a:lnSpc>
              <a:spcBef>
                <a:spcPts val="480"/>
              </a:spcBef>
              <a:spcAft>
                <a:spcPts val="0"/>
              </a:spcAft>
              <a:buClr>
                <a:schemeClr val="dk1"/>
              </a:buClr>
              <a:buSzPts val="1600"/>
              <a:buNone/>
              <a:defRPr b="1" sz="1600"/>
            </a:lvl6pPr>
            <a:lvl7pPr indent="-228600" lvl="6" marL="3200400" algn="l">
              <a:lnSpc>
                <a:spcPct val="90000"/>
              </a:lnSpc>
              <a:spcBef>
                <a:spcPts val="480"/>
              </a:spcBef>
              <a:spcAft>
                <a:spcPts val="0"/>
              </a:spcAft>
              <a:buClr>
                <a:schemeClr val="dk1"/>
              </a:buClr>
              <a:buSzPts val="1600"/>
              <a:buNone/>
              <a:defRPr b="1" sz="1600"/>
            </a:lvl7pPr>
            <a:lvl8pPr indent="-228600" lvl="7" marL="3657600" algn="l">
              <a:lnSpc>
                <a:spcPct val="90000"/>
              </a:lnSpc>
              <a:spcBef>
                <a:spcPts val="480"/>
              </a:spcBef>
              <a:spcAft>
                <a:spcPts val="0"/>
              </a:spcAft>
              <a:buClr>
                <a:schemeClr val="dk1"/>
              </a:buClr>
              <a:buSzPts val="1600"/>
              <a:buNone/>
              <a:defRPr b="1" sz="1600"/>
            </a:lvl8pPr>
            <a:lvl9pPr indent="-228600" lvl="8" marL="4114800" algn="l">
              <a:lnSpc>
                <a:spcPct val="90000"/>
              </a:lnSpc>
              <a:spcBef>
                <a:spcPts val="480"/>
              </a:spcBef>
              <a:spcAft>
                <a:spcPts val="0"/>
              </a:spcAft>
              <a:buClr>
                <a:schemeClr val="dk1"/>
              </a:buClr>
              <a:buSzPts val="1600"/>
              <a:buNone/>
              <a:defRPr b="1" sz="1600"/>
            </a:lvl9pPr>
          </a:lstStyle>
          <a:p/>
        </p:txBody>
      </p:sp>
      <p:sp>
        <p:nvSpPr>
          <p:cNvPr id="73" name="Google Shape;73;p102"/>
          <p:cNvSpPr txBox="1"/>
          <p:nvPr>
            <p:ph idx="4" type="body"/>
          </p:nvPr>
        </p:nvSpPr>
        <p:spPr>
          <a:xfrm>
            <a:off x="6189664" y="2193927"/>
            <a:ext cx="5157787" cy="397827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74" name="Google Shape;74;p102"/>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02"/>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02"/>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77" name="Google Shape;77;p102"/>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78" name="Google Shape;78;p102"/>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sp>
        <p:nvSpPr>
          <p:cNvPr id="80" name="Google Shape;80;p103"/>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81" name="Google Shape;81;p10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0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0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0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85" name="Google Shape;85;p103"/>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86" name="Google Shape;86;p103"/>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
        <p:nvSpPr>
          <p:cNvPr id="88" name="Google Shape;88;p10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0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0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1" name="Shape 91"/>
        <p:cNvGrpSpPr/>
        <p:nvPr/>
      </p:nvGrpSpPr>
      <p:grpSpPr>
        <a:xfrm>
          <a:off x="0" y="0"/>
          <a:ext cx="0" cy="0"/>
          <a:chOff x="0" y="0"/>
          <a:chExt cx="0" cy="0"/>
        </a:xfrm>
      </p:grpSpPr>
      <p:sp>
        <p:nvSpPr>
          <p:cNvPr id="92" name="Google Shape;92;p10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05"/>
          <p:cNvSpPr txBox="1"/>
          <p:nvPr>
            <p:ph idx="1" type="body"/>
          </p:nvPr>
        </p:nvSpPr>
        <p:spPr>
          <a:xfrm>
            <a:off x="5183188" y="987427"/>
            <a:ext cx="6172200" cy="4873625"/>
          </a:xfrm>
          <a:prstGeom prst="rect">
            <a:avLst/>
          </a:prstGeom>
          <a:noFill/>
          <a:ln>
            <a:noFill/>
          </a:ln>
        </p:spPr>
        <p:txBody>
          <a:bodyPr anchorCtr="0" anchor="t" bIns="45700" lIns="91425" spcFirstLastPara="1" rIns="91425" wrap="square" tIns="45700">
            <a:normAutofit/>
          </a:bodyPr>
          <a:lstStyle>
            <a:lvl1pPr indent="-330200" lvl="0" marL="457200" algn="l">
              <a:lnSpc>
                <a:spcPct val="90000"/>
              </a:lnSpc>
              <a:spcBef>
                <a:spcPts val="480"/>
              </a:spcBef>
              <a:spcAft>
                <a:spcPts val="0"/>
              </a:spcAft>
              <a:buClr>
                <a:srgbClr val="7F7F7F"/>
              </a:buClr>
              <a:buSzPts val="1600"/>
              <a:buChar char="•"/>
              <a:defRPr sz="1600">
                <a:solidFill>
                  <a:srgbClr val="7F7F7F"/>
                </a:solidFill>
              </a:defRPr>
            </a:lvl1pPr>
            <a:lvl2pPr indent="-317500" lvl="1" marL="914400" algn="l">
              <a:lnSpc>
                <a:spcPct val="90000"/>
              </a:lnSpc>
              <a:spcBef>
                <a:spcPts val="420"/>
              </a:spcBef>
              <a:spcAft>
                <a:spcPts val="0"/>
              </a:spcAft>
              <a:buClr>
                <a:srgbClr val="7F7F7F"/>
              </a:buClr>
              <a:buSzPts val="1400"/>
              <a:buChar char="•"/>
              <a:defRPr sz="1400">
                <a:solidFill>
                  <a:srgbClr val="7F7F7F"/>
                </a:solidFill>
              </a:defRPr>
            </a:lvl2pPr>
            <a:lvl3pPr indent="-304800" lvl="2" marL="1371600" algn="l">
              <a:lnSpc>
                <a:spcPct val="90000"/>
              </a:lnSpc>
              <a:spcBef>
                <a:spcPts val="360"/>
              </a:spcBef>
              <a:spcAft>
                <a:spcPts val="0"/>
              </a:spcAft>
              <a:buClr>
                <a:srgbClr val="7F7F7F"/>
              </a:buClr>
              <a:buSzPts val="1200"/>
              <a:buChar char="•"/>
              <a:defRPr sz="1200">
                <a:solidFill>
                  <a:srgbClr val="7F7F7F"/>
                </a:solidFill>
              </a:defRPr>
            </a:lvl3pPr>
            <a:lvl4pPr indent="-298450" lvl="3" marL="1828800" algn="l">
              <a:lnSpc>
                <a:spcPct val="90000"/>
              </a:lnSpc>
              <a:spcBef>
                <a:spcPts val="330"/>
              </a:spcBef>
              <a:spcAft>
                <a:spcPts val="0"/>
              </a:spcAft>
              <a:buClr>
                <a:srgbClr val="7F7F7F"/>
              </a:buClr>
              <a:buSzPts val="1100"/>
              <a:buChar char="•"/>
              <a:defRPr sz="1100">
                <a:solidFill>
                  <a:srgbClr val="7F7F7F"/>
                </a:solidFill>
              </a:defRPr>
            </a:lvl4pPr>
            <a:lvl5pPr indent="-298450" lvl="4" marL="2286000" algn="l">
              <a:lnSpc>
                <a:spcPct val="90000"/>
              </a:lnSpc>
              <a:spcBef>
                <a:spcPts val="330"/>
              </a:spcBef>
              <a:spcAft>
                <a:spcPts val="0"/>
              </a:spcAft>
              <a:buClr>
                <a:srgbClr val="7F7F7F"/>
              </a:buClr>
              <a:buSzPts val="1100"/>
              <a:buChar char="•"/>
              <a:defRPr sz="11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94" name="Google Shape;94;p105"/>
          <p:cNvSpPr txBox="1"/>
          <p:nvPr>
            <p:ph idx="2"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95" name="Google Shape;95;p105"/>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05"/>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105"/>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8" name="Shape 98"/>
        <p:cNvGrpSpPr/>
        <p:nvPr/>
      </p:nvGrpSpPr>
      <p:grpSpPr>
        <a:xfrm>
          <a:off x="0" y="0"/>
          <a:ext cx="0" cy="0"/>
          <a:chOff x="0" y="0"/>
          <a:chExt cx="0" cy="0"/>
        </a:xfrm>
      </p:grpSpPr>
      <p:sp>
        <p:nvSpPr>
          <p:cNvPr id="99" name="Google Shape;99;p10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3200"/>
              <a:buFont typeface="Quattrocento Sans"/>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06"/>
          <p:cNvSpPr/>
          <p:nvPr>
            <p:ph idx="2" type="pic"/>
          </p:nvPr>
        </p:nvSpPr>
        <p:spPr>
          <a:xfrm>
            <a:off x="5183188" y="987427"/>
            <a:ext cx="6172200" cy="4873625"/>
          </a:xfrm>
          <a:prstGeom prst="rect">
            <a:avLst/>
          </a:prstGeom>
          <a:noFill/>
          <a:ln>
            <a:noFill/>
          </a:ln>
        </p:spPr>
      </p:sp>
      <p:sp>
        <p:nvSpPr>
          <p:cNvPr id="101" name="Google Shape;101;p106"/>
          <p:cNvSpPr txBox="1"/>
          <p:nvPr>
            <p:ph idx="1" type="body"/>
          </p:nvPr>
        </p:nvSpPr>
        <p:spPr>
          <a:xfrm>
            <a:off x="839788" y="2101850"/>
            <a:ext cx="3932237" cy="375920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480"/>
              </a:spcBef>
              <a:spcAft>
                <a:spcPts val="0"/>
              </a:spcAft>
              <a:buClr>
                <a:schemeClr val="dk1"/>
              </a:buClr>
              <a:buSzPts val="1600"/>
              <a:buNone/>
              <a:defRPr sz="1600"/>
            </a:lvl1pPr>
            <a:lvl2pPr indent="-228600" lvl="1" marL="914400" algn="l">
              <a:lnSpc>
                <a:spcPct val="90000"/>
              </a:lnSpc>
              <a:spcBef>
                <a:spcPts val="420"/>
              </a:spcBef>
              <a:spcAft>
                <a:spcPts val="0"/>
              </a:spcAft>
              <a:buClr>
                <a:schemeClr val="dk1"/>
              </a:buClr>
              <a:buSzPts val="1400"/>
              <a:buNone/>
              <a:defRPr sz="1400"/>
            </a:lvl2pPr>
            <a:lvl3pPr indent="-228600" lvl="2" marL="1371600" algn="l">
              <a:lnSpc>
                <a:spcPct val="90000"/>
              </a:lnSpc>
              <a:spcBef>
                <a:spcPts val="360"/>
              </a:spcBef>
              <a:spcAft>
                <a:spcPts val="0"/>
              </a:spcAft>
              <a:buClr>
                <a:schemeClr val="dk1"/>
              </a:buClr>
              <a:buSzPts val="1200"/>
              <a:buNone/>
              <a:defRPr sz="1200"/>
            </a:lvl3pPr>
            <a:lvl4pPr indent="-228600" lvl="3" marL="1828800" algn="l">
              <a:lnSpc>
                <a:spcPct val="90000"/>
              </a:lnSpc>
              <a:spcBef>
                <a:spcPts val="300"/>
              </a:spcBef>
              <a:spcAft>
                <a:spcPts val="0"/>
              </a:spcAft>
              <a:buClr>
                <a:schemeClr val="dk1"/>
              </a:buClr>
              <a:buSzPts val="1000"/>
              <a:buNone/>
              <a:defRPr sz="1000"/>
            </a:lvl4pPr>
            <a:lvl5pPr indent="-228600" lvl="4" marL="2286000" algn="l">
              <a:lnSpc>
                <a:spcPct val="90000"/>
              </a:lnSpc>
              <a:spcBef>
                <a:spcPts val="300"/>
              </a:spcBef>
              <a:spcAft>
                <a:spcPts val="0"/>
              </a:spcAft>
              <a:buClr>
                <a:schemeClr val="dk1"/>
              </a:buClr>
              <a:buSzPts val="1000"/>
              <a:buNone/>
              <a:defRPr sz="1000"/>
            </a:lvl5pPr>
            <a:lvl6pPr indent="-228600" lvl="5" marL="2743200" algn="l">
              <a:lnSpc>
                <a:spcPct val="90000"/>
              </a:lnSpc>
              <a:spcBef>
                <a:spcPts val="300"/>
              </a:spcBef>
              <a:spcAft>
                <a:spcPts val="0"/>
              </a:spcAft>
              <a:buClr>
                <a:schemeClr val="dk1"/>
              </a:buClr>
              <a:buSzPts val="1000"/>
              <a:buNone/>
              <a:defRPr sz="1000"/>
            </a:lvl6pPr>
            <a:lvl7pPr indent="-228600" lvl="6" marL="3200400" algn="l">
              <a:lnSpc>
                <a:spcPct val="90000"/>
              </a:lnSpc>
              <a:spcBef>
                <a:spcPts val="300"/>
              </a:spcBef>
              <a:spcAft>
                <a:spcPts val="0"/>
              </a:spcAft>
              <a:buClr>
                <a:schemeClr val="dk1"/>
              </a:buClr>
              <a:buSzPts val="1000"/>
              <a:buNone/>
              <a:defRPr sz="1000"/>
            </a:lvl7pPr>
            <a:lvl8pPr indent="-228600" lvl="7" marL="3657600" algn="l">
              <a:lnSpc>
                <a:spcPct val="90000"/>
              </a:lnSpc>
              <a:spcBef>
                <a:spcPts val="300"/>
              </a:spcBef>
              <a:spcAft>
                <a:spcPts val="0"/>
              </a:spcAft>
              <a:buClr>
                <a:schemeClr val="dk1"/>
              </a:buClr>
              <a:buSzPts val="1000"/>
              <a:buNone/>
              <a:defRPr sz="1000"/>
            </a:lvl8pPr>
            <a:lvl9pPr indent="-228600" lvl="8" marL="4114800" algn="l">
              <a:lnSpc>
                <a:spcPct val="90000"/>
              </a:lnSpc>
              <a:spcBef>
                <a:spcPts val="300"/>
              </a:spcBef>
              <a:spcAft>
                <a:spcPts val="0"/>
              </a:spcAft>
              <a:buClr>
                <a:schemeClr val="dk1"/>
              </a:buClr>
              <a:buSzPts val="1000"/>
              <a:buNone/>
              <a:defRPr sz="1000"/>
            </a:lvl9pPr>
          </a:lstStyle>
          <a:p/>
        </p:txBody>
      </p:sp>
      <p:sp>
        <p:nvSpPr>
          <p:cNvPr id="102" name="Google Shape;102;p106"/>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106"/>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06"/>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5" name="Shape 105"/>
        <p:cNvGrpSpPr/>
        <p:nvPr/>
      </p:nvGrpSpPr>
      <p:grpSpPr>
        <a:xfrm>
          <a:off x="0" y="0"/>
          <a:ext cx="0" cy="0"/>
          <a:chOff x="0" y="0"/>
          <a:chExt cx="0" cy="0"/>
        </a:xfrm>
      </p:grpSpPr>
      <p:sp>
        <p:nvSpPr>
          <p:cNvPr id="106" name="Google Shape;106;p107"/>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07" name="Google Shape;107;p10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0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09" name="Google Shape;109;p107"/>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07"/>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07"/>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112" name="Google Shape;112;p107"/>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13" name="Google Shape;113;p107"/>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4" name="Shape 114"/>
        <p:cNvGrpSpPr/>
        <p:nvPr/>
      </p:nvGrpSpPr>
      <p:grpSpPr>
        <a:xfrm>
          <a:off x="0" y="0"/>
          <a:ext cx="0" cy="0"/>
          <a:chOff x="0" y="0"/>
          <a:chExt cx="0" cy="0"/>
        </a:xfrm>
      </p:grpSpPr>
      <p:sp>
        <p:nvSpPr>
          <p:cNvPr id="115" name="Google Shape;115;p108"/>
          <p:cNvSpPr/>
          <p:nvPr/>
        </p:nvSpPr>
        <p:spPr>
          <a:xfrm>
            <a:off x="10095346" y="0"/>
            <a:ext cx="2096655" cy="6858000"/>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16" name="Google Shape;116;p108"/>
          <p:cNvSpPr txBox="1"/>
          <p:nvPr>
            <p:ph type="title"/>
          </p:nvPr>
        </p:nvSpPr>
        <p:spPr>
          <a:xfrm rot="5400000">
            <a:off x="8219282" y="2361262"/>
            <a:ext cx="5811838" cy="181956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08"/>
          <p:cNvSpPr txBox="1"/>
          <p:nvPr>
            <p:ph idx="1" type="body"/>
          </p:nvPr>
        </p:nvSpPr>
        <p:spPr>
          <a:xfrm rot="5400000">
            <a:off x="1799432"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540"/>
              </a:spcBef>
              <a:spcAft>
                <a:spcPts val="0"/>
              </a:spcAft>
              <a:buClr>
                <a:schemeClr val="dk1"/>
              </a:buClr>
              <a:buSzPts val="1800"/>
              <a:buChar char="•"/>
              <a:defRPr/>
            </a:lvl1pPr>
            <a:lvl2pPr indent="-342900" lvl="1" marL="914400" algn="l">
              <a:lnSpc>
                <a:spcPct val="90000"/>
              </a:lnSpc>
              <a:spcBef>
                <a:spcPts val="540"/>
              </a:spcBef>
              <a:spcAft>
                <a:spcPts val="0"/>
              </a:spcAft>
              <a:buClr>
                <a:schemeClr val="dk1"/>
              </a:buClr>
              <a:buSzPts val="1800"/>
              <a:buChar char="•"/>
              <a:defRPr/>
            </a:lvl2pPr>
            <a:lvl3pPr indent="-342900" lvl="2" marL="1371600" algn="l">
              <a:lnSpc>
                <a:spcPct val="90000"/>
              </a:lnSpc>
              <a:spcBef>
                <a:spcPts val="540"/>
              </a:spcBef>
              <a:spcAft>
                <a:spcPts val="0"/>
              </a:spcAft>
              <a:buClr>
                <a:schemeClr val="dk1"/>
              </a:buClr>
              <a:buSzPts val="1800"/>
              <a:buChar char="•"/>
              <a:defRPr/>
            </a:lvl3pPr>
            <a:lvl4pPr indent="-342900" lvl="3" marL="1828800" algn="l">
              <a:lnSpc>
                <a:spcPct val="90000"/>
              </a:lnSpc>
              <a:spcBef>
                <a:spcPts val="540"/>
              </a:spcBef>
              <a:spcAft>
                <a:spcPts val="0"/>
              </a:spcAft>
              <a:buClr>
                <a:schemeClr val="dk1"/>
              </a:buClr>
              <a:buSzPts val="1800"/>
              <a:buChar char="•"/>
              <a:defRPr/>
            </a:lvl4pPr>
            <a:lvl5pPr indent="-342900" lvl="4" marL="2286000" algn="l">
              <a:lnSpc>
                <a:spcPct val="90000"/>
              </a:lnSpc>
              <a:spcBef>
                <a:spcPts val="540"/>
              </a:spcBef>
              <a:spcAft>
                <a:spcPts val="0"/>
              </a:spcAft>
              <a:buClr>
                <a:schemeClr val="dk1"/>
              </a:buClr>
              <a:buSzPts val="1800"/>
              <a:buChar char="•"/>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18" name="Google Shape;118;p108"/>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108"/>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08"/>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121" name="Google Shape;121;p108"/>
          <p:cNvSpPr/>
          <p:nvPr/>
        </p:nvSpPr>
        <p:spPr>
          <a:xfrm>
            <a:off x="10095346" y="0"/>
            <a:ext cx="2096655" cy="6858000"/>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2" name="Shape 122"/>
        <p:cNvGrpSpPr/>
        <p:nvPr/>
      </p:nvGrpSpPr>
      <p:grpSpPr>
        <a:xfrm>
          <a:off x="0" y="0"/>
          <a:ext cx="0" cy="0"/>
          <a:chOff x="0" y="0"/>
          <a:chExt cx="0" cy="0"/>
        </a:xfrm>
      </p:grpSpPr>
      <p:sp>
        <p:nvSpPr>
          <p:cNvPr id="123" name="Google Shape;123;p109"/>
          <p:cNvSpPr txBox="1"/>
          <p:nvPr>
            <p:ph type="title"/>
          </p:nvPr>
        </p:nvSpPr>
        <p:spPr>
          <a:xfrm>
            <a:off x="415600" y="593367"/>
            <a:ext cx="11360800" cy="7636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800"/>
              <a:buFont typeface="Quattrocento Sans"/>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4" name="Google Shape;124;p109"/>
          <p:cNvSpPr txBox="1"/>
          <p:nvPr>
            <p:ph idx="1" type="body"/>
          </p:nvPr>
        </p:nvSpPr>
        <p:spPr>
          <a:xfrm>
            <a:off x="415600" y="1536633"/>
            <a:ext cx="113608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90000"/>
              </a:lnSpc>
              <a:spcBef>
                <a:spcPts val="0"/>
              </a:spcBef>
              <a:spcAft>
                <a:spcPts val="0"/>
              </a:spcAft>
              <a:buClr>
                <a:schemeClr val="dk1"/>
              </a:buClr>
              <a:buSzPts val="1800"/>
              <a:buChar char="●"/>
              <a:defRPr/>
            </a:lvl1pPr>
            <a:lvl2pPr indent="-317500" lvl="1" marL="914400" algn="l">
              <a:lnSpc>
                <a:spcPct val="90000"/>
              </a:lnSpc>
              <a:spcBef>
                <a:spcPts val="2133"/>
              </a:spcBef>
              <a:spcAft>
                <a:spcPts val="0"/>
              </a:spcAft>
              <a:buClr>
                <a:schemeClr val="dk1"/>
              </a:buClr>
              <a:buSzPts val="1400"/>
              <a:buChar char="○"/>
              <a:defRPr/>
            </a:lvl2pPr>
            <a:lvl3pPr indent="-317500" lvl="2" marL="1371600" algn="l">
              <a:lnSpc>
                <a:spcPct val="90000"/>
              </a:lnSpc>
              <a:spcBef>
                <a:spcPts val="2133"/>
              </a:spcBef>
              <a:spcAft>
                <a:spcPts val="0"/>
              </a:spcAft>
              <a:buClr>
                <a:schemeClr val="dk1"/>
              </a:buClr>
              <a:buSzPts val="1400"/>
              <a:buChar char="■"/>
              <a:defRPr/>
            </a:lvl3pPr>
            <a:lvl4pPr indent="-317500" lvl="3" marL="1828800" algn="l">
              <a:lnSpc>
                <a:spcPct val="90000"/>
              </a:lnSpc>
              <a:spcBef>
                <a:spcPts val="2133"/>
              </a:spcBef>
              <a:spcAft>
                <a:spcPts val="0"/>
              </a:spcAft>
              <a:buClr>
                <a:schemeClr val="dk1"/>
              </a:buClr>
              <a:buSzPts val="1400"/>
              <a:buChar char="●"/>
              <a:defRPr/>
            </a:lvl4pPr>
            <a:lvl5pPr indent="-317500" lvl="4" marL="2286000" algn="l">
              <a:lnSpc>
                <a:spcPct val="90000"/>
              </a:lnSpc>
              <a:spcBef>
                <a:spcPts val="2133"/>
              </a:spcBef>
              <a:spcAft>
                <a:spcPts val="0"/>
              </a:spcAft>
              <a:buClr>
                <a:schemeClr val="dk1"/>
              </a:buClr>
              <a:buSzPts val="1400"/>
              <a:buChar char="○"/>
              <a:defRPr/>
            </a:lvl5pPr>
            <a:lvl6pPr indent="-317500" lvl="5" marL="2743200" algn="l">
              <a:lnSpc>
                <a:spcPct val="90000"/>
              </a:lnSpc>
              <a:spcBef>
                <a:spcPts val="2133"/>
              </a:spcBef>
              <a:spcAft>
                <a:spcPts val="0"/>
              </a:spcAft>
              <a:buClr>
                <a:schemeClr val="dk1"/>
              </a:buClr>
              <a:buSzPts val="1400"/>
              <a:buChar char="■"/>
              <a:defRPr/>
            </a:lvl6pPr>
            <a:lvl7pPr indent="-317500" lvl="6" marL="3200400" algn="l">
              <a:lnSpc>
                <a:spcPct val="90000"/>
              </a:lnSpc>
              <a:spcBef>
                <a:spcPts val="2133"/>
              </a:spcBef>
              <a:spcAft>
                <a:spcPts val="0"/>
              </a:spcAft>
              <a:buClr>
                <a:schemeClr val="dk1"/>
              </a:buClr>
              <a:buSzPts val="1400"/>
              <a:buChar char="●"/>
              <a:defRPr/>
            </a:lvl7pPr>
            <a:lvl8pPr indent="-317500" lvl="7" marL="3657600" algn="l">
              <a:lnSpc>
                <a:spcPct val="90000"/>
              </a:lnSpc>
              <a:spcBef>
                <a:spcPts val="2133"/>
              </a:spcBef>
              <a:spcAft>
                <a:spcPts val="0"/>
              </a:spcAft>
              <a:buClr>
                <a:schemeClr val="dk1"/>
              </a:buClr>
              <a:buSzPts val="1400"/>
              <a:buChar char="○"/>
              <a:defRPr/>
            </a:lvl8pPr>
            <a:lvl9pPr indent="-317500" lvl="8" marL="4114800" algn="l">
              <a:lnSpc>
                <a:spcPct val="90000"/>
              </a:lnSpc>
              <a:spcBef>
                <a:spcPts val="2133"/>
              </a:spcBef>
              <a:spcAft>
                <a:spcPts val="2133"/>
              </a:spcAft>
              <a:buClr>
                <a:schemeClr val="dk1"/>
              </a:buClr>
              <a:buSzPts val="1400"/>
              <a:buChar char="■"/>
              <a:defRPr/>
            </a:lvl9pPr>
          </a:lstStyle>
          <a:p/>
        </p:txBody>
      </p:sp>
      <p:sp>
        <p:nvSpPr>
          <p:cNvPr id="125" name="Google Shape;125;p109"/>
          <p:cNvSpPr txBox="1"/>
          <p:nvPr>
            <p:ph idx="12" type="sldNum"/>
          </p:nvPr>
        </p:nvSpPr>
        <p:spPr>
          <a:xfrm>
            <a:off x="11296611" y="6217623"/>
            <a:ext cx="731600" cy="5248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888888"/>
              </a:buClr>
              <a:buSzPts val="1200"/>
              <a:buFont typeface="Quattrocento Sans"/>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132" name="Shape 132"/>
        <p:cNvGrpSpPr/>
        <p:nvPr/>
      </p:nvGrpSpPr>
      <p:grpSpPr>
        <a:xfrm>
          <a:off x="0" y="0"/>
          <a:ext cx="0" cy="0"/>
          <a:chOff x="0" y="0"/>
          <a:chExt cx="0" cy="0"/>
        </a:xfrm>
      </p:grpSpPr>
      <p:sp>
        <p:nvSpPr>
          <p:cNvPr id="133" name="Google Shape;133;p83"/>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34" name="Google Shape;134;p8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Quattrocento Sans"/>
              <a:buNone/>
              <a:defRPr sz="36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8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900"/>
              </a:spcBef>
              <a:spcAft>
                <a:spcPts val="0"/>
              </a:spcAft>
              <a:buClr>
                <a:srgbClr val="7F7F7F"/>
              </a:buClr>
              <a:buSzPts val="3000"/>
              <a:buChar char="•"/>
              <a:defRPr sz="3000">
                <a:solidFill>
                  <a:srgbClr val="7F7F7F"/>
                </a:solidFill>
              </a:defRPr>
            </a:lvl1pPr>
            <a:lvl2pPr indent="-393700" lvl="1" marL="914400" algn="l">
              <a:lnSpc>
                <a:spcPct val="90000"/>
              </a:lnSpc>
              <a:spcBef>
                <a:spcPts val="780"/>
              </a:spcBef>
              <a:spcAft>
                <a:spcPts val="0"/>
              </a:spcAft>
              <a:buClr>
                <a:srgbClr val="7F7F7F"/>
              </a:buClr>
              <a:buSzPts val="2600"/>
              <a:buChar char="•"/>
              <a:defRPr sz="2600">
                <a:solidFill>
                  <a:srgbClr val="7F7F7F"/>
                </a:solidFill>
              </a:defRPr>
            </a:lvl2pPr>
            <a:lvl3pPr indent="-355600" lvl="2" marL="1371600" algn="l">
              <a:lnSpc>
                <a:spcPct val="90000"/>
              </a:lnSpc>
              <a:spcBef>
                <a:spcPts val="600"/>
              </a:spcBef>
              <a:spcAft>
                <a:spcPts val="0"/>
              </a:spcAft>
              <a:buClr>
                <a:srgbClr val="7F7F7F"/>
              </a:buClr>
              <a:buSzPts val="2000"/>
              <a:buChar char="•"/>
              <a:defRPr sz="2000">
                <a:solidFill>
                  <a:srgbClr val="7F7F7F"/>
                </a:solidFill>
              </a:defRPr>
            </a:lvl3pPr>
            <a:lvl4pPr indent="-342900" lvl="3" marL="1828800" algn="l">
              <a:lnSpc>
                <a:spcPct val="90000"/>
              </a:lnSpc>
              <a:spcBef>
                <a:spcPts val="540"/>
              </a:spcBef>
              <a:spcAft>
                <a:spcPts val="0"/>
              </a:spcAft>
              <a:buClr>
                <a:srgbClr val="7F7F7F"/>
              </a:buClr>
              <a:buSzPts val="1800"/>
              <a:buChar char="•"/>
              <a:defRPr sz="1800">
                <a:solidFill>
                  <a:srgbClr val="7F7F7F"/>
                </a:solidFill>
              </a:defRPr>
            </a:lvl4pPr>
            <a:lvl5pPr indent="-304800" lvl="4" marL="2286000" algn="l">
              <a:lnSpc>
                <a:spcPct val="90000"/>
              </a:lnSpc>
              <a:spcBef>
                <a:spcPts val="360"/>
              </a:spcBef>
              <a:spcAft>
                <a:spcPts val="0"/>
              </a:spcAft>
              <a:buClr>
                <a:srgbClr val="7F7F7F"/>
              </a:buClr>
              <a:buSzPts val="1200"/>
              <a:buChar char="•"/>
              <a:defRPr sz="1200">
                <a:solidFill>
                  <a:srgbClr val="7F7F7F"/>
                </a:solidFill>
              </a:defRPr>
            </a:lvl5pPr>
            <a:lvl6pPr indent="-342900" lvl="5" marL="2743200" algn="l">
              <a:lnSpc>
                <a:spcPct val="90000"/>
              </a:lnSpc>
              <a:spcBef>
                <a:spcPts val="540"/>
              </a:spcBef>
              <a:spcAft>
                <a:spcPts val="0"/>
              </a:spcAft>
              <a:buClr>
                <a:schemeClr val="dk1"/>
              </a:buClr>
              <a:buSzPts val="1800"/>
              <a:buChar char="•"/>
              <a:defRPr/>
            </a:lvl6pPr>
            <a:lvl7pPr indent="-342900" lvl="6" marL="3200400" algn="l">
              <a:lnSpc>
                <a:spcPct val="90000"/>
              </a:lnSpc>
              <a:spcBef>
                <a:spcPts val="540"/>
              </a:spcBef>
              <a:spcAft>
                <a:spcPts val="0"/>
              </a:spcAft>
              <a:buClr>
                <a:schemeClr val="dk1"/>
              </a:buClr>
              <a:buSzPts val="1800"/>
              <a:buChar char="•"/>
              <a:defRPr/>
            </a:lvl7pPr>
            <a:lvl8pPr indent="-342900" lvl="7" marL="3657600" algn="l">
              <a:lnSpc>
                <a:spcPct val="90000"/>
              </a:lnSpc>
              <a:spcBef>
                <a:spcPts val="540"/>
              </a:spcBef>
              <a:spcAft>
                <a:spcPts val="0"/>
              </a:spcAft>
              <a:buClr>
                <a:schemeClr val="dk1"/>
              </a:buClr>
              <a:buSzPts val="1800"/>
              <a:buChar char="•"/>
              <a:defRPr/>
            </a:lvl8pPr>
            <a:lvl9pPr indent="-342900" lvl="8" marL="4114800" algn="l">
              <a:lnSpc>
                <a:spcPct val="90000"/>
              </a:lnSpc>
              <a:spcBef>
                <a:spcPts val="540"/>
              </a:spcBef>
              <a:spcAft>
                <a:spcPts val="0"/>
              </a:spcAft>
              <a:buClr>
                <a:schemeClr val="dk1"/>
              </a:buClr>
              <a:buSzPts val="1800"/>
              <a:buChar char="•"/>
              <a:defRPr/>
            </a:lvl9pPr>
          </a:lstStyle>
          <a:p/>
        </p:txBody>
      </p:sp>
      <p:sp>
        <p:nvSpPr>
          <p:cNvPr id="136" name="Google Shape;136;p83"/>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37" name="Google Shape;137;p83"/>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38" name="Google Shape;138;p83"/>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
        <p:nvSpPr>
          <p:cNvPr id="139" name="Google Shape;139;p83"/>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pic>
        <p:nvPicPr>
          <p:cNvPr id="140" name="Google Shape;140;p83"/>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p:cSld name="1_Section Header">
    <p:spTree>
      <p:nvGrpSpPr>
        <p:cNvPr id="141" name="Shape 141"/>
        <p:cNvGrpSpPr/>
        <p:nvPr/>
      </p:nvGrpSpPr>
      <p:grpSpPr>
        <a:xfrm>
          <a:off x="0" y="0"/>
          <a:ext cx="0" cy="0"/>
          <a:chOff x="0" y="0"/>
          <a:chExt cx="0" cy="0"/>
        </a:xfrm>
      </p:grpSpPr>
      <p:sp>
        <p:nvSpPr>
          <p:cNvPr id="142" name="Google Shape;142;p84"/>
          <p:cNvSpPr/>
          <p:nvPr/>
        </p:nvSpPr>
        <p:spPr>
          <a:xfrm>
            <a:off x="0" y="1709738"/>
            <a:ext cx="12192000" cy="357518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Quattrocento Sans"/>
              <a:ea typeface="Quattrocento Sans"/>
              <a:cs typeface="Quattrocento Sans"/>
              <a:sym typeface="Quattrocento Sans"/>
            </a:endParaRPr>
          </a:p>
        </p:txBody>
      </p:sp>
      <p:sp>
        <p:nvSpPr>
          <p:cNvPr id="143" name="Google Shape;143;p84"/>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chemeClr val="lt1"/>
              </a:buClr>
              <a:buSzPts val="4800"/>
              <a:buFont typeface="Quattrocento Sans"/>
              <a:buNone/>
              <a:defRPr sz="4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84"/>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45" name="Google Shape;145;p84"/>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Clr>
                <a:srgbClr val="888888"/>
              </a:buClr>
              <a:buSzPts val="1400"/>
              <a:buFont typeface="Calibri"/>
              <a:buNone/>
              <a:defRPr/>
            </a:lvl1pPr>
            <a:lvl2pPr lvl="1" algn="l">
              <a:lnSpc>
                <a:spcPct val="100000"/>
              </a:lnSpc>
              <a:spcBef>
                <a:spcPts val="0"/>
              </a:spcBef>
              <a:spcAft>
                <a:spcPts val="0"/>
              </a:spcAft>
              <a:buClr>
                <a:schemeClr val="dk1"/>
              </a:buClr>
              <a:buSzPts val="1400"/>
              <a:buFont typeface="Calibri"/>
              <a:buNone/>
              <a:defRPr/>
            </a:lvl2pPr>
            <a:lvl3pPr lvl="2" algn="l">
              <a:lnSpc>
                <a:spcPct val="100000"/>
              </a:lnSpc>
              <a:spcBef>
                <a:spcPts val="0"/>
              </a:spcBef>
              <a:spcAft>
                <a:spcPts val="0"/>
              </a:spcAft>
              <a:buClr>
                <a:schemeClr val="dk1"/>
              </a:buClr>
              <a:buSzPts val="1400"/>
              <a:buFont typeface="Calibri"/>
              <a:buNone/>
              <a:defRPr/>
            </a:lvl3pPr>
            <a:lvl4pPr lvl="3" algn="l">
              <a:lnSpc>
                <a:spcPct val="100000"/>
              </a:lnSpc>
              <a:spcBef>
                <a:spcPts val="0"/>
              </a:spcBef>
              <a:spcAft>
                <a:spcPts val="0"/>
              </a:spcAft>
              <a:buClr>
                <a:schemeClr val="dk1"/>
              </a:buClr>
              <a:buSzPts val="1400"/>
              <a:buFont typeface="Calibri"/>
              <a:buNone/>
              <a:defRPr/>
            </a:lvl4pPr>
            <a:lvl5pPr lvl="4" algn="l">
              <a:lnSpc>
                <a:spcPct val="100000"/>
              </a:lnSpc>
              <a:spcBef>
                <a:spcPts val="0"/>
              </a:spcBef>
              <a:spcAft>
                <a:spcPts val="0"/>
              </a:spcAft>
              <a:buClr>
                <a:schemeClr val="dk1"/>
              </a:buClr>
              <a:buSzPts val="1400"/>
              <a:buFont typeface="Calibri"/>
              <a:buNone/>
              <a:defRPr/>
            </a:lvl5pPr>
            <a:lvl6pPr lvl="5" algn="l">
              <a:lnSpc>
                <a:spcPct val="100000"/>
              </a:lnSpc>
              <a:spcBef>
                <a:spcPts val="0"/>
              </a:spcBef>
              <a:spcAft>
                <a:spcPts val="0"/>
              </a:spcAft>
              <a:buClr>
                <a:schemeClr val="dk1"/>
              </a:buClr>
              <a:buSzPts val="1400"/>
              <a:buFont typeface="Calibri"/>
              <a:buNone/>
              <a:defRPr/>
            </a:lvl6pPr>
            <a:lvl7pPr lvl="6" algn="l">
              <a:lnSpc>
                <a:spcPct val="100000"/>
              </a:lnSpc>
              <a:spcBef>
                <a:spcPts val="0"/>
              </a:spcBef>
              <a:spcAft>
                <a:spcPts val="0"/>
              </a:spcAft>
              <a:buClr>
                <a:schemeClr val="dk1"/>
              </a:buClr>
              <a:buSzPts val="1400"/>
              <a:buFont typeface="Calibri"/>
              <a:buNone/>
              <a:defRPr/>
            </a:lvl7pPr>
            <a:lvl8pPr lvl="7" algn="l">
              <a:lnSpc>
                <a:spcPct val="100000"/>
              </a:lnSpc>
              <a:spcBef>
                <a:spcPts val="0"/>
              </a:spcBef>
              <a:spcAft>
                <a:spcPts val="0"/>
              </a:spcAft>
              <a:buClr>
                <a:schemeClr val="dk1"/>
              </a:buClr>
              <a:buSzPts val="1400"/>
              <a:buFont typeface="Calibri"/>
              <a:buNone/>
              <a:defRPr/>
            </a:lvl8pPr>
            <a:lvl9pPr lvl="8" algn="l">
              <a:lnSpc>
                <a:spcPct val="100000"/>
              </a:lnSpc>
              <a:spcBef>
                <a:spcPts val="0"/>
              </a:spcBef>
              <a:spcAft>
                <a:spcPts val="0"/>
              </a:spcAft>
              <a:buClr>
                <a:schemeClr val="dk1"/>
              </a:buClr>
              <a:buSzPts val="1400"/>
              <a:buFont typeface="Calibri"/>
              <a:buNone/>
              <a:defRPr/>
            </a:lvl9pPr>
          </a:lstStyle>
          <a:p/>
        </p:txBody>
      </p:sp>
      <p:sp>
        <p:nvSpPr>
          <p:cNvPr id="146" name="Google Shape;146;p84"/>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wo Content">
  <p:cSld name="2_Two Content">
    <p:spTree>
      <p:nvGrpSpPr>
        <p:cNvPr id="147" name="Shape 147"/>
        <p:cNvGrpSpPr/>
        <p:nvPr/>
      </p:nvGrpSpPr>
      <p:grpSpPr>
        <a:xfrm>
          <a:off x="0" y="0"/>
          <a:ext cx="0" cy="0"/>
          <a:chOff x="0" y="0"/>
          <a:chExt cx="0" cy="0"/>
        </a:xfrm>
      </p:grpSpPr>
      <p:sp>
        <p:nvSpPr>
          <p:cNvPr id="148" name="Google Shape;148;p85"/>
          <p:cNvSpPr/>
          <p:nvPr/>
        </p:nvSpPr>
        <p:spPr>
          <a:xfrm>
            <a:off x="0" y="0"/>
            <a:ext cx="12192000" cy="1332854"/>
          </a:xfrm>
          <a:prstGeom prst="rect">
            <a:avLst/>
          </a:prstGeom>
          <a:solidFill>
            <a:srgbClr val="D247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9" name="Google Shape;149;p8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3600"/>
              <a:buFont typeface="Calibri"/>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8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19100" lvl="0" marL="457200" algn="l">
              <a:lnSpc>
                <a:spcPct val="90000"/>
              </a:lnSpc>
              <a:spcBef>
                <a:spcPts val="1000"/>
              </a:spcBef>
              <a:spcAft>
                <a:spcPts val="0"/>
              </a:spcAft>
              <a:buClr>
                <a:srgbClr val="7F7F7F"/>
              </a:buClr>
              <a:buSzPts val="3000"/>
              <a:buChar char="•"/>
              <a:defRPr sz="3000">
                <a:solidFill>
                  <a:srgbClr val="7F7F7F"/>
                </a:solidFill>
              </a:defRPr>
            </a:lvl1pPr>
            <a:lvl2pPr indent="-393700" lvl="1" marL="914400" algn="l">
              <a:lnSpc>
                <a:spcPct val="90000"/>
              </a:lnSpc>
              <a:spcBef>
                <a:spcPts val="500"/>
              </a:spcBef>
              <a:spcAft>
                <a:spcPts val="0"/>
              </a:spcAft>
              <a:buClr>
                <a:srgbClr val="7F7F7F"/>
              </a:buClr>
              <a:buSzPts val="2600"/>
              <a:buChar char="•"/>
              <a:defRPr sz="2600">
                <a:solidFill>
                  <a:srgbClr val="7F7F7F"/>
                </a:solidFill>
              </a:defRPr>
            </a:lvl2pPr>
            <a:lvl3pPr indent="-355600" lvl="2" marL="1371600" algn="l">
              <a:lnSpc>
                <a:spcPct val="90000"/>
              </a:lnSpc>
              <a:spcBef>
                <a:spcPts val="500"/>
              </a:spcBef>
              <a:spcAft>
                <a:spcPts val="0"/>
              </a:spcAft>
              <a:buClr>
                <a:srgbClr val="7F7F7F"/>
              </a:buClr>
              <a:buSzPts val="2000"/>
              <a:buChar char="•"/>
              <a:defRPr sz="2000">
                <a:solidFill>
                  <a:srgbClr val="7F7F7F"/>
                </a:solidFill>
              </a:defRPr>
            </a:lvl3pPr>
            <a:lvl4pPr indent="-342900" lvl="3" marL="1828800" algn="l">
              <a:lnSpc>
                <a:spcPct val="90000"/>
              </a:lnSpc>
              <a:spcBef>
                <a:spcPts val="500"/>
              </a:spcBef>
              <a:spcAft>
                <a:spcPts val="0"/>
              </a:spcAft>
              <a:buClr>
                <a:srgbClr val="7F7F7F"/>
              </a:buClr>
              <a:buSzPts val="1800"/>
              <a:buChar char="•"/>
              <a:defRPr sz="1800">
                <a:solidFill>
                  <a:srgbClr val="7F7F7F"/>
                </a:solidFill>
              </a:defRPr>
            </a:lvl4pPr>
            <a:lvl5pPr indent="-304800" lvl="4" marL="2286000" algn="l">
              <a:lnSpc>
                <a:spcPct val="90000"/>
              </a:lnSpc>
              <a:spcBef>
                <a:spcPts val="500"/>
              </a:spcBef>
              <a:spcAft>
                <a:spcPts val="0"/>
              </a:spcAft>
              <a:buClr>
                <a:srgbClr val="7F7F7F"/>
              </a:buClr>
              <a:buSzPts val="1200"/>
              <a:buChar char="•"/>
              <a:defRPr sz="1200">
                <a:solidFill>
                  <a:srgbClr val="7F7F7F"/>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51" name="Google Shape;151;p8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8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8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
        <p:nvSpPr>
          <p:cNvPr id="154" name="Google Shape;154;p85"/>
          <p:cNvSpPr/>
          <p:nvPr/>
        </p:nvSpPr>
        <p:spPr>
          <a:xfrm>
            <a:off x="0" y="0"/>
            <a:ext cx="12192000" cy="1332854"/>
          </a:xfrm>
          <a:prstGeom prst="rect">
            <a:avLst/>
          </a:prstGeom>
          <a:solidFill>
            <a:srgbClr val="0055A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155" name="Google Shape;155;p85"/>
          <p:cNvPicPr preferRelativeResize="0"/>
          <p:nvPr/>
        </p:nvPicPr>
        <p:blipFill rotWithShape="1">
          <a:blip r:embed="rId2">
            <a:alphaModFix/>
          </a:blip>
          <a:srcRect b="0" l="0" r="0" t="0"/>
          <a:stretch/>
        </p:blipFill>
        <p:spPr>
          <a:xfrm>
            <a:off x="9729385" y="165006"/>
            <a:ext cx="2228850" cy="439428"/>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6" name="Shape 156"/>
        <p:cNvGrpSpPr/>
        <p:nvPr/>
      </p:nvGrpSpPr>
      <p:grpSpPr>
        <a:xfrm>
          <a:off x="0" y="0"/>
          <a:ext cx="0" cy="0"/>
          <a:chOff x="0" y="0"/>
          <a:chExt cx="0" cy="0"/>
        </a:xfrm>
      </p:grpSpPr>
      <p:sp>
        <p:nvSpPr>
          <p:cNvPr id="157" name="Google Shape;157;p8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8" name="Google Shape;158;p8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59" name="Google Shape;159;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0" name="Google Shape;160;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1" name="Google Shape;161;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2" name="Shape 162"/>
        <p:cNvGrpSpPr/>
        <p:nvPr/>
      </p:nvGrpSpPr>
      <p:grpSpPr>
        <a:xfrm>
          <a:off x="0" y="0"/>
          <a:ext cx="0" cy="0"/>
          <a:chOff x="0" y="0"/>
          <a:chExt cx="0" cy="0"/>
        </a:xfrm>
      </p:grpSpPr>
      <p:sp>
        <p:nvSpPr>
          <p:cNvPr id="163" name="Google Shape;163;p8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 name="Google Shape;164;p8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65" name="Google Shape;165;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7" name="Google Shape;167;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8" name="Shape 168"/>
        <p:cNvGrpSpPr/>
        <p:nvPr/>
      </p:nvGrpSpPr>
      <p:grpSpPr>
        <a:xfrm>
          <a:off x="0" y="0"/>
          <a:ext cx="0" cy="0"/>
          <a:chOff x="0" y="0"/>
          <a:chExt cx="0" cy="0"/>
        </a:xfrm>
      </p:grpSpPr>
      <p:sp>
        <p:nvSpPr>
          <p:cNvPr id="169" name="Google Shape;169;p8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0" name="Google Shape;170;p8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71" name="Google Shape;171;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4" name="Shape 174"/>
        <p:cNvGrpSpPr/>
        <p:nvPr/>
      </p:nvGrpSpPr>
      <p:grpSpPr>
        <a:xfrm>
          <a:off x="0" y="0"/>
          <a:ext cx="0" cy="0"/>
          <a:chOff x="0" y="0"/>
          <a:chExt cx="0" cy="0"/>
        </a:xfrm>
      </p:grpSpPr>
      <p:sp>
        <p:nvSpPr>
          <p:cNvPr id="175" name="Google Shape;175;p9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6" name="Google Shape;176;p9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7" name="Google Shape;177;p9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8" name="Google Shape;178;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9" name="Google Shape;179;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1" name="Shape 181"/>
        <p:cNvGrpSpPr/>
        <p:nvPr/>
      </p:nvGrpSpPr>
      <p:grpSpPr>
        <a:xfrm>
          <a:off x="0" y="0"/>
          <a:ext cx="0" cy="0"/>
          <a:chOff x="0" y="0"/>
          <a:chExt cx="0" cy="0"/>
        </a:xfrm>
      </p:grpSpPr>
      <p:sp>
        <p:nvSpPr>
          <p:cNvPr id="182" name="Google Shape;182;p9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9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4" name="Google Shape;184;p9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5" name="Google Shape;185;p9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86" name="Google Shape;186;p9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7" name="Google Shape;187;p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0" name="Shape 190"/>
        <p:cNvGrpSpPr/>
        <p:nvPr/>
      </p:nvGrpSpPr>
      <p:grpSpPr>
        <a:xfrm>
          <a:off x="0" y="0"/>
          <a:ext cx="0" cy="0"/>
          <a:chOff x="0" y="0"/>
          <a:chExt cx="0" cy="0"/>
        </a:xfrm>
      </p:grpSpPr>
      <p:sp>
        <p:nvSpPr>
          <p:cNvPr id="191" name="Google Shape;191;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p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5" name="Shape 195"/>
        <p:cNvGrpSpPr/>
        <p:nvPr/>
      </p:nvGrpSpPr>
      <p:grpSpPr>
        <a:xfrm>
          <a:off x="0" y="0"/>
          <a:ext cx="0" cy="0"/>
          <a:chOff x="0" y="0"/>
          <a:chExt cx="0" cy="0"/>
        </a:xfrm>
      </p:grpSpPr>
      <p:sp>
        <p:nvSpPr>
          <p:cNvPr id="196" name="Google Shape;196;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99" name="Shape 199"/>
        <p:cNvGrpSpPr/>
        <p:nvPr/>
      </p:nvGrpSpPr>
      <p:grpSpPr>
        <a:xfrm>
          <a:off x="0" y="0"/>
          <a:ext cx="0" cy="0"/>
          <a:chOff x="0" y="0"/>
          <a:chExt cx="0" cy="0"/>
        </a:xfrm>
      </p:grpSpPr>
      <p:sp>
        <p:nvSpPr>
          <p:cNvPr id="200" name="Google Shape;200;p9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p9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02" name="Google Shape;202;p9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03" name="Google Shape;203;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5" name="Google Shape;205;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06" name="Shape 206"/>
        <p:cNvGrpSpPr/>
        <p:nvPr/>
      </p:nvGrpSpPr>
      <p:grpSpPr>
        <a:xfrm>
          <a:off x="0" y="0"/>
          <a:ext cx="0" cy="0"/>
          <a:chOff x="0" y="0"/>
          <a:chExt cx="0" cy="0"/>
        </a:xfrm>
      </p:grpSpPr>
      <p:sp>
        <p:nvSpPr>
          <p:cNvPr id="207" name="Google Shape;207;p9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8" name="Google Shape;208;p95"/>
          <p:cNvSpPr/>
          <p:nvPr>
            <p:ph idx="2" type="pic"/>
          </p:nvPr>
        </p:nvSpPr>
        <p:spPr>
          <a:xfrm>
            <a:off x="5183188" y="987425"/>
            <a:ext cx="6172200" cy="4873625"/>
          </a:xfrm>
          <a:prstGeom prst="rect">
            <a:avLst/>
          </a:prstGeom>
          <a:noFill/>
          <a:ln>
            <a:noFill/>
          </a:ln>
        </p:spPr>
      </p:sp>
      <p:sp>
        <p:nvSpPr>
          <p:cNvPr id="209" name="Google Shape;209;p9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10" name="Google Shape;210;p9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1" name="Google Shape;211;p9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3" name="Shape 213"/>
        <p:cNvGrpSpPr/>
        <p:nvPr/>
      </p:nvGrpSpPr>
      <p:grpSpPr>
        <a:xfrm>
          <a:off x="0" y="0"/>
          <a:ext cx="0" cy="0"/>
          <a:chOff x="0" y="0"/>
          <a:chExt cx="0" cy="0"/>
        </a:xfrm>
      </p:grpSpPr>
      <p:sp>
        <p:nvSpPr>
          <p:cNvPr id="214" name="Google Shape;214;p9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5" name="Google Shape;215;p9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6" name="Google Shape;216;p9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p9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8" name="Google Shape;218;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19" name="Shape 219"/>
        <p:cNvGrpSpPr/>
        <p:nvPr/>
      </p:nvGrpSpPr>
      <p:grpSpPr>
        <a:xfrm>
          <a:off x="0" y="0"/>
          <a:ext cx="0" cy="0"/>
          <a:chOff x="0" y="0"/>
          <a:chExt cx="0" cy="0"/>
        </a:xfrm>
      </p:grpSpPr>
      <p:sp>
        <p:nvSpPr>
          <p:cNvPr id="220" name="Google Shape;220;p9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9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2" name="Google Shape;222;p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5.xml"/><Relationship Id="rId10" Type="http://schemas.openxmlformats.org/officeDocument/2006/relationships/slideLayout" Target="../slideLayouts/slideLayout24.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5" Type="http://schemas.openxmlformats.org/officeDocument/2006/relationships/theme" Target="../theme/theme3.xml"/><Relationship Id="rId14" Type="http://schemas.openxmlformats.org/officeDocument/2006/relationships/slideLayout" Target="../slideLayouts/slideLayout2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0"/>
          <p:cNvSpPr txBox="1"/>
          <p:nvPr>
            <p:ph type="title"/>
          </p:nvPr>
        </p:nvSpPr>
        <p:spPr>
          <a:xfrm>
            <a:off x="838200" y="365127"/>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dk1"/>
              </a:buClr>
              <a:buSzPts val="4500"/>
              <a:buFont typeface="Quattrocento Sans"/>
              <a:buNone/>
              <a:defRPr b="0" i="0" sz="4500" u="none" cap="none" strike="noStrike">
                <a:solidFill>
                  <a:schemeClr val="dk1"/>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840"/>
              </a:spcBef>
              <a:spcAft>
                <a:spcPts val="0"/>
              </a:spcAft>
              <a:buClr>
                <a:schemeClr val="dk1"/>
              </a:buClr>
              <a:buSzPts val="2800"/>
              <a:buFont typeface="Arial"/>
              <a:buChar char="•"/>
              <a:defRPr b="0" i="0" sz="2800" u="none" cap="none" strike="noStrike">
                <a:solidFill>
                  <a:schemeClr val="dk1"/>
                </a:solidFill>
                <a:latin typeface="Quattrocento Sans"/>
                <a:ea typeface="Quattrocento Sans"/>
                <a:cs typeface="Quattrocento Sans"/>
                <a:sym typeface="Quattrocento Sans"/>
              </a:defRPr>
            </a:lvl1pPr>
            <a:lvl2pPr indent="-381000" lvl="1" marL="914400" marR="0" rtl="0" algn="l">
              <a:lnSpc>
                <a:spcPct val="90000"/>
              </a:lnSpc>
              <a:spcBef>
                <a:spcPts val="720"/>
              </a:spcBef>
              <a:spcAft>
                <a:spcPts val="0"/>
              </a:spcAft>
              <a:buClr>
                <a:schemeClr val="dk1"/>
              </a:buClr>
              <a:buSzPts val="2400"/>
              <a:buFont typeface="Arial"/>
              <a:buChar char="•"/>
              <a:defRPr b="0" i="0" sz="2400" u="none" cap="none" strike="noStrike">
                <a:solidFill>
                  <a:schemeClr val="dk1"/>
                </a:solidFill>
                <a:latin typeface="Quattrocento Sans"/>
                <a:ea typeface="Quattrocento Sans"/>
                <a:cs typeface="Quattrocento Sans"/>
                <a:sym typeface="Quattrocento Sans"/>
              </a:defRPr>
            </a:lvl2pPr>
            <a:lvl3pPr indent="-355600" lvl="2" marL="1371600" marR="0" rtl="0" algn="l">
              <a:lnSpc>
                <a:spcPct val="90000"/>
              </a:lnSpc>
              <a:spcBef>
                <a:spcPts val="600"/>
              </a:spcBef>
              <a:spcAft>
                <a:spcPts val="0"/>
              </a:spcAft>
              <a:buClr>
                <a:schemeClr val="dk1"/>
              </a:buClr>
              <a:buSzPts val="2000"/>
              <a:buFont typeface="Arial"/>
              <a:buChar char="•"/>
              <a:defRPr b="0" i="0" sz="2000" u="none" cap="none" strike="noStrike">
                <a:solidFill>
                  <a:schemeClr val="dk1"/>
                </a:solidFill>
                <a:latin typeface="Quattrocento Sans"/>
                <a:ea typeface="Quattrocento Sans"/>
                <a:cs typeface="Quattrocento Sans"/>
                <a:sym typeface="Quattrocento Sans"/>
              </a:defRPr>
            </a:lvl3pPr>
            <a:lvl4pPr indent="-342900" lvl="3" marL="1828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4pPr>
            <a:lvl5pPr indent="-342900" lvl="4" marL="22860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5pPr>
            <a:lvl6pPr indent="-342900" lvl="5" marL="27432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6pPr>
            <a:lvl7pPr indent="-342900" lvl="6" marL="32004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7pPr>
            <a:lvl8pPr indent="-342900" lvl="7" marL="36576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8pPr>
            <a:lvl9pPr indent="-342900" lvl="8" marL="4114800" marR="0" rtl="0" algn="l">
              <a:lnSpc>
                <a:spcPct val="90000"/>
              </a:lnSpc>
              <a:spcBef>
                <a:spcPts val="540"/>
              </a:spcBef>
              <a:spcAft>
                <a:spcPts val="0"/>
              </a:spcAft>
              <a:buClr>
                <a:schemeClr val="dk1"/>
              </a:buClr>
              <a:buSzPts val="1800"/>
              <a:buFont typeface="Arial"/>
              <a:buChar char="•"/>
              <a:defRPr b="0" i="0" sz="1800" u="none" cap="none" strike="noStrike">
                <a:solidFill>
                  <a:schemeClr val="dk1"/>
                </a:solidFill>
                <a:latin typeface="Quattrocento Sans"/>
                <a:ea typeface="Quattrocento Sans"/>
                <a:cs typeface="Quattrocento Sans"/>
                <a:sym typeface="Quattrocento Sans"/>
              </a:defRPr>
            </a:lvl9pPr>
          </a:lstStyle>
          <a:p/>
        </p:txBody>
      </p:sp>
      <p:sp>
        <p:nvSpPr>
          <p:cNvPr id="12" name="Google Shape;12;p80"/>
          <p:cNvSpPr txBox="1"/>
          <p:nvPr>
            <p:ph idx="10" type="dt"/>
          </p:nvPr>
        </p:nvSpPr>
        <p:spPr>
          <a:xfrm>
            <a:off x="838200" y="6356352"/>
            <a:ext cx="3276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3" name="Google Shape;13;p80"/>
          <p:cNvSpPr txBox="1"/>
          <p:nvPr>
            <p:ph idx="11" type="ftr"/>
          </p:nvPr>
        </p:nvSpPr>
        <p:spPr>
          <a:xfrm>
            <a:off x="4648200" y="6356352"/>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Quattrocento Sans"/>
                <a:ea typeface="Quattrocento Sans"/>
                <a:cs typeface="Quattrocento Sans"/>
                <a:sym typeface="Quattrocento Sans"/>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Quattrocento Sans"/>
                <a:ea typeface="Quattrocento Sans"/>
                <a:cs typeface="Quattrocento Sans"/>
                <a:sym typeface="Quattrocento Sans"/>
              </a:defRPr>
            </a:lvl9pPr>
          </a:lstStyle>
          <a:p/>
        </p:txBody>
      </p:sp>
      <p:sp>
        <p:nvSpPr>
          <p:cNvPr id="14" name="Google Shape;14;p80"/>
          <p:cNvSpPr txBox="1"/>
          <p:nvPr>
            <p:ph idx="12" type="sldNum"/>
          </p:nvPr>
        </p:nvSpPr>
        <p:spPr>
          <a:xfrm>
            <a:off x="8077200" y="6356352"/>
            <a:ext cx="3276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Quattrocento Sans"/>
                <a:ea typeface="Quattrocento Sans"/>
                <a:cs typeface="Quattrocento Sans"/>
                <a:sym typeface="Quattrocento Sans"/>
              </a:defRPr>
            </a:lvl9pPr>
          </a:lstStyle>
          <a:p>
            <a:pPr indent="0" lvl="0" marL="0" rtl="0" algn="r">
              <a:spcBef>
                <a:spcPts val="0"/>
              </a:spcBef>
              <a:spcAft>
                <a:spcPts val="0"/>
              </a:spcAft>
              <a:buNone/>
            </a:pPr>
            <a:fld id="{00000000-1234-1234-1234-123412341234}" type="slidenum">
              <a:rPr lang="fr-CA"/>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8" name="Google Shape;128;p8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9" name="Google Shape;129;p8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0" name="Google Shape;130;p8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1" name="Google Shape;131;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fr-CA"/>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3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3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21.jpg"/><Relationship Id="rId4" Type="http://schemas.openxmlformats.org/officeDocument/2006/relationships/image" Target="../media/image7.png"/><Relationship Id="rId5" Type="http://schemas.openxmlformats.org/officeDocument/2006/relationships/image" Target="../media/image15.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7.xml"/><Relationship Id="rId3" Type="http://schemas.openxmlformats.org/officeDocument/2006/relationships/image" Target="../media/image11.gi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 Id="rId3"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 Id="rId3" Type="http://schemas.openxmlformats.org/officeDocument/2006/relationships/image" Target="../media/image1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 Id="rId3" Type="http://schemas.openxmlformats.org/officeDocument/2006/relationships/image" Target="../media/image3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 Id="rId3" Type="http://schemas.openxmlformats.org/officeDocument/2006/relationships/image" Target="../media/image30.png"/><Relationship Id="rId4"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 Id="rId3"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 Id="rId3" Type="http://schemas.openxmlformats.org/officeDocument/2006/relationships/image" Target="../media/image29.png"/><Relationship Id="rId4" Type="http://schemas.openxmlformats.org/officeDocument/2006/relationships/image" Target="../media/image38.jpg"/><Relationship Id="rId5"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5.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7.xml"/><Relationship Id="rId3" Type="http://schemas.openxmlformats.org/officeDocument/2006/relationships/image" Target="../media/image2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8.xml"/><Relationship Id="rId3" Type="http://schemas.openxmlformats.org/officeDocument/2006/relationships/image" Target="../media/image2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 Id="rId3" Type="http://schemas.openxmlformats.org/officeDocument/2006/relationships/image" Target="../media/image3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1.xml"/><Relationship Id="rId3" Type="http://schemas.openxmlformats.org/officeDocument/2006/relationships/image" Target="../media/image28.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3.xml"/><Relationship Id="rId3" Type="http://schemas.openxmlformats.org/officeDocument/2006/relationships/image" Target="../media/image27.jpg"/><Relationship Id="rId4" Type="http://schemas.openxmlformats.org/officeDocument/2006/relationships/image" Target="../media/image36.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3.xml"/><Relationship Id="rId3" Type="http://schemas.openxmlformats.org/officeDocument/2006/relationships/image" Target="../media/image3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
          <p:cNvSpPr txBox="1"/>
          <p:nvPr>
            <p:ph type="ctrTitle"/>
          </p:nvPr>
        </p:nvSpPr>
        <p:spPr>
          <a:xfrm>
            <a:off x="838200" y="2061006"/>
            <a:ext cx="10515600" cy="23876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Clr>
                <a:schemeClr val="lt1"/>
              </a:buClr>
              <a:buSzPct val="100000"/>
              <a:buFont typeface="Quattrocento Sans"/>
              <a:buNone/>
            </a:pPr>
            <a:br>
              <a:rPr lang="fr-CA"/>
            </a:br>
            <a:r>
              <a:rPr lang="fr-CA"/>
              <a:t>Technical Support (420-1N6-AB)</a:t>
            </a:r>
            <a:br>
              <a:rPr lang="fr-CA"/>
            </a:br>
            <a:r>
              <a:rPr lang="fr-CA"/>
              <a:t>Operating Systems</a:t>
            </a:r>
            <a:endParaRPr/>
          </a:p>
        </p:txBody>
      </p:sp>
      <p:sp>
        <p:nvSpPr>
          <p:cNvPr id="231" name="Google Shape;231;p1"/>
          <p:cNvSpPr txBox="1"/>
          <p:nvPr>
            <p:ph idx="1" type="subTitle"/>
          </p:nvPr>
        </p:nvSpPr>
        <p:spPr>
          <a:xfrm>
            <a:off x="838202" y="5110609"/>
            <a:ext cx="11074877" cy="1376455"/>
          </a:xfrm>
          <a:prstGeom prst="rect">
            <a:avLst/>
          </a:prstGeom>
          <a:noFill/>
          <a:ln>
            <a:noFill/>
          </a:ln>
        </p:spPr>
        <p:txBody>
          <a:bodyPr anchorCtr="0" anchor="t" bIns="45700" lIns="91425" spcFirstLastPara="1" rIns="91425" wrap="square" tIns="45700">
            <a:normAutofit/>
          </a:bodyPr>
          <a:lstStyle/>
          <a:p>
            <a:pPr indent="0" lvl="0" marL="0" rtl="0" algn="r">
              <a:lnSpc>
                <a:spcPct val="150000"/>
              </a:lnSpc>
              <a:spcBef>
                <a:spcPts val="0"/>
              </a:spcBef>
              <a:spcAft>
                <a:spcPts val="0"/>
              </a:spcAft>
              <a:buClr>
                <a:schemeClr val="lt1"/>
              </a:buClr>
              <a:buSzPts val="2800"/>
              <a:buNone/>
            </a:pPr>
            <a:r>
              <a:rPr lang="fr-CA"/>
              <a:t>Fall 2023</a:t>
            </a:r>
            <a:br>
              <a:rPr lang="fr-CA"/>
            </a:br>
            <a:r>
              <a:rPr lang="fr-CA"/>
              <a:t>Adapted for Fall 2024</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Outline</a:t>
            </a:r>
            <a:endParaRPr/>
          </a:p>
        </p:txBody>
      </p:sp>
      <p:sp>
        <p:nvSpPr>
          <p:cNvPr id="238" name="Google Shape;238;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History of Windows</a:t>
            </a:r>
            <a:endParaRPr/>
          </a:p>
          <a:p>
            <a:pPr indent="-419100" lvl="0" marL="457200" rtl="0" algn="l">
              <a:lnSpc>
                <a:spcPct val="90000"/>
              </a:lnSpc>
              <a:spcBef>
                <a:spcPts val="900"/>
              </a:spcBef>
              <a:spcAft>
                <a:spcPts val="0"/>
              </a:spcAft>
              <a:buClr>
                <a:srgbClr val="7F7F7F"/>
              </a:buClr>
              <a:buSzPts val="3000"/>
              <a:buChar char="•"/>
            </a:pPr>
            <a:r>
              <a:rPr lang="fr-CA"/>
              <a:t>Different operating systems</a:t>
            </a:r>
            <a:endParaRPr/>
          </a:p>
          <a:p>
            <a:pPr indent="-419100" lvl="0" marL="457200" rtl="0" algn="l">
              <a:lnSpc>
                <a:spcPct val="90000"/>
              </a:lnSpc>
              <a:spcBef>
                <a:spcPts val="900"/>
              </a:spcBef>
              <a:spcAft>
                <a:spcPts val="0"/>
              </a:spcAft>
              <a:buClr>
                <a:srgbClr val="7F7F7F"/>
              </a:buClr>
              <a:buSzPts val="3000"/>
              <a:buChar char="•"/>
            </a:pPr>
            <a:r>
              <a:rPr lang="fr-CA"/>
              <a:t>Operating System Architecture</a:t>
            </a:r>
            <a:endParaRPr/>
          </a:p>
          <a:p>
            <a:pPr indent="-419100" lvl="0" marL="457200" rtl="0" algn="l">
              <a:lnSpc>
                <a:spcPct val="90000"/>
              </a:lnSpc>
              <a:spcBef>
                <a:spcPts val="900"/>
              </a:spcBef>
              <a:spcAft>
                <a:spcPts val="0"/>
              </a:spcAft>
              <a:buClr>
                <a:srgbClr val="7F7F7F"/>
              </a:buClr>
              <a:buSzPts val="3000"/>
              <a:buChar char="•"/>
            </a:pPr>
            <a:r>
              <a:rPr lang="fr-CA"/>
              <a:t>Operating System Functions</a:t>
            </a:r>
            <a:endParaRPr/>
          </a:p>
          <a:p>
            <a:pPr indent="-419100" lvl="0" marL="457200" rtl="0" algn="l">
              <a:lnSpc>
                <a:spcPct val="90000"/>
              </a:lnSpc>
              <a:spcBef>
                <a:spcPts val="900"/>
              </a:spcBef>
              <a:spcAft>
                <a:spcPts val="0"/>
              </a:spcAft>
              <a:buClr>
                <a:srgbClr val="7F7F7F"/>
              </a:buClr>
              <a:buSzPts val="3000"/>
              <a:buChar char="•"/>
            </a:pPr>
            <a:r>
              <a:rPr lang="fr-CA"/>
              <a:t>Windows Installation</a:t>
            </a:r>
            <a:endParaRPr/>
          </a:p>
          <a:p>
            <a:pPr indent="-419100" lvl="0" marL="457200" rtl="0" algn="l">
              <a:lnSpc>
                <a:spcPct val="90000"/>
              </a:lnSpc>
              <a:spcBef>
                <a:spcPts val="900"/>
              </a:spcBef>
              <a:spcAft>
                <a:spcPts val="0"/>
              </a:spcAft>
              <a:buClr>
                <a:srgbClr val="7F7F7F"/>
              </a:buClr>
              <a:buSzPts val="3000"/>
              <a:buChar char="•"/>
            </a:pPr>
            <a:r>
              <a:rPr lang="fr-CA"/>
              <a:t>Windows post installation tasks</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Microsoft DOS (Disk Operating Systen)</a:t>
            </a:r>
            <a:endParaRPr/>
          </a:p>
        </p:txBody>
      </p:sp>
      <p:sp>
        <p:nvSpPr>
          <p:cNvPr id="244" name="Google Shape;24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Ancestor of Windows </a:t>
            </a:r>
            <a:endParaRPr/>
          </a:p>
          <a:p>
            <a:pPr indent="-419100" lvl="0" marL="457200" rtl="0" algn="l">
              <a:lnSpc>
                <a:spcPct val="90000"/>
              </a:lnSpc>
              <a:spcBef>
                <a:spcPts val="900"/>
              </a:spcBef>
              <a:spcAft>
                <a:spcPts val="0"/>
              </a:spcAft>
              <a:buClr>
                <a:srgbClr val="7F7F7F"/>
              </a:buClr>
              <a:buSzPts val="3000"/>
              <a:buChar char="•"/>
            </a:pPr>
            <a:r>
              <a:rPr lang="fr-CA"/>
              <a:t>CLI (Command Line Interface) based </a:t>
            </a:r>
            <a:endParaRPr/>
          </a:p>
          <a:p>
            <a:pPr indent="-419100" lvl="0" marL="457200" rtl="0" algn="l">
              <a:lnSpc>
                <a:spcPct val="90000"/>
              </a:lnSpc>
              <a:spcBef>
                <a:spcPts val="900"/>
              </a:spcBef>
              <a:spcAft>
                <a:spcPts val="0"/>
              </a:spcAft>
              <a:buClr>
                <a:srgbClr val="7F7F7F"/>
              </a:buClr>
              <a:buSzPts val="3000"/>
              <a:buChar char="•"/>
            </a:pPr>
            <a:r>
              <a:rPr lang="fr-CA"/>
              <a:t>Firstly widely-installed operating system for personal computers.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1.0.X</a:t>
            </a:r>
            <a:endParaRPr/>
          </a:p>
        </p:txBody>
      </p:sp>
      <p:pic>
        <p:nvPicPr>
          <p:cNvPr descr="Windows 1.0x - Wikipedia" id="251" name="Google Shape;251;p4"/>
          <p:cNvPicPr preferRelativeResize="0"/>
          <p:nvPr/>
        </p:nvPicPr>
        <p:blipFill rotWithShape="1">
          <a:blip r:embed="rId3">
            <a:alphaModFix/>
          </a:blip>
          <a:srcRect b="0" l="0" r="0" t="0"/>
          <a:stretch/>
        </p:blipFill>
        <p:spPr>
          <a:xfrm>
            <a:off x="6301539" y="1781773"/>
            <a:ext cx="5890461" cy="4395190"/>
          </a:xfrm>
          <a:prstGeom prst="rect">
            <a:avLst/>
          </a:prstGeom>
          <a:noFill/>
          <a:ln>
            <a:noFill/>
          </a:ln>
        </p:spPr>
      </p:pic>
      <p:sp>
        <p:nvSpPr>
          <p:cNvPr id="252" name="Google Shape;252;p4"/>
          <p:cNvSpPr txBox="1"/>
          <p:nvPr>
            <p:ph idx="1" type="body"/>
          </p:nvPr>
        </p:nvSpPr>
        <p:spPr>
          <a:xfrm>
            <a:off x="838201" y="1825625"/>
            <a:ext cx="5052262"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First Windows with a graphical user interface.</a:t>
            </a:r>
            <a:endParaRPr/>
          </a:p>
          <a:p>
            <a:pPr indent="-419100" lvl="0" marL="457200" rtl="0" algn="l">
              <a:lnSpc>
                <a:spcPct val="90000"/>
              </a:lnSpc>
              <a:spcBef>
                <a:spcPts val="900"/>
              </a:spcBef>
              <a:spcAft>
                <a:spcPts val="0"/>
              </a:spcAft>
              <a:buClr>
                <a:srgbClr val="7F7F7F"/>
              </a:buClr>
              <a:buSzPts val="3000"/>
              <a:buChar char="•"/>
            </a:pPr>
            <a:r>
              <a:rPr lang="fr-CA"/>
              <a:t>16-bit OS</a:t>
            </a:r>
            <a:endParaRPr/>
          </a:p>
          <a:p>
            <a:pPr indent="-419100" lvl="0" marL="457200" rtl="0" algn="l">
              <a:lnSpc>
                <a:spcPct val="90000"/>
              </a:lnSpc>
              <a:spcBef>
                <a:spcPts val="900"/>
              </a:spcBef>
              <a:spcAft>
                <a:spcPts val="0"/>
              </a:spcAft>
              <a:buClr>
                <a:srgbClr val="7F7F7F"/>
              </a:buClr>
              <a:buSzPts val="3000"/>
              <a:buChar char="•"/>
            </a:pPr>
            <a:r>
              <a:rPr lang="fr-CA"/>
              <a:t>“Biggest failure” of Microsoft </a:t>
            </a:r>
            <a:endParaRPr/>
          </a:p>
          <a:p>
            <a:pPr indent="-419100" lvl="0" marL="457200" rtl="0" algn="l">
              <a:lnSpc>
                <a:spcPct val="90000"/>
              </a:lnSpc>
              <a:spcBef>
                <a:spcPts val="900"/>
              </a:spcBef>
              <a:spcAft>
                <a:spcPts val="0"/>
              </a:spcAft>
              <a:buClr>
                <a:srgbClr val="7F7F7F"/>
              </a:buClr>
              <a:buSzPts val="3000"/>
              <a:buChar char="•"/>
            </a:pPr>
            <a:r>
              <a:rPr lang="fr-CA"/>
              <a:t>Poor management of various open windows which did not have a close button.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2.X</a:t>
            </a:r>
            <a:endParaRPr/>
          </a:p>
        </p:txBody>
      </p:sp>
      <p:sp>
        <p:nvSpPr>
          <p:cNvPr id="258" name="Google Shape;258;p5"/>
          <p:cNvSpPr txBox="1"/>
          <p:nvPr>
            <p:ph idx="1" type="body"/>
          </p:nvPr>
        </p:nvSpPr>
        <p:spPr>
          <a:xfrm>
            <a:off x="838200" y="1825625"/>
            <a:ext cx="7134726"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Came out in 1987</a:t>
            </a:r>
            <a:endParaRPr/>
          </a:p>
          <a:p>
            <a:pPr indent="-419100" lvl="0" marL="457200" rtl="0" algn="l">
              <a:lnSpc>
                <a:spcPct val="90000"/>
              </a:lnSpc>
              <a:spcBef>
                <a:spcPts val="900"/>
              </a:spcBef>
              <a:spcAft>
                <a:spcPts val="0"/>
              </a:spcAft>
              <a:buClr>
                <a:srgbClr val="7F7F7F"/>
              </a:buClr>
              <a:buSzPts val="3000"/>
              <a:buChar char="•"/>
            </a:pPr>
            <a:r>
              <a:rPr lang="fr-CA"/>
              <a:t>Could manage multiple tasks at once </a:t>
            </a:r>
            <a:endParaRPr/>
          </a:p>
          <a:p>
            <a:pPr indent="-419100" lvl="0" marL="457200" rtl="0" algn="l">
              <a:lnSpc>
                <a:spcPct val="90000"/>
              </a:lnSpc>
              <a:spcBef>
                <a:spcPts val="900"/>
              </a:spcBef>
              <a:spcAft>
                <a:spcPts val="0"/>
              </a:spcAft>
              <a:buClr>
                <a:srgbClr val="7F7F7F"/>
              </a:buClr>
              <a:buSzPts val="3000"/>
              <a:buChar char="•"/>
            </a:pPr>
            <a:r>
              <a:rPr lang="fr-CA"/>
              <a:t>Supports Multiple windows on top of eachother (which later becomes the desktop)</a:t>
            </a:r>
            <a:endParaRPr/>
          </a:p>
          <a:p>
            <a:pPr indent="-228600" lvl="0" marL="457200" rtl="0" algn="l">
              <a:lnSpc>
                <a:spcPct val="90000"/>
              </a:lnSpc>
              <a:spcBef>
                <a:spcPts val="900"/>
              </a:spcBef>
              <a:spcAft>
                <a:spcPts val="0"/>
              </a:spcAft>
              <a:buClr>
                <a:srgbClr val="7F7F7F"/>
              </a:buClr>
              <a:buSzPts val="3000"/>
              <a:buNone/>
            </a:pPr>
            <a:r>
              <a:t/>
            </a:r>
            <a:endParaRPr/>
          </a:p>
          <a:p>
            <a:pPr indent="-419100" lvl="0" marL="457200" rtl="0" algn="l">
              <a:lnSpc>
                <a:spcPct val="90000"/>
              </a:lnSpc>
              <a:spcBef>
                <a:spcPts val="900"/>
              </a:spcBef>
              <a:spcAft>
                <a:spcPts val="0"/>
              </a:spcAft>
              <a:buClr>
                <a:srgbClr val="7F7F7F"/>
              </a:buClr>
              <a:buSzPts val="3000"/>
              <a:buChar char="•"/>
            </a:pPr>
            <a:r>
              <a:rPr lang="fr-CA"/>
              <a:t>Installed using 2 floppy drives</a:t>
            </a:r>
            <a:endParaRPr/>
          </a:p>
          <a:p>
            <a:pPr indent="-228600" lvl="0" marL="457200" rtl="0" algn="l">
              <a:lnSpc>
                <a:spcPct val="90000"/>
              </a:lnSpc>
              <a:spcBef>
                <a:spcPts val="900"/>
              </a:spcBef>
              <a:spcAft>
                <a:spcPts val="0"/>
              </a:spcAft>
              <a:buClr>
                <a:srgbClr val="7F7F7F"/>
              </a:buClr>
              <a:buSzPts val="3000"/>
              <a:buNone/>
            </a:pPr>
            <a:r>
              <a:t/>
            </a:r>
            <a:endParaRPr/>
          </a:p>
        </p:txBody>
      </p:sp>
      <p:pic>
        <p:nvPicPr>
          <p:cNvPr descr="Image illustrative de l’article Windows 2.x" id="259" name="Google Shape;259;p5"/>
          <p:cNvPicPr preferRelativeResize="0"/>
          <p:nvPr/>
        </p:nvPicPr>
        <p:blipFill rotWithShape="1">
          <a:blip r:embed="rId3">
            <a:alphaModFix/>
          </a:blip>
          <a:srcRect b="0" l="0" r="0" t="0"/>
          <a:stretch/>
        </p:blipFill>
        <p:spPr>
          <a:xfrm>
            <a:off x="8516353" y="2364456"/>
            <a:ext cx="2667000" cy="428625"/>
          </a:xfrm>
          <a:prstGeom prst="rect">
            <a:avLst/>
          </a:prstGeom>
          <a:noFill/>
          <a:ln>
            <a:noFill/>
          </a:ln>
        </p:spPr>
      </p:pic>
      <p:pic>
        <p:nvPicPr>
          <p:cNvPr descr="Windows 2.03" id="260" name="Google Shape;260;p5"/>
          <p:cNvPicPr preferRelativeResize="0"/>
          <p:nvPr/>
        </p:nvPicPr>
        <p:blipFill rotWithShape="1">
          <a:blip r:embed="rId4">
            <a:alphaModFix/>
          </a:blip>
          <a:srcRect b="0" l="0" r="0" t="0"/>
          <a:stretch/>
        </p:blipFill>
        <p:spPr>
          <a:xfrm>
            <a:off x="7386293" y="3205162"/>
            <a:ext cx="3967507" cy="29718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3.X</a:t>
            </a:r>
            <a:endParaRPr/>
          </a:p>
        </p:txBody>
      </p:sp>
      <p:pic>
        <p:nvPicPr>
          <p:cNvPr descr="Windows 3.1x - Wikipedia" id="267" name="Google Shape;267;p6"/>
          <p:cNvPicPr preferRelativeResize="0"/>
          <p:nvPr/>
        </p:nvPicPr>
        <p:blipFill rotWithShape="1">
          <a:blip r:embed="rId3">
            <a:alphaModFix/>
          </a:blip>
          <a:srcRect b="0" l="0" r="0" t="0"/>
          <a:stretch/>
        </p:blipFill>
        <p:spPr>
          <a:xfrm>
            <a:off x="2984046" y="1672771"/>
            <a:ext cx="6223907" cy="4643992"/>
          </a:xfrm>
          <a:prstGeom prst="rect">
            <a:avLst/>
          </a:prstGeom>
          <a:noFill/>
          <a:ln>
            <a:noFill/>
          </a:ln>
        </p:spPr>
      </p:pic>
      <p:pic>
        <p:nvPicPr>
          <p:cNvPr id="268" name="Google Shape;268;p6"/>
          <p:cNvPicPr preferRelativeResize="0"/>
          <p:nvPr/>
        </p:nvPicPr>
        <p:blipFill rotWithShape="1">
          <a:blip r:embed="rId4">
            <a:alphaModFix/>
          </a:blip>
          <a:srcRect b="0" l="0" r="0" t="0"/>
          <a:stretch/>
        </p:blipFill>
        <p:spPr>
          <a:xfrm>
            <a:off x="9982200" y="2057400"/>
            <a:ext cx="1371600" cy="1371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95</a:t>
            </a:r>
            <a:endParaRPr/>
          </a:p>
        </p:txBody>
      </p:sp>
      <p:pic>
        <p:nvPicPr>
          <p:cNvPr descr="Windows 95 - Wikipedia" id="275" name="Google Shape;275;p7"/>
          <p:cNvPicPr preferRelativeResize="0"/>
          <p:nvPr/>
        </p:nvPicPr>
        <p:blipFill rotWithShape="1">
          <a:blip r:embed="rId3">
            <a:alphaModFix/>
          </a:blip>
          <a:srcRect b="0" l="0" r="0" t="0"/>
          <a:stretch/>
        </p:blipFill>
        <p:spPr>
          <a:xfrm>
            <a:off x="5525933" y="1579622"/>
            <a:ext cx="6466113" cy="4843343"/>
          </a:xfrm>
          <a:prstGeom prst="rect">
            <a:avLst/>
          </a:prstGeom>
          <a:noFill/>
          <a:ln>
            <a:noFill/>
          </a:ln>
        </p:spPr>
      </p:pic>
      <p:sp>
        <p:nvSpPr>
          <p:cNvPr id="276" name="Google Shape;276;p7"/>
          <p:cNvSpPr txBox="1"/>
          <p:nvPr>
            <p:ph idx="1" type="body"/>
          </p:nvPr>
        </p:nvSpPr>
        <p:spPr>
          <a:xfrm>
            <a:off x="838200" y="1825625"/>
            <a:ext cx="3990474"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Came out in 1995</a:t>
            </a:r>
            <a:endParaRPr/>
          </a:p>
          <a:p>
            <a:pPr indent="-419100" lvl="0" marL="457200" rtl="0" algn="l">
              <a:lnSpc>
                <a:spcPct val="90000"/>
              </a:lnSpc>
              <a:spcBef>
                <a:spcPts val="900"/>
              </a:spcBef>
              <a:spcAft>
                <a:spcPts val="0"/>
              </a:spcAft>
              <a:buClr>
                <a:srgbClr val="7F7F7F"/>
              </a:buClr>
              <a:buSzPts val="3000"/>
              <a:buChar char="•"/>
            </a:pPr>
            <a:r>
              <a:rPr lang="fr-CA"/>
              <a:t>x86</a:t>
            </a:r>
            <a:endParaRPr/>
          </a:p>
          <a:p>
            <a:pPr indent="-419100" lvl="0" marL="457200" rtl="0" algn="l">
              <a:lnSpc>
                <a:spcPct val="90000"/>
              </a:lnSpc>
              <a:spcBef>
                <a:spcPts val="900"/>
              </a:spcBef>
              <a:spcAft>
                <a:spcPts val="0"/>
              </a:spcAft>
              <a:buClr>
                <a:srgbClr val="7F7F7F"/>
              </a:buClr>
              <a:buSzPts val="3000"/>
              <a:buChar char="•"/>
            </a:pPr>
            <a:r>
              <a:rPr lang="fr-CA"/>
              <a:t>Desktop</a:t>
            </a:r>
            <a:endParaRPr/>
          </a:p>
          <a:p>
            <a:pPr indent="-419100" lvl="0" marL="457200" rtl="0" algn="l">
              <a:lnSpc>
                <a:spcPct val="90000"/>
              </a:lnSpc>
              <a:spcBef>
                <a:spcPts val="900"/>
              </a:spcBef>
              <a:spcAft>
                <a:spcPts val="0"/>
              </a:spcAft>
              <a:buClr>
                <a:srgbClr val="7F7F7F"/>
              </a:buClr>
              <a:buSzPts val="3000"/>
              <a:buChar char="•"/>
            </a:pPr>
            <a:r>
              <a:rPr lang="fr-CA"/>
              <a:t>Start button</a:t>
            </a:r>
            <a:endParaRPr/>
          </a:p>
          <a:p>
            <a:pPr indent="-419100" lvl="0" marL="457200" rtl="0" algn="l">
              <a:lnSpc>
                <a:spcPct val="90000"/>
              </a:lnSpc>
              <a:spcBef>
                <a:spcPts val="900"/>
              </a:spcBef>
              <a:spcAft>
                <a:spcPts val="0"/>
              </a:spcAft>
              <a:buClr>
                <a:srgbClr val="7F7F7F"/>
              </a:buClr>
              <a:buSzPts val="3000"/>
              <a:buChar char="•"/>
            </a:pPr>
            <a:r>
              <a:rPr lang="fr-CA"/>
              <a:t>Supports USB</a:t>
            </a:r>
            <a:endParaRPr/>
          </a:p>
          <a:p>
            <a:pPr indent="-419100" lvl="0" marL="457200" rtl="0" algn="l">
              <a:lnSpc>
                <a:spcPct val="90000"/>
              </a:lnSpc>
              <a:spcBef>
                <a:spcPts val="900"/>
              </a:spcBef>
              <a:spcAft>
                <a:spcPts val="0"/>
              </a:spcAft>
              <a:buClr>
                <a:srgbClr val="7F7F7F"/>
              </a:buClr>
              <a:buSzPts val="3000"/>
              <a:buChar char="•"/>
            </a:pPr>
            <a:r>
              <a:rPr lang="fr-CA"/>
              <a:t>32-bit programming!</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98</a:t>
            </a:r>
            <a:endParaRPr/>
          </a:p>
        </p:txBody>
      </p:sp>
      <p:pic>
        <p:nvPicPr>
          <p:cNvPr descr="Windows 98 - Wikipedia" id="283" name="Google Shape;283;p8"/>
          <p:cNvPicPr preferRelativeResize="0"/>
          <p:nvPr/>
        </p:nvPicPr>
        <p:blipFill rotWithShape="1">
          <a:blip r:embed="rId3">
            <a:alphaModFix/>
          </a:blip>
          <a:srcRect b="0" l="0" r="0" t="0"/>
          <a:stretch/>
        </p:blipFill>
        <p:spPr>
          <a:xfrm>
            <a:off x="2481941" y="1537324"/>
            <a:ext cx="6466115" cy="48433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XP</a:t>
            </a:r>
            <a:endParaRPr/>
          </a:p>
        </p:txBody>
      </p:sp>
      <p:pic>
        <p:nvPicPr>
          <p:cNvPr descr="Windows XP - Wikipedia" id="290" name="Google Shape;290;p9"/>
          <p:cNvPicPr preferRelativeResize="0"/>
          <p:nvPr/>
        </p:nvPicPr>
        <p:blipFill rotWithShape="1">
          <a:blip r:embed="rId3">
            <a:alphaModFix/>
          </a:blip>
          <a:srcRect b="0" l="0" r="0" t="0"/>
          <a:stretch/>
        </p:blipFill>
        <p:spPr>
          <a:xfrm>
            <a:off x="2346511" y="1412234"/>
            <a:ext cx="7270378" cy="544576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Vista</a:t>
            </a:r>
            <a:endParaRPr/>
          </a:p>
        </p:txBody>
      </p:sp>
      <p:pic>
        <p:nvPicPr>
          <p:cNvPr descr="Windows Vista - Wikipedia" id="297" name="Google Shape;297;p10"/>
          <p:cNvPicPr preferRelativeResize="0"/>
          <p:nvPr/>
        </p:nvPicPr>
        <p:blipFill rotWithShape="1">
          <a:blip r:embed="rId3">
            <a:alphaModFix/>
          </a:blip>
          <a:srcRect b="0" l="0" r="0" t="0"/>
          <a:stretch/>
        </p:blipFill>
        <p:spPr>
          <a:xfrm>
            <a:off x="3190311" y="1982562"/>
            <a:ext cx="5811378" cy="43529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7</a:t>
            </a:r>
            <a:endParaRPr/>
          </a:p>
        </p:txBody>
      </p:sp>
      <p:pic>
        <p:nvPicPr>
          <p:cNvPr descr="Windows 7 - Wikipedia" id="304" name="Google Shape;304;p11"/>
          <p:cNvPicPr preferRelativeResize="0"/>
          <p:nvPr/>
        </p:nvPicPr>
        <p:blipFill rotWithShape="1">
          <a:blip r:embed="rId3">
            <a:alphaModFix/>
          </a:blip>
          <a:srcRect b="0" l="0" r="0" t="0"/>
          <a:stretch/>
        </p:blipFill>
        <p:spPr>
          <a:xfrm>
            <a:off x="2913824" y="2069356"/>
            <a:ext cx="6364352" cy="357595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8</a:t>
            </a:r>
            <a:endParaRPr/>
          </a:p>
        </p:txBody>
      </p:sp>
      <p:pic>
        <p:nvPicPr>
          <p:cNvPr id="311" name="Google Shape;311;p12"/>
          <p:cNvPicPr preferRelativeResize="0"/>
          <p:nvPr/>
        </p:nvPicPr>
        <p:blipFill rotWithShape="1">
          <a:blip r:embed="rId3">
            <a:alphaModFix/>
          </a:blip>
          <a:srcRect b="0" l="0" r="0" t="0"/>
          <a:stretch/>
        </p:blipFill>
        <p:spPr>
          <a:xfrm>
            <a:off x="2815544" y="2193832"/>
            <a:ext cx="6560911" cy="369598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10</a:t>
            </a:r>
            <a:endParaRPr/>
          </a:p>
        </p:txBody>
      </p:sp>
      <p:pic>
        <p:nvPicPr>
          <p:cNvPr descr="Windows Defender Security Center shown on Windows 10 S" id="318" name="Google Shape;318;p13"/>
          <p:cNvPicPr preferRelativeResize="0"/>
          <p:nvPr/>
        </p:nvPicPr>
        <p:blipFill rotWithShape="1">
          <a:blip r:embed="rId3">
            <a:alphaModFix/>
          </a:blip>
          <a:srcRect b="0" l="0" r="0" t="0"/>
          <a:stretch/>
        </p:blipFill>
        <p:spPr>
          <a:xfrm>
            <a:off x="2259106" y="1684755"/>
            <a:ext cx="8050306" cy="4526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11</a:t>
            </a:r>
            <a:endParaRPr/>
          </a:p>
        </p:txBody>
      </p:sp>
      <p:pic>
        <p:nvPicPr>
          <p:cNvPr id="324" name="Google Shape;324;p16"/>
          <p:cNvPicPr preferRelativeResize="0"/>
          <p:nvPr/>
        </p:nvPicPr>
        <p:blipFill rotWithShape="1">
          <a:blip r:embed="rId3">
            <a:alphaModFix/>
          </a:blip>
          <a:srcRect b="0" l="0" r="0" t="0"/>
          <a:stretch/>
        </p:blipFill>
        <p:spPr>
          <a:xfrm>
            <a:off x="2290482" y="1720102"/>
            <a:ext cx="7611035" cy="475689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1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11</a:t>
            </a:r>
            <a:endParaRPr/>
          </a:p>
        </p:txBody>
      </p:sp>
      <p:sp>
        <p:nvSpPr>
          <p:cNvPr id="330" name="Google Shape;330;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Requires UEFI (any motherboard that doesn`t support it will not support Windows 11)</a:t>
            </a:r>
            <a:endParaRPr/>
          </a:p>
          <a:p>
            <a:pPr indent="-419100" lvl="0" marL="457200" rtl="0" algn="l">
              <a:lnSpc>
                <a:spcPct val="90000"/>
              </a:lnSpc>
              <a:spcBef>
                <a:spcPts val="900"/>
              </a:spcBef>
              <a:spcAft>
                <a:spcPts val="0"/>
              </a:spcAft>
              <a:buClr>
                <a:srgbClr val="7F7F7F"/>
              </a:buClr>
              <a:buSzPts val="3000"/>
              <a:buChar char="•"/>
            </a:pPr>
            <a:r>
              <a:rPr lang="fr-CA"/>
              <a:t>Secure Boot enabled</a:t>
            </a:r>
            <a:endParaRPr/>
          </a:p>
          <a:p>
            <a:pPr indent="-419100" lvl="0" marL="457200" rtl="0" algn="l">
              <a:lnSpc>
                <a:spcPct val="90000"/>
              </a:lnSpc>
              <a:spcBef>
                <a:spcPts val="900"/>
              </a:spcBef>
              <a:spcAft>
                <a:spcPts val="0"/>
              </a:spcAft>
              <a:buClr>
                <a:srgbClr val="7F7F7F"/>
              </a:buClr>
              <a:buSzPts val="3000"/>
              <a:buChar char="•"/>
            </a:pPr>
            <a:r>
              <a:rPr lang="fr-CA"/>
              <a:t>Trusted Platform Module version greater than 2.0</a:t>
            </a:r>
            <a:endParaRPr/>
          </a:p>
          <a:p>
            <a:pPr indent="-419100" lvl="0" marL="457200" rtl="0" algn="l">
              <a:lnSpc>
                <a:spcPct val="90000"/>
              </a:lnSpc>
              <a:spcBef>
                <a:spcPts val="900"/>
              </a:spcBef>
              <a:spcAft>
                <a:spcPts val="0"/>
              </a:spcAft>
              <a:buClr>
                <a:srgbClr val="7F7F7F"/>
              </a:buClr>
              <a:buSzPts val="3000"/>
              <a:buChar char="•"/>
            </a:pPr>
            <a:r>
              <a:rPr lang="fr-CA"/>
              <a:t>Zero Trust Ready operating systems (every single user, process and service running on a PC is completely verified)</a:t>
            </a:r>
            <a:endParaRPr/>
          </a:p>
          <a:p>
            <a:pPr indent="-419100" lvl="0" marL="457200" rtl="0" algn="l">
              <a:lnSpc>
                <a:spcPct val="90000"/>
              </a:lnSpc>
              <a:spcBef>
                <a:spcPts val="900"/>
              </a:spcBef>
              <a:spcAft>
                <a:spcPts val="0"/>
              </a:spcAft>
              <a:buClr>
                <a:srgbClr val="7F7F7F"/>
              </a:buClr>
              <a:buSzPts val="3000"/>
              <a:buChar char="•"/>
            </a:pPr>
            <a:r>
              <a:rPr lang="fr-CA"/>
              <a:t>Internet access required to setup Windows 11 and a Microsoft Windows account.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9"/>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fr-CA"/>
              <a:t>Other operating systems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2500" lnSpcReduction="20000"/>
          </a:bodyPr>
          <a:lstStyle/>
          <a:p>
            <a:pPr indent="-157161" lvl="0" marL="228600" rtl="0" algn="l">
              <a:lnSpc>
                <a:spcPct val="115000"/>
              </a:lnSpc>
              <a:spcBef>
                <a:spcPts val="0"/>
              </a:spcBef>
              <a:spcAft>
                <a:spcPts val="0"/>
              </a:spcAft>
              <a:buClr>
                <a:srgbClr val="7F7F7F"/>
              </a:buClr>
              <a:buSzPct val="100000"/>
              <a:buChar char="•"/>
            </a:pPr>
            <a:r>
              <a:rPr lang="fr-CA"/>
              <a:t>UNIX was one of the first operating systems to be developed by AT&amp;T in 1971.</a:t>
            </a:r>
            <a:endParaRPr/>
          </a:p>
          <a:p>
            <a:pPr indent="-166687" lvl="1" marL="685800" rtl="0" algn="l">
              <a:lnSpc>
                <a:spcPct val="115000"/>
              </a:lnSpc>
              <a:spcBef>
                <a:spcPts val="780"/>
              </a:spcBef>
              <a:spcAft>
                <a:spcPts val="0"/>
              </a:spcAft>
              <a:buClr>
                <a:srgbClr val="7F7F7F"/>
              </a:buClr>
              <a:buSzPct val="100000"/>
              <a:buChar char="•"/>
            </a:pPr>
            <a:r>
              <a:rPr lang="fr-CA"/>
              <a:t>Has been under constant development.</a:t>
            </a:r>
            <a:endParaRPr/>
          </a:p>
          <a:p>
            <a:pPr indent="-157161" lvl="0" marL="228600" rtl="0" algn="l">
              <a:lnSpc>
                <a:spcPct val="115000"/>
              </a:lnSpc>
              <a:spcBef>
                <a:spcPts val="900"/>
              </a:spcBef>
              <a:spcAft>
                <a:spcPts val="0"/>
              </a:spcAft>
              <a:buClr>
                <a:srgbClr val="7F7F7F"/>
              </a:buClr>
              <a:buSzPct val="100000"/>
              <a:buChar char="•"/>
            </a:pPr>
            <a:r>
              <a:rPr lang="fr-CA"/>
              <a:t>Closed-source OS.</a:t>
            </a:r>
            <a:endParaRPr/>
          </a:p>
          <a:p>
            <a:pPr indent="-166687" lvl="1" marL="685800" rtl="0" algn="l">
              <a:lnSpc>
                <a:spcPct val="115000"/>
              </a:lnSpc>
              <a:spcBef>
                <a:spcPts val="780"/>
              </a:spcBef>
              <a:spcAft>
                <a:spcPts val="0"/>
              </a:spcAft>
              <a:buClr>
                <a:srgbClr val="7F7F7F"/>
              </a:buClr>
              <a:buSzPct val="100000"/>
              <a:buChar char="•"/>
            </a:pPr>
            <a:r>
              <a:rPr lang="fr-CA"/>
              <a:t>The origin story of GNU/Linux: AT&amp;T closed the license to Unix; GNU/Linux were essentially a rewrites on an open license.</a:t>
            </a:r>
            <a:endParaRPr/>
          </a:p>
          <a:p>
            <a:pPr indent="-180975" lvl="2" marL="1143000" rtl="0" algn="l">
              <a:lnSpc>
                <a:spcPct val="115000"/>
              </a:lnSpc>
              <a:spcBef>
                <a:spcPts val="780"/>
              </a:spcBef>
              <a:spcAft>
                <a:spcPts val="0"/>
              </a:spcAft>
              <a:buSzPct val="100000"/>
              <a:buChar char="•"/>
            </a:pPr>
            <a:r>
              <a:rPr lang="fr-CA"/>
              <a:t>GNU: the </a:t>
            </a:r>
            <a:r>
              <a:rPr b="1" lang="fr-CA"/>
              <a:t>shell </a:t>
            </a:r>
            <a:r>
              <a:rPr lang="fr-CA"/>
              <a:t>of the GNU/Linux OS	(this is ~80% true, there are non-GNU components in the shells of most Linux OSs)</a:t>
            </a:r>
            <a:endParaRPr/>
          </a:p>
          <a:p>
            <a:pPr indent="-180975" lvl="2" marL="1143000" rtl="0" algn="l">
              <a:lnSpc>
                <a:spcPct val="115000"/>
              </a:lnSpc>
              <a:spcBef>
                <a:spcPts val="780"/>
              </a:spcBef>
              <a:spcAft>
                <a:spcPts val="0"/>
              </a:spcAft>
              <a:buSzPct val="100000"/>
              <a:buChar char="•"/>
            </a:pPr>
            <a:r>
              <a:rPr lang="fr-CA"/>
              <a:t>Linux: the </a:t>
            </a:r>
            <a:r>
              <a:rPr b="1" lang="fr-CA"/>
              <a:t>kernel</a:t>
            </a:r>
            <a:r>
              <a:rPr lang="fr-CA"/>
              <a:t> of the GNU/Linux OS</a:t>
            </a:r>
            <a:endParaRPr/>
          </a:p>
          <a:p>
            <a:pPr indent="-180975" lvl="2" marL="1143000" rtl="0" algn="l">
              <a:lnSpc>
                <a:spcPct val="115000"/>
              </a:lnSpc>
              <a:spcBef>
                <a:spcPts val="780"/>
              </a:spcBef>
              <a:spcAft>
                <a:spcPts val="0"/>
              </a:spcAft>
              <a:buSzPct val="100000"/>
              <a:buChar char="•"/>
            </a:pPr>
            <a:r>
              <a:rPr lang="fr-CA"/>
              <a:t>Most often, GNU/Linux is just called “Linux” (there’s a small controversy about this)</a:t>
            </a:r>
            <a:endParaRPr/>
          </a:p>
          <a:p>
            <a:pPr indent="-157161" lvl="0" marL="228600" rtl="0" algn="l">
              <a:lnSpc>
                <a:spcPct val="115000"/>
              </a:lnSpc>
              <a:spcBef>
                <a:spcPts val="900"/>
              </a:spcBef>
              <a:spcAft>
                <a:spcPts val="0"/>
              </a:spcAft>
              <a:buClr>
                <a:srgbClr val="7F7F7F"/>
              </a:buClr>
              <a:buSzPct val="100000"/>
              <a:buChar char="•"/>
            </a:pPr>
            <a:r>
              <a:rPr lang="fr-CA"/>
              <a:t>The original UNIX is still used in mission critical applications for client/server and transaction processing.</a:t>
            </a:r>
            <a:endParaRPr/>
          </a:p>
          <a:p>
            <a:pPr indent="-157161" lvl="0" marL="228600" rtl="0" algn="l">
              <a:lnSpc>
                <a:spcPct val="115000"/>
              </a:lnSpc>
              <a:spcBef>
                <a:spcPts val="900"/>
              </a:spcBef>
              <a:spcAft>
                <a:spcPts val="0"/>
              </a:spcAft>
              <a:buClr>
                <a:srgbClr val="7F7F7F"/>
              </a:buClr>
              <a:buSzPct val="100000"/>
              <a:buChar char="•"/>
            </a:pPr>
            <a:r>
              <a:rPr lang="fr-CA"/>
              <a:t>Very interesting ensuing development: “unix-like” or “*nix” systems are everywhere. Variants of unix-based systems include Linux, OS X, FreeBSD (see chart on next slide)</a:t>
            </a:r>
            <a:endParaRPr/>
          </a:p>
        </p:txBody>
      </p:sp>
      <p:sp>
        <p:nvSpPr>
          <p:cNvPr id="341" name="Google Shape;341;p2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UNIX</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3"/>
          <p:cNvSpPr txBox="1"/>
          <p:nvPr>
            <p:ph type="title"/>
          </p:nvPr>
        </p:nvSpPr>
        <p:spPr>
          <a:xfrm>
            <a:off x="609600" y="1"/>
            <a:ext cx="10744200" cy="12285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UNIX and the *nix family</a:t>
            </a:r>
            <a:endParaRPr/>
          </a:p>
        </p:txBody>
      </p:sp>
      <p:pic>
        <p:nvPicPr>
          <p:cNvPr id="347" name="Google Shape;347;p23"/>
          <p:cNvPicPr preferRelativeResize="0"/>
          <p:nvPr/>
        </p:nvPicPr>
        <p:blipFill rotWithShape="1">
          <a:blip r:embed="rId3">
            <a:alphaModFix/>
          </a:blip>
          <a:srcRect b="0" l="0" r="0" t="0"/>
          <a:stretch/>
        </p:blipFill>
        <p:spPr>
          <a:xfrm>
            <a:off x="2546975" y="1506175"/>
            <a:ext cx="6869450" cy="5207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2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GNU/Linux</a:t>
            </a:r>
            <a:endParaRPr/>
          </a:p>
        </p:txBody>
      </p:sp>
      <p:sp>
        <p:nvSpPr>
          <p:cNvPr id="353" name="Google Shape;353;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157161" lvl="0" marL="228600" rtl="0" algn="l">
              <a:lnSpc>
                <a:spcPct val="115000"/>
              </a:lnSpc>
              <a:spcBef>
                <a:spcPts val="0"/>
              </a:spcBef>
              <a:spcAft>
                <a:spcPts val="0"/>
              </a:spcAft>
              <a:buClr>
                <a:srgbClr val="7F7F7F"/>
              </a:buClr>
              <a:buSzPct val="100000"/>
              <a:buChar char="•"/>
            </a:pPr>
            <a:r>
              <a:rPr lang="fr-CA"/>
              <a:t>GNU/Linux (commonly referred to as Linux) is </a:t>
            </a:r>
            <a:r>
              <a:rPr b="1" lang="fr-CA" u="sng"/>
              <a:t>free</a:t>
            </a:r>
            <a:r>
              <a:rPr lang="fr-CA"/>
              <a:t> and </a:t>
            </a:r>
            <a:r>
              <a:rPr b="1" lang="fr-CA" u="sng"/>
              <a:t>open source</a:t>
            </a:r>
            <a:r>
              <a:rPr lang="fr-CA"/>
              <a:t>.</a:t>
            </a:r>
            <a:endParaRPr/>
          </a:p>
          <a:p>
            <a:pPr indent="-38100" lvl="0" marL="228600" rtl="0" algn="l">
              <a:lnSpc>
                <a:spcPct val="115000"/>
              </a:lnSpc>
              <a:spcBef>
                <a:spcPts val="900"/>
              </a:spcBef>
              <a:spcAft>
                <a:spcPts val="0"/>
              </a:spcAft>
              <a:buClr>
                <a:srgbClr val="7F7F7F"/>
              </a:buClr>
              <a:buSzPct val="100000"/>
              <a:buNone/>
            </a:pPr>
            <a:r>
              <a:t/>
            </a:r>
            <a:endParaRPr/>
          </a:p>
          <a:p>
            <a:pPr indent="-157161" lvl="0" marL="228600" rtl="0" algn="l">
              <a:lnSpc>
                <a:spcPct val="115000"/>
              </a:lnSpc>
              <a:spcBef>
                <a:spcPts val="900"/>
              </a:spcBef>
              <a:spcAft>
                <a:spcPts val="0"/>
              </a:spcAft>
              <a:buClr>
                <a:srgbClr val="7F7F7F"/>
              </a:buClr>
              <a:buSzPct val="100000"/>
              <a:buChar char="•"/>
            </a:pPr>
            <a:r>
              <a:rPr lang="fr-CA"/>
              <a:t>The name “Linux” comes from the Linux kernel, started in 1991 by Linus Torvalds. </a:t>
            </a:r>
            <a:endParaRPr/>
          </a:p>
          <a:p>
            <a:pPr indent="-157161" lvl="0" marL="228600" rtl="0" algn="l">
              <a:lnSpc>
                <a:spcPct val="115000"/>
              </a:lnSpc>
              <a:spcBef>
                <a:spcPts val="900"/>
              </a:spcBef>
              <a:spcAft>
                <a:spcPts val="0"/>
              </a:spcAft>
              <a:buSzPct val="100000"/>
              <a:buChar char="•"/>
            </a:pPr>
            <a:r>
              <a:rPr lang="fr-CA"/>
              <a:t>The name “GNU” is a recursive acronym, “GNU’s Not Unix” (GNU was the effort made by free software developers, famously Richard Stallman, to rewrite Unix from the ground up)</a:t>
            </a:r>
            <a:endParaRPr/>
          </a:p>
          <a:p>
            <a:pPr indent="-157161" lvl="0" marL="228600" rtl="0" algn="l">
              <a:lnSpc>
                <a:spcPct val="115000"/>
              </a:lnSpc>
              <a:spcBef>
                <a:spcPts val="900"/>
              </a:spcBef>
              <a:spcAft>
                <a:spcPts val="0"/>
              </a:spcAft>
              <a:buSzPct val="100000"/>
              <a:buChar char="•"/>
            </a:pPr>
            <a:r>
              <a:rPr lang="fr-CA"/>
              <a:t>GNU/Linux is the combination of the GNU programs with the Linux kernel.</a:t>
            </a:r>
            <a:endParaRPr/>
          </a:p>
          <a:p>
            <a:pPr indent="-38100" lvl="0" marL="228600" rtl="0" algn="l">
              <a:lnSpc>
                <a:spcPct val="115000"/>
              </a:lnSpc>
              <a:spcBef>
                <a:spcPts val="900"/>
              </a:spcBef>
              <a:spcAft>
                <a:spcPts val="0"/>
              </a:spcAft>
              <a:buClr>
                <a:srgbClr val="7F7F7F"/>
              </a:buClr>
              <a:buSzPct val="100000"/>
              <a:buNone/>
            </a:pPr>
            <a:r>
              <a:t/>
            </a:r>
            <a:endParaRPr/>
          </a:p>
          <a:p>
            <a:pPr indent="-157161" lvl="0" marL="228600" rtl="0" algn="l">
              <a:lnSpc>
                <a:spcPct val="115000"/>
              </a:lnSpc>
              <a:spcBef>
                <a:spcPts val="900"/>
              </a:spcBef>
              <a:spcAft>
                <a:spcPts val="0"/>
              </a:spcAft>
              <a:buClr>
                <a:srgbClr val="7F7F7F"/>
              </a:buClr>
              <a:buSzPct val="100000"/>
              <a:buChar char="•"/>
            </a:pPr>
            <a:r>
              <a:rPr lang="fr-CA"/>
              <a:t>Known for its use in servers. </a:t>
            </a:r>
            <a:endParaRPr/>
          </a:p>
          <a:p>
            <a:pPr indent="-166687" lvl="1" marL="685800" rtl="0" algn="l">
              <a:lnSpc>
                <a:spcPct val="115000"/>
              </a:lnSpc>
              <a:spcBef>
                <a:spcPts val="780"/>
              </a:spcBef>
              <a:spcAft>
                <a:spcPts val="0"/>
              </a:spcAft>
              <a:buClr>
                <a:srgbClr val="7F7F7F"/>
              </a:buClr>
              <a:buSzPct val="100000"/>
              <a:buChar char="•"/>
            </a:pPr>
            <a:r>
              <a:rPr lang="fr-CA"/>
              <a:t>Widely used in a variety of computer hardware, including desktop computers, supercomputers, video game systems, and embedded devices such as mobile phones and routers.</a:t>
            </a:r>
            <a:endParaRPr/>
          </a:p>
          <a:p>
            <a:pPr indent="-38100" lvl="0" marL="228600" rtl="0" algn="l">
              <a:lnSpc>
                <a:spcPct val="90000"/>
              </a:lnSpc>
              <a:spcBef>
                <a:spcPts val="900"/>
              </a:spcBef>
              <a:spcAft>
                <a:spcPts val="0"/>
              </a:spcAft>
              <a:buClr>
                <a:srgbClr val="7F7F7F"/>
              </a:buClr>
              <a:buSzPct val="100000"/>
              <a:buNone/>
            </a:pPr>
            <a:r>
              <a:t/>
            </a:r>
            <a:endParaRPr/>
          </a:p>
        </p:txBody>
      </p:sp>
      <p:pic>
        <p:nvPicPr>
          <p:cNvPr descr="Image result for Linux" id="354" name="Google Shape;354;p24"/>
          <p:cNvPicPr preferRelativeResize="0"/>
          <p:nvPr/>
        </p:nvPicPr>
        <p:blipFill rotWithShape="1">
          <a:blip r:embed="rId3">
            <a:alphaModFix/>
          </a:blip>
          <a:srcRect b="0" l="0" r="0" t="0"/>
          <a:stretch/>
        </p:blipFill>
        <p:spPr>
          <a:xfrm>
            <a:off x="9680928" y="712282"/>
            <a:ext cx="1901472" cy="22558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115000"/>
              </a:lnSpc>
              <a:spcBef>
                <a:spcPts val="0"/>
              </a:spcBef>
              <a:spcAft>
                <a:spcPts val="0"/>
              </a:spcAft>
              <a:buClr>
                <a:srgbClr val="7F7F7F"/>
              </a:buClr>
              <a:buSzPct val="108108"/>
              <a:buChar char="•"/>
            </a:pPr>
            <a:r>
              <a:rPr lang="fr-CA"/>
              <a:t>Apple produced the first widely-sold computer with GUI, Mac computer, in 1984 with its own </a:t>
            </a:r>
            <a:r>
              <a:rPr lang="fr-CA">
                <a:solidFill>
                  <a:srgbClr val="0055A4"/>
                </a:solidFill>
              </a:rPr>
              <a:t>operating system</a:t>
            </a:r>
            <a:r>
              <a:rPr lang="fr-CA"/>
              <a:t>.</a:t>
            </a:r>
            <a:endParaRPr/>
          </a:p>
          <a:p>
            <a:pPr indent="-228600" lvl="0" marL="228600" rtl="0" algn="l">
              <a:lnSpc>
                <a:spcPct val="115000"/>
              </a:lnSpc>
              <a:spcBef>
                <a:spcPts val="0"/>
              </a:spcBef>
              <a:spcAft>
                <a:spcPts val="0"/>
              </a:spcAft>
              <a:buSzPct val="108108"/>
              <a:buChar char="•"/>
            </a:pPr>
            <a:r>
              <a:rPr lang="fr-CA"/>
              <a:t>Based off of the Berkley Software Distribution (BSD) *nix based operating system and license</a:t>
            </a:r>
            <a:endParaRPr/>
          </a:p>
          <a:p>
            <a:pPr indent="0" lvl="0" marL="0" rtl="0" algn="l">
              <a:lnSpc>
                <a:spcPct val="115000"/>
              </a:lnSpc>
              <a:spcBef>
                <a:spcPts val="0"/>
              </a:spcBef>
              <a:spcAft>
                <a:spcPts val="0"/>
              </a:spcAft>
              <a:buSzPct val="108108"/>
              <a:buNone/>
            </a:pPr>
            <a:r>
              <a:t/>
            </a:r>
            <a:endParaRPr/>
          </a:p>
          <a:p>
            <a:pPr indent="0" lvl="0" marL="685800" rtl="0" algn="l">
              <a:lnSpc>
                <a:spcPct val="115000"/>
              </a:lnSpc>
              <a:spcBef>
                <a:spcPts val="780"/>
              </a:spcBef>
              <a:spcAft>
                <a:spcPts val="0"/>
              </a:spcAft>
              <a:buSzPct val="108108"/>
              <a:buNone/>
            </a:pPr>
            <a:r>
              <a:t/>
            </a:r>
            <a:endParaRPr/>
          </a:p>
          <a:p>
            <a:pPr indent="-38100" lvl="0" marL="228600" rtl="0" algn="l">
              <a:lnSpc>
                <a:spcPct val="115000"/>
              </a:lnSpc>
              <a:spcBef>
                <a:spcPts val="900"/>
              </a:spcBef>
              <a:spcAft>
                <a:spcPts val="0"/>
              </a:spcAft>
              <a:buClr>
                <a:srgbClr val="7F7F7F"/>
              </a:buClr>
              <a:buSzPct val="108108"/>
              <a:buNone/>
            </a:pPr>
            <a:r>
              <a:t/>
            </a:r>
            <a:endParaRPr/>
          </a:p>
          <a:p>
            <a:pPr indent="-228600" lvl="0" marL="228600" rtl="0" algn="l">
              <a:lnSpc>
                <a:spcPct val="115000"/>
              </a:lnSpc>
              <a:spcBef>
                <a:spcPts val="900"/>
              </a:spcBef>
              <a:spcAft>
                <a:spcPts val="0"/>
              </a:spcAft>
              <a:buClr>
                <a:srgbClr val="7F7F7F"/>
              </a:buClr>
              <a:buSzPct val="108108"/>
              <a:buChar char="•"/>
            </a:pPr>
            <a:r>
              <a:rPr lang="fr-CA" sz="2400"/>
              <a:t>Evolution: https://www.versionmuseum.com/history-of/mac-os-x</a:t>
            </a:r>
            <a:br>
              <a:rPr lang="fr-CA"/>
            </a:br>
            <a:endParaRPr/>
          </a:p>
        </p:txBody>
      </p:sp>
      <p:sp>
        <p:nvSpPr>
          <p:cNvPr id="360" name="Google Shape;360;p2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Apple: Macintosh, OS x, macOS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Chrome OS</a:t>
            </a:r>
            <a:endParaRPr/>
          </a:p>
        </p:txBody>
      </p:sp>
      <p:sp>
        <p:nvSpPr>
          <p:cNvPr id="366" name="Google Shape;366;p26"/>
          <p:cNvSpPr txBox="1"/>
          <p:nvPr>
            <p:ph idx="1" type="body"/>
          </p:nvPr>
        </p:nvSpPr>
        <p:spPr>
          <a:xfrm>
            <a:off x="461818" y="1816389"/>
            <a:ext cx="8220364" cy="469524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Designed by Google in 2011.</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fr-CA"/>
              <a:t>A Linux kernel-based operating system.</a:t>
            </a:r>
            <a:endParaRPr/>
          </a:p>
          <a:p>
            <a:pPr indent="-228600" lvl="0" marL="228600" rtl="0" algn="l">
              <a:lnSpc>
                <a:spcPct val="90000"/>
              </a:lnSpc>
              <a:spcBef>
                <a:spcPts val="900"/>
              </a:spcBef>
              <a:spcAft>
                <a:spcPts val="0"/>
              </a:spcAft>
              <a:buClr>
                <a:srgbClr val="7F7F7F"/>
              </a:buClr>
              <a:buSzPts val="3000"/>
              <a:buChar char="•"/>
            </a:pPr>
            <a:r>
              <a:rPr lang="fr-CA"/>
              <a:t>Derived from the free software Chromium OS.</a:t>
            </a:r>
            <a:endParaRPr/>
          </a:p>
          <a:p>
            <a:pPr indent="-228600" lvl="0" marL="228600" rtl="0" algn="l">
              <a:lnSpc>
                <a:spcPct val="90000"/>
              </a:lnSpc>
              <a:spcBef>
                <a:spcPts val="900"/>
              </a:spcBef>
              <a:spcAft>
                <a:spcPts val="0"/>
              </a:spcAft>
              <a:buClr>
                <a:srgbClr val="7F7F7F"/>
              </a:buClr>
              <a:buSzPts val="3000"/>
              <a:buChar char="•"/>
            </a:pPr>
            <a:r>
              <a:rPr lang="fr-CA"/>
              <a:t>Uses the Google Chrome web browser as its principal user interface. </a:t>
            </a:r>
            <a:endParaRPr/>
          </a:p>
          <a:p>
            <a:pPr indent="-228600" lvl="1" marL="685800" rtl="0" algn="l">
              <a:lnSpc>
                <a:spcPct val="90000"/>
              </a:lnSpc>
              <a:spcBef>
                <a:spcPts val="780"/>
              </a:spcBef>
              <a:spcAft>
                <a:spcPts val="0"/>
              </a:spcAft>
              <a:buClr>
                <a:srgbClr val="7F7F7F"/>
              </a:buClr>
              <a:buSzPts val="2600"/>
              <a:buChar char="•"/>
            </a:pPr>
            <a:r>
              <a:rPr lang="fr-CA"/>
              <a:t>All its applications are web-centric.</a:t>
            </a:r>
            <a:endParaRPr/>
          </a:p>
          <a:p>
            <a:pPr indent="-63500" lvl="1" marL="685800" rtl="0" algn="l">
              <a:lnSpc>
                <a:spcPct val="90000"/>
              </a:lnSpc>
              <a:spcBef>
                <a:spcPts val="780"/>
              </a:spcBef>
              <a:spcAft>
                <a:spcPts val="0"/>
              </a:spcAft>
              <a:buClr>
                <a:srgbClr val="7F7F7F"/>
              </a:buClr>
              <a:buSzPts val="2600"/>
              <a:buNone/>
            </a:pPr>
            <a:r>
              <a:t/>
            </a:r>
            <a:endParaRPr/>
          </a:p>
        </p:txBody>
      </p:sp>
      <p:pic>
        <p:nvPicPr>
          <p:cNvPr descr="Image result for chrome os" id="367" name="Google Shape;367;p26"/>
          <p:cNvPicPr preferRelativeResize="0"/>
          <p:nvPr/>
        </p:nvPicPr>
        <p:blipFill rotWithShape="1">
          <a:blip r:embed="rId3">
            <a:alphaModFix/>
          </a:blip>
          <a:srcRect b="10408" l="0" r="0" t="7205"/>
          <a:stretch/>
        </p:blipFill>
        <p:spPr>
          <a:xfrm>
            <a:off x="8807736" y="2422812"/>
            <a:ext cx="3244273" cy="1930400"/>
          </a:xfrm>
          <a:prstGeom prst="rect">
            <a:avLst/>
          </a:prstGeom>
          <a:noFill/>
          <a:ln>
            <a:noFill/>
          </a:ln>
        </p:spPr>
      </p:pic>
      <p:pic>
        <p:nvPicPr>
          <p:cNvPr descr="Google Chrome logo and wordmark (2015).png" id="368" name="Google Shape;368;p26"/>
          <p:cNvPicPr preferRelativeResize="0"/>
          <p:nvPr/>
        </p:nvPicPr>
        <p:blipFill rotWithShape="1">
          <a:blip r:embed="rId4">
            <a:alphaModFix/>
          </a:blip>
          <a:srcRect b="0" l="0" r="0" t="0"/>
          <a:stretch/>
        </p:blipFill>
        <p:spPr>
          <a:xfrm>
            <a:off x="9161895" y="1458912"/>
            <a:ext cx="2381250" cy="733425"/>
          </a:xfrm>
          <a:prstGeom prst="rect">
            <a:avLst/>
          </a:prstGeom>
          <a:noFill/>
          <a:ln>
            <a:noFill/>
          </a:ln>
        </p:spPr>
      </p:pic>
      <p:pic>
        <p:nvPicPr>
          <p:cNvPr descr="https://9to5google.com/wp-content/uploads/sites/4/2018/10/google_pixel_slate_hands_on_2.jpg?quality=82&amp;strip=all&amp;w=1600" id="369" name="Google Shape;369;p26"/>
          <p:cNvPicPr preferRelativeResize="0"/>
          <p:nvPr/>
        </p:nvPicPr>
        <p:blipFill rotWithShape="1">
          <a:blip r:embed="rId5">
            <a:alphaModFix/>
          </a:blip>
          <a:srcRect b="0" l="4549" r="4550" t="0"/>
          <a:stretch/>
        </p:blipFill>
        <p:spPr>
          <a:xfrm>
            <a:off x="8807736" y="4655290"/>
            <a:ext cx="3244273" cy="178459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Which OS Should I install?</a:t>
            </a:r>
            <a:endParaRPr/>
          </a:p>
        </p:txBody>
      </p:sp>
      <p:sp>
        <p:nvSpPr>
          <p:cNvPr id="375" name="Google Shape;375;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Choosing an OS is a significant decision.</a:t>
            </a:r>
            <a:endParaRPr/>
          </a:p>
          <a:p>
            <a:pPr indent="-228600" lvl="0" marL="228600" rtl="0" algn="l">
              <a:lnSpc>
                <a:spcPct val="90000"/>
              </a:lnSpc>
              <a:spcBef>
                <a:spcPts val="900"/>
              </a:spcBef>
              <a:spcAft>
                <a:spcPts val="0"/>
              </a:spcAft>
              <a:buClr>
                <a:srgbClr val="7F7F7F"/>
              </a:buClr>
              <a:buSzPts val="3000"/>
              <a:buChar char="•"/>
            </a:pPr>
            <a:r>
              <a:rPr lang="fr-CA"/>
              <a:t>Major decision factors include:</a:t>
            </a:r>
            <a:endParaRPr/>
          </a:p>
          <a:p>
            <a:pPr indent="-228600" lvl="1" marL="685800" rtl="0" algn="l">
              <a:lnSpc>
                <a:spcPct val="90000"/>
              </a:lnSpc>
              <a:spcBef>
                <a:spcPts val="780"/>
              </a:spcBef>
              <a:spcAft>
                <a:spcPts val="0"/>
              </a:spcAft>
              <a:buClr>
                <a:srgbClr val="7F7F7F"/>
              </a:buClr>
              <a:buSzPts val="2600"/>
              <a:buChar char="•"/>
            </a:pPr>
            <a:r>
              <a:rPr lang="fr-CA"/>
              <a:t>The intended use of the computer and its role in the network.</a:t>
            </a:r>
            <a:endParaRPr/>
          </a:p>
          <a:p>
            <a:pPr indent="-228600" lvl="1" marL="685800" rtl="0" algn="l">
              <a:lnSpc>
                <a:spcPct val="90000"/>
              </a:lnSpc>
              <a:spcBef>
                <a:spcPts val="780"/>
              </a:spcBef>
              <a:spcAft>
                <a:spcPts val="0"/>
              </a:spcAft>
              <a:buClr>
                <a:srgbClr val="7F7F7F"/>
              </a:buClr>
              <a:buSzPts val="2600"/>
              <a:buChar char="•"/>
            </a:pPr>
            <a:r>
              <a:rPr lang="fr-CA"/>
              <a:t>The applications and environments that will need to run.</a:t>
            </a:r>
            <a:endParaRPr/>
          </a:p>
          <a:p>
            <a:pPr indent="-228600" lvl="1" marL="685800" rtl="0" algn="l">
              <a:lnSpc>
                <a:spcPct val="90000"/>
              </a:lnSpc>
              <a:spcBef>
                <a:spcPts val="780"/>
              </a:spcBef>
              <a:spcAft>
                <a:spcPts val="0"/>
              </a:spcAft>
              <a:buClr>
                <a:srgbClr val="7F7F7F"/>
              </a:buClr>
              <a:buSzPts val="2600"/>
              <a:buChar char="•"/>
            </a:pPr>
            <a:r>
              <a:rPr lang="fr-CA"/>
              <a:t>The minimum hardware requirements of the operating systems.</a:t>
            </a:r>
            <a:endParaRPr/>
          </a:p>
          <a:p>
            <a:pPr indent="-38100" lvl="0" marL="228600" rtl="0" algn="l">
              <a:lnSpc>
                <a:spcPct val="90000"/>
              </a:lnSpc>
              <a:spcBef>
                <a:spcPts val="900"/>
              </a:spcBef>
              <a:spcAft>
                <a:spcPts val="0"/>
              </a:spcAft>
              <a:buClr>
                <a:srgbClr val="7F7F7F"/>
              </a:buClr>
              <a:buSzPts val="3000"/>
              <a:buNone/>
            </a:pPr>
            <a:r>
              <a:t/>
            </a:r>
            <a:endParaRPr/>
          </a:p>
        </p:txBody>
      </p:sp>
      <p:pic>
        <p:nvPicPr>
          <p:cNvPr id="376" name="Google Shape;376;p27"/>
          <p:cNvPicPr preferRelativeResize="0"/>
          <p:nvPr/>
        </p:nvPicPr>
        <p:blipFill rotWithShape="1">
          <a:blip r:embed="rId3">
            <a:alphaModFix/>
          </a:blip>
          <a:srcRect b="0" l="0" r="0" t="0"/>
          <a:stretch/>
        </p:blipFill>
        <p:spPr>
          <a:xfrm>
            <a:off x="3330779" y="4756137"/>
            <a:ext cx="6324600" cy="1600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Intended Use Of Computer</a:t>
            </a:r>
            <a:endParaRPr/>
          </a:p>
        </p:txBody>
      </p:sp>
      <p:sp>
        <p:nvSpPr>
          <p:cNvPr id="382" name="Google Shape;382;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110000"/>
              </a:lnSpc>
              <a:spcBef>
                <a:spcPts val="0"/>
              </a:spcBef>
              <a:spcAft>
                <a:spcPts val="0"/>
              </a:spcAft>
              <a:buClr>
                <a:srgbClr val="7F7F7F"/>
              </a:buClr>
              <a:buSzPct val="100000"/>
              <a:buChar char="•"/>
            </a:pPr>
            <a:r>
              <a:rPr lang="fr-CA"/>
              <a:t>Desktop OS</a:t>
            </a:r>
            <a:endParaRPr/>
          </a:p>
          <a:p>
            <a:pPr indent="-228600" lvl="1" marL="685800" rtl="0" algn="l">
              <a:lnSpc>
                <a:spcPct val="110000"/>
              </a:lnSpc>
              <a:spcBef>
                <a:spcPts val="663"/>
              </a:spcBef>
              <a:spcAft>
                <a:spcPts val="0"/>
              </a:spcAft>
              <a:buClr>
                <a:srgbClr val="7F7F7F"/>
              </a:buClr>
              <a:buSzPct val="100000"/>
              <a:buChar char="•"/>
            </a:pPr>
            <a:r>
              <a:rPr lang="fr-CA"/>
              <a:t>Intended for home or small office environments with a limited number of users. </a:t>
            </a:r>
            <a:endParaRPr/>
          </a:p>
          <a:p>
            <a:pPr indent="-228600" lvl="1" marL="685800" rtl="0" algn="l">
              <a:lnSpc>
                <a:spcPct val="110000"/>
              </a:lnSpc>
              <a:spcBef>
                <a:spcPts val="663"/>
              </a:spcBef>
              <a:spcAft>
                <a:spcPts val="0"/>
              </a:spcAft>
              <a:buClr>
                <a:srgbClr val="7F7F7F"/>
              </a:buClr>
              <a:buSzPct val="100000"/>
              <a:buChar char="•"/>
            </a:pPr>
            <a:r>
              <a:rPr lang="fr-CA"/>
              <a:t>Runs single-user applications, shares files and folders with limited security.</a:t>
            </a:r>
            <a:endParaRPr/>
          </a:p>
          <a:p>
            <a:pPr indent="-228600" lvl="0" marL="228600" rtl="0" algn="l">
              <a:lnSpc>
                <a:spcPct val="110000"/>
              </a:lnSpc>
              <a:spcBef>
                <a:spcPts val="765"/>
              </a:spcBef>
              <a:spcAft>
                <a:spcPts val="0"/>
              </a:spcAft>
              <a:buClr>
                <a:srgbClr val="7F7F7F"/>
              </a:buClr>
              <a:buSzPct val="100000"/>
              <a:buChar char="•"/>
            </a:pPr>
            <a:r>
              <a:rPr lang="fr-CA"/>
              <a:t>Network OS</a:t>
            </a:r>
            <a:endParaRPr/>
          </a:p>
          <a:p>
            <a:pPr indent="-228600" lvl="1" marL="685800" rtl="0" algn="l">
              <a:lnSpc>
                <a:spcPct val="110000"/>
              </a:lnSpc>
              <a:spcBef>
                <a:spcPts val="663"/>
              </a:spcBef>
              <a:spcAft>
                <a:spcPts val="0"/>
              </a:spcAft>
              <a:buClr>
                <a:srgbClr val="7F7F7F"/>
              </a:buClr>
              <a:buSzPct val="100000"/>
              <a:buChar char="•"/>
            </a:pPr>
            <a:r>
              <a:rPr lang="fr-CA"/>
              <a:t>Designed for corporate environment serving multiple users with a wide range of needs.</a:t>
            </a:r>
            <a:endParaRPr/>
          </a:p>
          <a:p>
            <a:pPr indent="-228600" lvl="1" marL="685800" rtl="0" algn="l">
              <a:lnSpc>
                <a:spcPct val="110000"/>
              </a:lnSpc>
              <a:spcBef>
                <a:spcPts val="663"/>
              </a:spcBef>
              <a:spcAft>
                <a:spcPts val="0"/>
              </a:spcAft>
              <a:buClr>
                <a:srgbClr val="7F7F7F"/>
              </a:buClr>
              <a:buSzPct val="100000"/>
              <a:buChar char="•"/>
            </a:pPr>
            <a:r>
              <a:rPr lang="fr-CA"/>
              <a:t>Generally provide network resources including server applications, centralized data storage, network print queues, RAID and backup systems.</a:t>
            </a:r>
            <a:endParaRPr/>
          </a:p>
          <a:p>
            <a:pPr indent="-66675" lvl="0" marL="228600" rtl="0" algn="l">
              <a:lnSpc>
                <a:spcPct val="110000"/>
              </a:lnSpc>
              <a:spcBef>
                <a:spcPts val="765"/>
              </a:spcBef>
              <a:spcAft>
                <a:spcPts val="0"/>
              </a:spcAft>
              <a:buClr>
                <a:srgbClr val="7F7F7F"/>
              </a:buClr>
              <a:buSzPct val="100000"/>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Compatible Applications and Environments</a:t>
            </a:r>
            <a:endParaRPr/>
          </a:p>
        </p:txBody>
      </p:sp>
      <p:sp>
        <p:nvSpPr>
          <p:cNvPr id="388" name="Google Shape;388;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The OS you choose must be compatible with the </a:t>
            </a:r>
            <a:r>
              <a:rPr lang="fr-CA">
                <a:solidFill>
                  <a:srgbClr val="0055A4"/>
                </a:solidFill>
              </a:rPr>
              <a:t>existing</a:t>
            </a:r>
            <a:r>
              <a:rPr lang="fr-CA"/>
              <a:t> </a:t>
            </a:r>
            <a:r>
              <a:rPr lang="fr-CA">
                <a:solidFill>
                  <a:srgbClr val="0055A4"/>
                </a:solidFill>
              </a:rPr>
              <a:t>hardware</a:t>
            </a:r>
            <a:r>
              <a:rPr lang="fr-CA"/>
              <a:t> and the required </a:t>
            </a:r>
            <a:r>
              <a:rPr lang="fr-CA">
                <a:solidFill>
                  <a:srgbClr val="0055A4"/>
                </a:solidFill>
              </a:rPr>
              <a:t>applications</a:t>
            </a:r>
            <a:r>
              <a:rPr lang="fr-CA"/>
              <a:t>. </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fr-CA"/>
              <a:t>Commercial applications usually specify a list of compatible operating systems on website or sold product. </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fr-CA"/>
              <a:t>For customized applications, the programmer should specify which operating systems can be used with.</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3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Minimum Hardware Requirements</a:t>
            </a:r>
            <a:endParaRPr/>
          </a:p>
        </p:txBody>
      </p:sp>
      <p:sp>
        <p:nvSpPr>
          <p:cNvPr id="394" name="Google Shape;394;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Operating systems (like all other software applications) have </a:t>
            </a:r>
            <a:r>
              <a:rPr lang="fr-CA">
                <a:solidFill>
                  <a:srgbClr val="0055A4"/>
                </a:solidFill>
              </a:rPr>
              <a:t>minimum</a:t>
            </a:r>
            <a:r>
              <a:rPr lang="fr-CA"/>
              <a:t> </a:t>
            </a:r>
            <a:r>
              <a:rPr lang="fr-CA">
                <a:solidFill>
                  <a:srgbClr val="0055A4"/>
                </a:solidFill>
              </a:rPr>
              <a:t>hardware requirements </a:t>
            </a:r>
            <a:r>
              <a:rPr lang="fr-CA"/>
              <a:t>that must be met.</a:t>
            </a:r>
            <a:endParaRPr/>
          </a:p>
          <a:p>
            <a:pPr indent="-228600" lvl="0" marL="228600" rtl="0" algn="l">
              <a:lnSpc>
                <a:spcPct val="90000"/>
              </a:lnSpc>
              <a:spcBef>
                <a:spcPts val="900"/>
              </a:spcBef>
              <a:spcAft>
                <a:spcPts val="0"/>
              </a:spcAft>
              <a:buClr>
                <a:srgbClr val="7F7F7F"/>
              </a:buClr>
              <a:buSzPts val="3000"/>
              <a:buChar char="•"/>
            </a:pPr>
            <a:r>
              <a:rPr lang="fr-CA"/>
              <a:t>Why?</a:t>
            </a:r>
            <a:endParaRPr/>
          </a:p>
          <a:p>
            <a:pPr indent="-228600" lvl="1" marL="685800" rtl="0" algn="l">
              <a:lnSpc>
                <a:spcPct val="90000"/>
              </a:lnSpc>
              <a:spcBef>
                <a:spcPts val="780"/>
              </a:spcBef>
              <a:spcAft>
                <a:spcPts val="0"/>
              </a:spcAft>
              <a:buClr>
                <a:srgbClr val="7F7F7F"/>
              </a:buClr>
              <a:buSzPts val="2600"/>
              <a:buChar char="•"/>
            </a:pPr>
            <a:r>
              <a:rPr lang="fr-CA"/>
              <a:t>To be able to install the OS.</a:t>
            </a:r>
            <a:endParaRPr/>
          </a:p>
          <a:p>
            <a:pPr indent="-228600" lvl="1" marL="685800" rtl="0" algn="l">
              <a:lnSpc>
                <a:spcPct val="90000"/>
              </a:lnSpc>
              <a:spcBef>
                <a:spcPts val="780"/>
              </a:spcBef>
              <a:spcAft>
                <a:spcPts val="0"/>
              </a:spcAft>
              <a:buClr>
                <a:srgbClr val="7F7F7F"/>
              </a:buClr>
              <a:buSzPts val="2600"/>
              <a:buChar char="•"/>
            </a:pPr>
            <a:r>
              <a:rPr lang="fr-CA"/>
              <a:t>For the OS to function correctly.</a:t>
            </a:r>
            <a:endParaRPr/>
          </a:p>
          <a:p>
            <a:pPr indent="-228600" lvl="1" marL="685800" rtl="0" algn="l">
              <a:lnSpc>
                <a:spcPct val="90000"/>
              </a:lnSpc>
              <a:spcBef>
                <a:spcPts val="780"/>
              </a:spcBef>
              <a:spcAft>
                <a:spcPts val="0"/>
              </a:spcAft>
              <a:buClr>
                <a:srgbClr val="7F7F7F"/>
              </a:buClr>
              <a:buSzPts val="2600"/>
              <a:buChar char="•"/>
            </a:pPr>
            <a:r>
              <a:rPr lang="fr-CA"/>
              <a:t>For the OS to run smoothly (no lagging or freezing). </a:t>
            </a:r>
            <a:endParaRPr/>
          </a:p>
          <a:p>
            <a:pPr indent="-228600" lvl="0" marL="228600" rtl="0" algn="l">
              <a:lnSpc>
                <a:spcPct val="90000"/>
              </a:lnSpc>
              <a:spcBef>
                <a:spcPts val="900"/>
              </a:spcBef>
              <a:spcAft>
                <a:spcPts val="0"/>
              </a:spcAft>
              <a:buClr>
                <a:srgbClr val="7F7F7F"/>
              </a:buClr>
              <a:buSzPts val="3000"/>
              <a:buChar char="•"/>
            </a:pPr>
            <a:r>
              <a:rPr lang="fr-CA"/>
              <a:t>To examine OS requirements it is best to visit the developer’s website.</a:t>
            </a:r>
            <a:endParaRPr/>
          </a:p>
          <a:p>
            <a:pPr indent="-228600" lvl="1" marL="685800" rtl="0" algn="l">
              <a:lnSpc>
                <a:spcPct val="90000"/>
              </a:lnSpc>
              <a:spcBef>
                <a:spcPts val="780"/>
              </a:spcBef>
              <a:spcAft>
                <a:spcPts val="0"/>
              </a:spcAft>
              <a:buClr>
                <a:srgbClr val="7F7F7F"/>
              </a:buClr>
              <a:buSzPts val="2600"/>
              <a:buChar char="•"/>
            </a:pPr>
            <a:r>
              <a:rPr lang="fr-CA"/>
              <a:t>Example: Microsoft’s online compatibility center (Windows 10).</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1"/>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fr-CA"/>
              <a:t>Operating system architecture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OS Basic Functions</a:t>
            </a:r>
            <a:endParaRPr/>
          </a:p>
        </p:txBody>
      </p:sp>
      <p:sp>
        <p:nvSpPr>
          <p:cNvPr id="405" name="Google Shape;405;p32"/>
          <p:cNvSpPr txBox="1"/>
          <p:nvPr>
            <p:ph idx="1" type="body"/>
          </p:nvPr>
        </p:nvSpPr>
        <p:spPr>
          <a:xfrm>
            <a:off x="838200" y="1825625"/>
            <a:ext cx="52578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F7F7F"/>
              </a:buClr>
              <a:buSzPts val="2200"/>
              <a:buNone/>
            </a:pPr>
            <a:r>
              <a:rPr lang="fr-CA"/>
              <a:t>1) Control Hardware Access</a:t>
            </a:r>
            <a:endParaRPr/>
          </a:p>
          <a:p>
            <a:pPr indent="-88900" lvl="0" marL="228600" rtl="0" algn="l">
              <a:lnSpc>
                <a:spcPct val="90000"/>
              </a:lnSpc>
              <a:spcBef>
                <a:spcPts val="660"/>
              </a:spcBef>
              <a:spcAft>
                <a:spcPts val="0"/>
              </a:spcAft>
              <a:buClr>
                <a:srgbClr val="7F7F7F"/>
              </a:buClr>
              <a:buSzPts val="2200"/>
              <a:buNone/>
            </a:pPr>
            <a:r>
              <a:t/>
            </a:r>
            <a:endParaRPr/>
          </a:p>
          <a:p>
            <a:pPr indent="0" lvl="0" marL="0" rtl="0" algn="l">
              <a:lnSpc>
                <a:spcPct val="90000"/>
              </a:lnSpc>
              <a:spcBef>
                <a:spcPts val="660"/>
              </a:spcBef>
              <a:spcAft>
                <a:spcPts val="0"/>
              </a:spcAft>
              <a:buClr>
                <a:srgbClr val="7F7F7F"/>
              </a:buClr>
              <a:buSzPts val="2200"/>
              <a:buNone/>
            </a:pPr>
            <a:r>
              <a:rPr lang="fr-CA"/>
              <a:t>2) Manage Files and Folders.</a:t>
            </a:r>
            <a:endParaRPr/>
          </a:p>
          <a:p>
            <a:pPr indent="-88900" lvl="0" marL="228600" rtl="0" algn="l">
              <a:lnSpc>
                <a:spcPct val="90000"/>
              </a:lnSpc>
              <a:spcBef>
                <a:spcPts val="660"/>
              </a:spcBef>
              <a:spcAft>
                <a:spcPts val="0"/>
              </a:spcAft>
              <a:buClr>
                <a:srgbClr val="7F7F7F"/>
              </a:buClr>
              <a:buSzPts val="2200"/>
              <a:buNone/>
            </a:pPr>
            <a:r>
              <a:t/>
            </a:r>
            <a:endParaRPr/>
          </a:p>
          <a:p>
            <a:pPr indent="0" lvl="0" marL="0" rtl="0" algn="l">
              <a:lnSpc>
                <a:spcPct val="90000"/>
              </a:lnSpc>
              <a:spcBef>
                <a:spcPts val="660"/>
              </a:spcBef>
              <a:spcAft>
                <a:spcPts val="0"/>
              </a:spcAft>
              <a:buClr>
                <a:srgbClr val="7F7F7F"/>
              </a:buClr>
              <a:buSzPts val="2200"/>
              <a:buNone/>
            </a:pPr>
            <a:r>
              <a:rPr lang="fr-CA"/>
              <a:t>3) Provide a User Interface.</a:t>
            </a:r>
            <a:endParaRPr/>
          </a:p>
          <a:p>
            <a:pPr indent="-88900" lvl="0" marL="228600" rtl="0" algn="l">
              <a:lnSpc>
                <a:spcPct val="90000"/>
              </a:lnSpc>
              <a:spcBef>
                <a:spcPts val="660"/>
              </a:spcBef>
              <a:spcAft>
                <a:spcPts val="0"/>
              </a:spcAft>
              <a:buClr>
                <a:srgbClr val="7F7F7F"/>
              </a:buClr>
              <a:buSzPts val="2200"/>
              <a:buNone/>
            </a:pPr>
            <a:r>
              <a:t/>
            </a:r>
            <a:endParaRPr/>
          </a:p>
          <a:p>
            <a:pPr indent="0" lvl="0" marL="0" rtl="0" algn="l">
              <a:lnSpc>
                <a:spcPct val="90000"/>
              </a:lnSpc>
              <a:spcBef>
                <a:spcPts val="660"/>
              </a:spcBef>
              <a:spcAft>
                <a:spcPts val="0"/>
              </a:spcAft>
              <a:buClr>
                <a:srgbClr val="7F7F7F"/>
              </a:buClr>
              <a:buSzPts val="2200"/>
              <a:buNone/>
            </a:pPr>
            <a:r>
              <a:rPr lang="fr-CA"/>
              <a:t>4) Manage Applications</a:t>
            </a:r>
            <a:endParaRPr/>
          </a:p>
        </p:txBody>
      </p:sp>
      <p:pic>
        <p:nvPicPr>
          <p:cNvPr descr="A picture containing text, map&#10;&#10;Description generated with very high confidence" id="406" name="Google Shape;406;p32"/>
          <p:cNvPicPr preferRelativeResize="0"/>
          <p:nvPr/>
        </p:nvPicPr>
        <p:blipFill rotWithShape="1">
          <a:blip r:embed="rId3">
            <a:alphaModFix/>
          </a:blip>
          <a:srcRect b="0" l="0" r="0" t="0"/>
          <a:stretch/>
        </p:blipFill>
        <p:spPr>
          <a:xfrm>
            <a:off x="6459524" y="2012709"/>
            <a:ext cx="4203452" cy="3793359"/>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OS Parts</a:t>
            </a:r>
            <a:endParaRPr/>
          </a:p>
        </p:txBody>
      </p:sp>
      <p:sp>
        <p:nvSpPr>
          <p:cNvPr id="412" name="Google Shape;412;p33"/>
          <p:cNvSpPr txBox="1"/>
          <p:nvPr>
            <p:ph idx="1" type="body"/>
          </p:nvPr>
        </p:nvSpPr>
        <p:spPr>
          <a:xfrm>
            <a:off x="838200" y="1825625"/>
            <a:ext cx="5073502" cy="4351338"/>
          </a:xfrm>
          <a:prstGeom prst="rect">
            <a:avLst/>
          </a:prstGeom>
          <a:noFill/>
          <a:ln>
            <a:noFill/>
          </a:ln>
        </p:spPr>
        <p:txBody>
          <a:bodyPr anchorCtr="0" anchor="t" bIns="45700" lIns="91425" spcFirstLastPara="1" rIns="91425" wrap="square" tIns="45700">
            <a:normAutofit fontScale="62500" lnSpcReduction="20000"/>
          </a:bodyPr>
          <a:lstStyle/>
          <a:p>
            <a:pPr indent="-200025" lvl="0" marL="228600" rtl="0" algn="l">
              <a:lnSpc>
                <a:spcPct val="115000"/>
              </a:lnSpc>
              <a:spcBef>
                <a:spcPts val="0"/>
              </a:spcBef>
              <a:spcAft>
                <a:spcPts val="0"/>
              </a:spcAft>
              <a:buClr>
                <a:srgbClr val="0055A4"/>
              </a:buClr>
              <a:buSzPct val="100000"/>
              <a:buChar char="•"/>
            </a:pPr>
            <a:r>
              <a:rPr lang="fr-CA">
                <a:solidFill>
                  <a:srgbClr val="0055A4"/>
                </a:solidFill>
              </a:rPr>
              <a:t>Shell</a:t>
            </a:r>
            <a:endParaRPr/>
          </a:p>
          <a:p>
            <a:pPr indent="-203834" lvl="1" marL="685800" rtl="0" algn="l">
              <a:lnSpc>
                <a:spcPct val="115000"/>
              </a:lnSpc>
              <a:spcBef>
                <a:spcPts val="780"/>
              </a:spcBef>
              <a:spcAft>
                <a:spcPts val="0"/>
              </a:spcAft>
              <a:buClr>
                <a:srgbClr val="7F7F7F"/>
              </a:buClr>
              <a:buSzPct val="100000"/>
              <a:buChar char="•"/>
            </a:pPr>
            <a:r>
              <a:rPr lang="fr-CA"/>
              <a:t>The outer part of an operating system.</a:t>
            </a:r>
            <a:endParaRPr/>
          </a:p>
          <a:p>
            <a:pPr indent="-203834" lvl="1" marL="685800" rtl="0" algn="l">
              <a:lnSpc>
                <a:spcPct val="115000"/>
              </a:lnSpc>
              <a:spcBef>
                <a:spcPts val="780"/>
              </a:spcBef>
              <a:spcAft>
                <a:spcPts val="0"/>
              </a:spcAft>
              <a:buClr>
                <a:srgbClr val="7F7F7F"/>
              </a:buClr>
              <a:buSzPct val="100000"/>
              <a:buChar char="•"/>
            </a:pPr>
            <a:r>
              <a:rPr lang="fr-CA"/>
              <a:t>The interface between the user and the kernel, including all of the programs which the </a:t>
            </a:r>
            <a:r>
              <a:rPr b="1" lang="fr-CA"/>
              <a:t>user interacts with</a:t>
            </a:r>
            <a:endParaRPr/>
          </a:p>
          <a:p>
            <a:pPr indent="-200025" lvl="0" marL="228600" rtl="0" algn="l">
              <a:lnSpc>
                <a:spcPct val="115000"/>
              </a:lnSpc>
              <a:spcBef>
                <a:spcPts val="900"/>
              </a:spcBef>
              <a:spcAft>
                <a:spcPts val="0"/>
              </a:spcAft>
              <a:buClr>
                <a:srgbClr val="0055A4"/>
              </a:buClr>
              <a:buSzPct val="100000"/>
              <a:buChar char="•"/>
            </a:pPr>
            <a:r>
              <a:rPr lang="fr-CA">
                <a:solidFill>
                  <a:srgbClr val="0055A4"/>
                </a:solidFill>
              </a:rPr>
              <a:t>Kernel</a:t>
            </a:r>
            <a:endParaRPr/>
          </a:p>
          <a:p>
            <a:pPr indent="-203834" lvl="1" marL="685800" rtl="0" algn="l">
              <a:lnSpc>
                <a:spcPct val="115000"/>
              </a:lnSpc>
              <a:spcBef>
                <a:spcPts val="780"/>
              </a:spcBef>
              <a:spcAft>
                <a:spcPts val="0"/>
              </a:spcAft>
              <a:buClr>
                <a:srgbClr val="7F7F7F"/>
              </a:buClr>
              <a:buSzPct val="100000"/>
              <a:buChar char="•"/>
            </a:pPr>
            <a:r>
              <a:rPr lang="fr-CA"/>
              <a:t>Responsible for managing and </a:t>
            </a:r>
            <a:r>
              <a:rPr b="1" lang="fr-CA"/>
              <a:t>controlling the computer hardware components</a:t>
            </a:r>
            <a:r>
              <a:rPr lang="fr-CA"/>
              <a:t>.</a:t>
            </a:r>
            <a:endParaRPr/>
          </a:p>
          <a:p>
            <a:pPr indent="-203834" lvl="1" marL="685800" rtl="0" algn="l">
              <a:lnSpc>
                <a:spcPct val="115000"/>
              </a:lnSpc>
              <a:spcBef>
                <a:spcPts val="780"/>
              </a:spcBef>
              <a:spcAft>
                <a:spcPts val="0"/>
              </a:spcAft>
              <a:buClr>
                <a:srgbClr val="7F7F7F"/>
              </a:buClr>
              <a:buSzPct val="100000"/>
              <a:buChar char="•"/>
            </a:pPr>
            <a:r>
              <a:rPr lang="fr-CA"/>
              <a:t>Interacts with devices such as the </a:t>
            </a:r>
            <a:r>
              <a:rPr b="1" lang="fr-CA"/>
              <a:t>processor, main memory, storage devices, input devices, output devices and communication</a:t>
            </a:r>
            <a:r>
              <a:rPr lang="fr-CA"/>
              <a:t> devices.</a:t>
            </a:r>
            <a:endParaRPr/>
          </a:p>
          <a:p>
            <a:pPr indent="-203834" lvl="1" marL="685800" rtl="0" algn="l">
              <a:lnSpc>
                <a:spcPct val="115000"/>
              </a:lnSpc>
              <a:spcBef>
                <a:spcPts val="780"/>
              </a:spcBef>
              <a:spcAft>
                <a:spcPts val="0"/>
              </a:spcAft>
              <a:buClr>
                <a:srgbClr val="7F7F7F"/>
              </a:buClr>
              <a:buSzPct val="100000"/>
              <a:buChar char="•"/>
            </a:pPr>
            <a:r>
              <a:rPr lang="fr-CA"/>
              <a:t>Communicates with the </a:t>
            </a:r>
            <a:r>
              <a:rPr b="1" lang="fr-CA"/>
              <a:t>firmware</a:t>
            </a:r>
            <a:r>
              <a:rPr lang="fr-CA"/>
              <a:t> installed on connected devices (not with their circuitry directly) via </a:t>
            </a:r>
            <a:r>
              <a:rPr b="1" lang="fr-CA"/>
              <a:t>device driver</a:t>
            </a:r>
            <a:r>
              <a:rPr lang="fr-CA"/>
              <a:t> software</a:t>
            </a:r>
            <a:endParaRPr/>
          </a:p>
          <a:p>
            <a:pPr indent="-228600" lvl="0" marL="457200" rtl="0" algn="l">
              <a:lnSpc>
                <a:spcPct val="90000"/>
              </a:lnSpc>
              <a:spcBef>
                <a:spcPts val="900"/>
              </a:spcBef>
              <a:spcAft>
                <a:spcPts val="0"/>
              </a:spcAft>
              <a:buClr>
                <a:srgbClr val="7F7F7F"/>
              </a:buClr>
              <a:buSzPct val="160000"/>
              <a:buNone/>
            </a:pPr>
            <a:r>
              <a:t/>
            </a:r>
            <a:endParaRPr/>
          </a:p>
        </p:txBody>
      </p:sp>
      <p:pic>
        <p:nvPicPr>
          <p:cNvPr descr="Difference Between Kernel and Shell - Pediaa.Com" id="413" name="Google Shape;413;p33"/>
          <p:cNvPicPr preferRelativeResize="0"/>
          <p:nvPr/>
        </p:nvPicPr>
        <p:blipFill rotWithShape="1">
          <a:blip r:embed="rId3">
            <a:alphaModFix/>
          </a:blip>
          <a:srcRect b="0" l="0" r="0" t="0"/>
          <a:stretch/>
        </p:blipFill>
        <p:spPr>
          <a:xfrm>
            <a:off x="5854997" y="1715294"/>
            <a:ext cx="5791200" cy="4572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How is the OS Controlling Hardware?</a:t>
            </a:r>
            <a:endParaRPr/>
          </a:p>
        </p:txBody>
      </p:sp>
      <p:pic>
        <p:nvPicPr>
          <p:cNvPr id="419" name="Google Shape;419;p34"/>
          <p:cNvPicPr preferRelativeResize="0"/>
          <p:nvPr/>
        </p:nvPicPr>
        <p:blipFill rotWithShape="1">
          <a:blip r:embed="rId3">
            <a:alphaModFix/>
          </a:blip>
          <a:srcRect b="0" l="0" r="0" t="0"/>
          <a:stretch/>
        </p:blipFill>
        <p:spPr>
          <a:xfrm>
            <a:off x="3368842" y="1663364"/>
            <a:ext cx="4828674" cy="4828674"/>
          </a:xfrm>
          <a:prstGeom prst="rect">
            <a:avLst/>
          </a:prstGeom>
          <a:noFill/>
          <a:ln>
            <a:noFill/>
          </a:ln>
        </p:spPr>
      </p:pic>
      <p:cxnSp>
        <p:nvCxnSpPr>
          <p:cNvPr id="420" name="Google Shape;420;p34"/>
          <p:cNvCxnSpPr/>
          <p:nvPr/>
        </p:nvCxnSpPr>
        <p:spPr>
          <a:xfrm rot="10800000">
            <a:off x="6448926" y="5194636"/>
            <a:ext cx="1748590" cy="0"/>
          </a:xfrm>
          <a:prstGeom prst="straightConnector1">
            <a:avLst/>
          </a:prstGeom>
          <a:noFill/>
          <a:ln cap="flat" cmpd="sng" w="9525">
            <a:solidFill>
              <a:srgbClr val="FFFF00"/>
            </a:solidFill>
            <a:prstDash val="solid"/>
            <a:miter lim="800000"/>
            <a:headEnd len="sm" w="sm" type="none"/>
            <a:tailEnd len="med" w="med" type="triangle"/>
          </a:ln>
        </p:spPr>
      </p:cxnSp>
      <p:sp>
        <p:nvSpPr>
          <p:cNvPr id="421" name="Google Shape;421;p34"/>
          <p:cNvSpPr txBox="1"/>
          <p:nvPr/>
        </p:nvSpPr>
        <p:spPr>
          <a:xfrm>
            <a:off x="8573729" y="5040747"/>
            <a:ext cx="204414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fr-CA" sz="1800" u="none" cap="none" strike="noStrike">
                <a:solidFill>
                  <a:schemeClr val="dk1"/>
                </a:solidFill>
                <a:latin typeface="Calibri"/>
                <a:ea typeface="Calibri"/>
                <a:cs typeface="Calibri"/>
                <a:sym typeface="Calibri"/>
              </a:rPr>
              <a:t>For example: Keyboard</a:t>
            </a:r>
            <a:endParaRPr/>
          </a:p>
        </p:txBody>
      </p:sp>
      <p:cxnSp>
        <p:nvCxnSpPr>
          <p:cNvPr id="422" name="Google Shape;422;p34"/>
          <p:cNvCxnSpPr/>
          <p:nvPr/>
        </p:nvCxnSpPr>
        <p:spPr>
          <a:xfrm rot="10800000">
            <a:off x="6448926" y="4384510"/>
            <a:ext cx="1748590" cy="0"/>
          </a:xfrm>
          <a:prstGeom prst="straightConnector1">
            <a:avLst/>
          </a:prstGeom>
          <a:noFill/>
          <a:ln cap="flat" cmpd="sng" w="9525">
            <a:solidFill>
              <a:srgbClr val="FFFF00"/>
            </a:solidFill>
            <a:prstDash val="solid"/>
            <a:miter lim="800000"/>
            <a:headEnd len="sm" w="sm" type="none"/>
            <a:tailEnd len="med" w="med" type="triangle"/>
          </a:ln>
        </p:spPr>
      </p:cxnSp>
      <p:sp>
        <p:nvSpPr>
          <p:cNvPr id="423" name="Google Shape;423;p34"/>
          <p:cNvSpPr txBox="1"/>
          <p:nvPr/>
        </p:nvSpPr>
        <p:spPr>
          <a:xfrm>
            <a:off x="8453414" y="4080786"/>
            <a:ext cx="3358612"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CA" sz="1800">
                <a:solidFill>
                  <a:schemeClr val="dk1"/>
                </a:solidFill>
                <a:latin typeface="Calibri"/>
                <a:ea typeface="Calibri"/>
                <a:cs typeface="Calibri"/>
                <a:sym typeface="Calibri"/>
              </a:rPr>
              <a:t>Stored in the ROM: Read Only Memory:</a:t>
            </a:r>
            <a:endParaRPr/>
          </a:p>
          <a:p>
            <a:pPr indent="0" lvl="0" marL="0" marR="0" rtl="0" algn="l">
              <a:spcBef>
                <a:spcPts val="0"/>
              </a:spcBef>
              <a:spcAft>
                <a:spcPts val="0"/>
              </a:spcAft>
              <a:buNone/>
            </a:pPr>
            <a:r>
              <a:rPr lang="fr-CA" sz="1800">
                <a:solidFill>
                  <a:schemeClr val="dk1"/>
                </a:solidFill>
                <a:latin typeface="Calibri"/>
                <a:ea typeface="Calibri"/>
                <a:cs typeface="Calibri"/>
                <a:sym typeface="Calibri"/>
              </a:rPr>
              <a:t>Low level control. </a:t>
            </a:r>
            <a:endParaRPr/>
          </a:p>
        </p:txBody>
      </p:sp>
      <p:cxnSp>
        <p:nvCxnSpPr>
          <p:cNvPr id="424" name="Google Shape;424;p34"/>
          <p:cNvCxnSpPr/>
          <p:nvPr/>
        </p:nvCxnSpPr>
        <p:spPr>
          <a:xfrm rot="10800000">
            <a:off x="6704824" y="3044994"/>
            <a:ext cx="1748590" cy="0"/>
          </a:xfrm>
          <a:prstGeom prst="straightConnector1">
            <a:avLst/>
          </a:prstGeom>
          <a:noFill/>
          <a:ln cap="flat" cmpd="sng" w="9525">
            <a:solidFill>
              <a:srgbClr val="FFFF00"/>
            </a:solidFill>
            <a:prstDash val="solid"/>
            <a:miter lim="800000"/>
            <a:headEnd len="sm" w="sm" type="none"/>
            <a:tailEnd len="med" w="med" type="triangle"/>
          </a:ln>
        </p:spPr>
      </p:cxnSp>
      <p:sp>
        <p:nvSpPr>
          <p:cNvPr id="425" name="Google Shape;425;p34"/>
          <p:cNvSpPr txBox="1"/>
          <p:nvPr/>
        </p:nvSpPr>
        <p:spPr>
          <a:xfrm>
            <a:off x="8573729" y="2891105"/>
            <a:ext cx="3510898"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fr-CA" sz="1800">
                <a:solidFill>
                  <a:schemeClr val="dk1"/>
                </a:solidFill>
                <a:latin typeface="Calibri"/>
                <a:ea typeface="Calibri"/>
                <a:cs typeface="Calibri"/>
                <a:sym typeface="Calibri"/>
              </a:rPr>
              <a:t>Stored in the Storage device SSD or HDD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5"/>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fr-CA"/>
              <a:t>Running Multiple Operating Systems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3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Multiple Operating Systems</a:t>
            </a:r>
            <a:endParaRPr/>
          </a:p>
        </p:txBody>
      </p:sp>
      <p:sp>
        <p:nvSpPr>
          <p:cNvPr id="436" name="Google Shape;436;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Commercial computers usually come an OS pre-loaded on the disk. </a:t>
            </a:r>
            <a:endParaRPr/>
          </a:p>
          <a:p>
            <a:pPr indent="-228600" lvl="0" marL="228600" rtl="0" algn="l">
              <a:lnSpc>
                <a:spcPct val="90000"/>
              </a:lnSpc>
              <a:spcBef>
                <a:spcPts val="900"/>
              </a:spcBef>
              <a:spcAft>
                <a:spcPts val="0"/>
              </a:spcAft>
              <a:buClr>
                <a:srgbClr val="7F7F7F"/>
              </a:buClr>
              <a:buSzPts val="3000"/>
              <a:buChar char="•"/>
            </a:pPr>
            <a:r>
              <a:rPr lang="fr-CA"/>
              <a:t>Most users use the operating system that comes with their computer.</a:t>
            </a:r>
            <a:endParaRPr/>
          </a:p>
          <a:p>
            <a:pPr indent="-228600" lvl="1" marL="685800" rtl="0" algn="l">
              <a:lnSpc>
                <a:spcPct val="90000"/>
              </a:lnSpc>
              <a:spcBef>
                <a:spcPts val="780"/>
              </a:spcBef>
              <a:spcAft>
                <a:spcPts val="0"/>
              </a:spcAft>
              <a:buClr>
                <a:srgbClr val="7F7F7F"/>
              </a:buClr>
              <a:buSzPts val="2600"/>
              <a:buChar char="•"/>
            </a:pPr>
            <a:r>
              <a:rPr lang="fr-CA"/>
              <a:t>It is possible to upgrade, change or add an another operating system. </a:t>
            </a:r>
            <a:endParaRPr/>
          </a:p>
          <a:p>
            <a:pPr indent="-228600" lvl="0" marL="228600" rtl="0" algn="l">
              <a:lnSpc>
                <a:spcPct val="90000"/>
              </a:lnSpc>
              <a:spcBef>
                <a:spcPts val="900"/>
              </a:spcBef>
              <a:spcAft>
                <a:spcPts val="0"/>
              </a:spcAft>
              <a:buClr>
                <a:srgbClr val="7F7F7F"/>
              </a:buClr>
              <a:buSzPts val="3000"/>
              <a:buChar char="•"/>
            </a:pPr>
            <a:r>
              <a:rPr lang="fr-CA"/>
              <a:t>The three most common operating systems for personal computers are Microsoft Windows, macOS, and Linux.</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3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Why Multiple Operating Systems?</a:t>
            </a:r>
            <a:endParaRPr/>
          </a:p>
        </p:txBody>
      </p:sp>
      <p:sp>
        <p:nvSpPr>
          <p:cNvPr id="442" name="Google Shape;442;p37"/>
          <p:cNvSpPr txBox="1"/>
          <p:nvPr>
            <p:ph idx="1" type="body"/>
          </p:nvPr>
        </p:nvSpPr>
        <p:spPr>
          <a:xfrm>
            <a:off x="838200" y="1635853"/>
            <a:ext cx="10515600" cy="4790114"/>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120000"/>
              </a:lnSpc>
              <a:spcBef>
                <a:spcPts val="0"/>
              </a:spcBef>
              <a:spcAft>
                <a:spcPts val="0"/>
              </a:spcAft>
              <a:buClr>
                <a:srgbClr val="7F7F7F"/>
              </a:buClr>
              <a:buSzPct val="100000"/>
              <a:buChar char="•"/>
            </a:pPr>
            <a:r>
              <a:rPr lang="fr-CA"/>
              <a:t>Learn about another operating systems.</a:t>
            </a:r>
            <a:endParaRPr/>
          </a:p>
          <a:p>
            <a:pPr indent="-228600" lvl="1" marL="685800" rtl="0" algn="l">
              <a:lnSpc>
                <a:spcPct val="120000"/>
              </a:lnSpc>
              <a:spcBef>
                <a:spcPts val="546"/>
              </a:spcBef>
              <a:spcAft>
                <a:spcPts val="0"/>
              </a:spcAft>
              <a:buClr>
                <a:srgbClr val="7F7F7F"/>
              </a:buClr>
              <a:buSzPct val="100000"/>
              <a:buChar char="•"/>
            </a:pPr>
            <a:r>
              <a:rPr lang="fr-CA"/>
              <a:t>Users can experiment with Linux but will retain access to Windows OS.</a:t>
            </a:r>
            <a:endParaRPr/>
          </a:p>
          <a:p>
            <a:pPr indent="-228600" lvl="0" marL="228600" rtl="0" algn="l">
              <a:lnSpc>
                <a:spcPct val="120000"/>
              </a:lnSpc>
              <a:spcBef>
                <a:spcPts val="630"/>
              </a:spcBef>
              <a:spcAft>
                <a:spcPts val="0"/>
              </a:spcAft>
              <a:buClr>
                <a:srgbClr val="7F7F7F"/>
              </a:buClr>
              <a:buSzPct val="100000"/>
              <a:buChar char="•"/>
            </a:pPr>
            <a:r>
              <a:rPr lang="fr-CA"/>
              <a:t>More application software</a:t>
            </a:r>
            <a:endParaRPr/>
          </a:p>
          <a:p>
            <a:pPr indent="-228600" lvl="1" marL="685800" rtl="0" algn="l">
              <a:lnSpc>
                <a:spcPct val="120000"/>
              </a:lnSpc>
              <a:spcBef>
                <a:spcPts val="546"/>
              </a:spcBef>
              <a:spcAft>
                <a:spcPts val="0"/>
              </a:spcAft>
              <a:buClr>
                <a:srgbClr val="7F7F7F"/>
              </a:buClr>
              <a:buSzPct val="100000"/>
              <a:buChar char="•"/>
            </a:pPr>
            <a:r>
              <a:rPr lang="fr-CA"/>
              <a:t>Some application are developed for special platforms.</a:t>
            </a:r>
            <a:endParaRPr/>
          </a:p>
          <a:p>
            <a:pPr indent="-228600" lvl="0" marL="228600" rtl="0" algn="l">
              <a:lnSpc>
                <a:spcPct val="120000"/>
              </a:lnSpc>
              <a:spcBef>
                <a:spcPts val="630"/>
              </a:spcBef>
              <a:spcAft>
                <a:spcPts val="0"/>
              </a:spcAft>
              <a:buClr>
                <a:srgbClr val="7F7F7F"/>
              </a:buClr>
              <a:buSzPct val="100000"/>
              <a:buChar char="•"/>
            </a:pPr>
            <a:r>
              <a:rPr lang="fr-CA"/>
              <a:t>Testing software</a:t>
            </a:r>
            <a:endParaRPr/>
          </a:p>
          <a:p>
            <a:pPr indent="-228600" lvl="1" marL="685800" rtl="0" algn="l">
              <a:lnSpc>
                <a:spcPct val="120000"/>
              </a:lnSpc>
              <a:spcBef>
                <a:spcPts val="546"/>
              </a:spcBef>
              <a:spcAft>
                <a:spcPts val="0"/>
              </a:spcAft>
              <a:buClr>
                <a:srgbClr val="7F7F7F"/>
              </a:buClr>
              <a:buSzPct val="100000"/>
              <a:buChar char="•"/>
            </a:pPr>
            <a:r>
              <a:rPr lang="fr-CA"/>
              <a:t>Applications developed for multiple OSs can be natively tested.</a:t>
            </a:r>
            <a:endParaRPr/>
          </a:p>
          <a:p>
            <a:pPr indent="-228600" lvl="1" marL="685800" rtl="0" algn="l">
              <a:lnSpc>
                <a:spcPct val="120000"/>
              </a:lnSpc>
              <a:spcBef>
                <a:spcPts val="546"/>
              </a:spcBef>
              <a:spcAft>
                <a:spcPts val="0"/>
              </a:spcAft>
              <a:buClr>
                <a:srgbClr val="7F7F7F"/>
              </a:buClr>
              <a:buSzPct val="100000"/>
              <a:buChar char="•"/>
            </a:pPr>
            <a:r>
              <a:rPr lang="fr-CA"/>
              <a:t>Web designers test sites in various OSs using native browsers.</a:t>
            </a:r>
            <a:endParaRPr/>
          </a:p>
          <a:p>
            <a:pPr indent="-228600" lvl="0" marL="228600" rtl="0" algn="l">
              <a:lnSpc>
                <a:spcPct val="120000"/>
              </a:lnSpc>
              <a:spcBef>
                <a:spcPts val="630"/>
              </a:spcBef>
              <a:spcAft>
                <a:spcPts val="0"/>
              </a:spcAft>
              <a:buClr>
                <a:srgbClr val="7F7F7F"/>
              </a:buClr>
              <a:buSzPct val="100000"/>
              <a:buChar char="•"/>
            </a:pPr>
            <a:r>
              <a:rPr lang="fr-CA"/>
              <a:t>Running older/multiple versions of an operating  system.</a:t>
            </a:r>
            <a:endParaRPr/>
          </a:p>
          <a:p>
            <a:pPr indent="-228600" lvl="1" marL="685800" rtl="0" algn="l">
              <a:lnSpc>
                <a:spcPct val="120000"/>
              </a:lnSpc>
              <a:spcBef>
                <a:spcPts val="546"/>
              </a:spcBef>
              <a:spcAft>
                <a:spcPts val="0"/>
              </a:spcAft>
              <a:buClr>
                <a:srgbClr val="7F7F7F"/>
              </a:buClr>
              <a:buSzPct val="100000"/>
              <a:buChar char="•"/>
            </a:pPr>
            <a:r>
              <a:rPr lang="fr-CA"/>
              <a:t>Drivers for legacy hardware are unavailable (e.g. scanners).</a:t>
            </a:r>
            <a:endParaRPr/>
          </a:p>
          <a:p>
            <a:pPr indent="-228600" lvl="1" marL="685800" rtl="0" algn="l">
              <a:lnSpc>
                <a:spcPct val="120000"/>
              </a:lnSpc>
              <a:spcBef>
                <a:spcPts val="546"/>
              </a:spcBef>
              <a:spcAft>
                <a:spcPts val="0"/>
              </a:spcAft>
              <a:buClr>
                <a:srgbClr val="7F7F7F"/>
              </a:buClr>
              <a:buSzPct val="100000"/>
              <a:buChar char="•"/>
            </a:pPr>
            <a:r>
              <a:rPr lang="fr-CA"/>
              <a:t>IT staff may need to be able to work with several versions of Windows.</a:t>
            </a:r>
            <a:endParaRPr/>
          </a:p>
          <a:p>
            <a:pPr indent="-228600" lvl="0" marL="228600" rtl="0" algn="l">
              <a:lnSpc>
                <a:spcPct val="120000"/>
              </a:lnSpc>
              <a:spcBef>
                <a:spcPts val="630"/>
              </a:spcBef>
              <a:spcAft>
                <a:spcPts val="0"/>
              </a:spcAft>
              <a:buClr>
                <a:srgbClr val="7F7F7F"/>
              </a:buClr>
              <a:buSzPct val="100000"/>
              <a:buChar char="•"/>
            </a:pPr>
            <a:r>
              <a:rPr lang="fr-CA"/>
              <a:t>Reduce space dedicated for computer hardware in a working environments.</a:t>
            </a:r>
            <a:endParaRPr/>
          </a:p>
          <a:p>
            <a:pPr indent="-228600" lvl="0" marL="228600" rtl="0" algn="l">
              <a:lnSpc>
                <a:spcPct val="120000"/>
              </a:lnSpc>
              <a:spcBef>
                <a:spcPts val="630"/>
              </a:spcBef>
              <a:spcAft>
                <a:spcPts val="0"/>
              </a:spcAft>
              <a:buClr>
                <a:srgbClr val="7F7F7F"/>
              </a:buClr>
              <a:buSzPct val="100000"/>
              <a:buChar char="•"/>
            </a:pPr>
            <a:r>
              <a:rPr lang="fr-CA"/>
              <a:t>Gamers don't want to endanger their business installation. ☺</a:t>
            </a:r>
            <a:endParaRPr/>
          </a:p>
          <a:p>
            <a:pPr indent="-95250" lvl="0" marL="228600" rtl="0" algn="l">
              <a:lnSpc>
                <a:spcPct val="120000"/>
              </a:lnSpc>
              <a:spcBef>
                <a:spcPts val="630"/>
              </a:spcBef>
              <a:spcAft>
                <a:spcPts val="0"/>
              </a:spcAft>
              <a:buClr>
                <a:srgbClr val="7F7F7F"/>
              </a:buClr>
              <a:buSzPct val="100000"/>
              <a:buNone/>
            </a:pPr>
            <a:r>
              <a:t/>
            </a:r>
            <a:endParaRPr/>
          </a:p>
          <a:p>
            <a:pPr indent="-95250" lvl="0" marL="228600" rtl="0" algn="l">
              <a:lnSpc>
                <a:spcPct val="120000"/>
              </a:lnSpc>
              <a:spcBef>
                <a:spcPts val="630"/>
              </a:spcBef>
              <a:spcAft>
                <a:spcPts val="0"/>
              </a:spcAft>
              <a:buClr>
                <a:srgbClr val="7F7F7F"/>
              </a:buClr>
              <a:buSzPct val="1000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Issues with Running Multiple Operating Systems</a:t>
            </a:r>
            <a:endParaRPr/>
          </a:p>
        </p:txBody>
      </p:sp>
      <p:sp>
        <p:nvSpPr>
          <p:cNvPr id="448" name="Google Shape;448;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Disk space</a:t>
            </a:r>
            <a:endParaRPr/>
          </a:p>
          <a:p>
            <a:pPr indent="-228600" lvl="1" marL="685800" rtl="0" algn="l">
              <a:lnSpc>
                <a:spcPct val="90000"/>
              </a:lnSpc>
              <a:spcBef>
                <a:spcPts val="780"/>
              </a:spcBef>
              <a:spcAft>
                <a:spcPts val="0"/>
              </a:spcAft>
              <a:buClr>
                <a:srgbClr val="7F7F7F"/>
              </a:buClr>
              <a:buSzPts val="2600"/>
              <a:buChar char="•"/>
            </a:pPr>
            <a:r>
              <a:rPr lang="fr-CA"/>
              <a:t>Perhaps the biggest factor when setting up multiple operating systems on a personal computer is the available disk space.</a:t>
            </a:r>
            <a:endParaRPr/>
          </a:p>
          <a:p>
            <a:pPr indent="-228600" lvl="1" marL="685800" rtl="0" algn="l">
              <a:lnSpc>
                <a:spcPct val="90000"/>
              </a:lnSpc>
              <a:spcBef>
                <a:spcPts val="780"/>
              </a:spcBef>
              <a:spcAft>
                <a:spcPts val="0"/>
              </a:spcAft>
              <a:buClr>
                <a:srgbClr val="7F7F7F"/>
              </a:buClr>
              <a:buSzPts val="2600"/>
              <a:buChar char="•"/>
            </a:pPr>
            <a:r>
              <a:rPr lang="fr-CA"/>
              <a:t>Running multiple operating systems means the need to allocate space for </a:t>
            </a:r>
            <a:r>
              <a:rPr lang="fr-CA">
                <a:solidFill>
                  <a:srgbClr val="0055A4"/>
                </a:solidFill>
              </a:rPr>
              <a:t>each operating system </a:t>
            </a:r>
            <a:r>
              <a:rPr lang="fr-CA"/>
              <a:t>and each </a:t>
            </a:r>
            <a:r>
              <a:rPr lang="fr-CA">
                <a:solidFill>
                  <a:srgbClr val="0055A4"/>
                </a:solidFill>
              </a:rPr>
              <a:t>systems file storage</a:t>
            </a:r>
            <a:r>
              <a:rPr lang="fr-CA"/>
              <a:t>.</a:t>
            </a:r>
            <a:endParaRPr/>
          </a:p>
          <a:p>
            <a:pPr indent="-228600" lvl="0" marL="228600" rtl="0" algn="l">
              <a:lnSpc>
                <a:spcPct val="90000"/>
              </a:lnSpc>
              <a:spcBef>
                <a:spcPts val="900"/>
              </a:spcBef>
              <a:spcAft>
                <a:spcPts val="0"/>
              </a:spcAft>
              <a:buClr>
                <a:srgbClr val="7F7F7F"/>
              </a:buClr>
              <a:buSzPts val="3000"/>
              <a:buChar char="•"/>
            </a:pPr>
            <a:r>
              <a:rPr lang="fr-CA"/>
              <a:t>Switching between operating systems</a:t>
            </a:r>
            <a:endParaRPr/>
          </a:p>
          <a:p>
            <a:pPr indent="-228600" lvl="1" marL="685800" rtl="0" algn="l">
              <a:lnSpc>
                <a:spcPct val="90000"/>
              </a:lnSpc>
              <a:spcBef>
                <a:spcPts val="780"/>
              </a:spcBef>
              <a:spcAft>
                <a:spcPts val="0"/>
              </a:spcAft>
              <a:buClr>
                <a:srgbClr val="7F7F7F"/>
              </a:buClr>
              <a:buSzPts val="2600"/>
              <a:buChar char="•"/>
            </a:pPr>
            <a:r>
              <a:rPr lang="fr-CA"/>
              <a:t>User tend to find hard to move the work environment between multiple OSs (running application and files).  </a:t>
            </a:r>
            <a:endParaRPr/>
          </a:p>
          <a:p>
            <a:pPr indent="-38100" lvl="0" marL="22860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Running Multiple Operating Systems </a:t>
            </a:r>
            <a:endParaRPr/>
          </a:p>
        </p:txBody>
      </p:sp>
      <p:sp>
        <p:nvSpPr>
          <p:cNvPr id="454" name="Google Shape;454;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There are two different ways to run multiple operating systems on the same computer:</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fr-CA"/>
              <a:t>Dual boot</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fr-CA"/>
              <a:t>Virtualization </a:t>
            </a:r>
            <a:br>
              <a:rPr lang="fr-CA"/>
            </a:b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Dual Booting</a:t>
            </a:r>
            <a:endParaRPr/>
          </a:p>
        </p:txBody>
      </p:sp>
      <p:sp>
        <p:nvSpPr>
          <p:cNvPr id="460" name="Google Shape;460;p4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Dual booting indicates installing a second operating system on a </a:t>
            </a:r>
            <a:r>
              <a:rPr lang="fr-CA">
                <a:solidFill>
                  <a:srgbClr val="0055A4"/>
                </a:solidFill>
              </a:rPr>
              <a:t>separate partition</a:t>
            </a:r>
            <a:r>
              <a:rPr lang="fr-CA"/>
              <a:t> of a hard drive. </a:t>
            </a:r>
            <a:endParaRPr/>
          </a:p>
          <a:p>
            <a:pPr indent="-228600" lvl="1" marL="685800" rtl="0" algn="l">
              <a:lnSpc>
                <a:spcPct val="90000"/>
              </a:lnSpc>
              <a:spcBef>
                <a:spcPts val="780"/>
              </a:spcBef>
              <a:spcAft>
                <a:spcPts val="0"/>
              </a:spcAft>
              <a:buClr>
                <a:srgbClr val="7F7F7F"/>
              </a:buClr>
              <a:buSzPts val="2600"/>
              <a:buChar char="•"/>
            </a:pPr>
            <a:r>
              <a:rPr lang="fr-CA"/>
              <a:t>On boot, a prompt will allow the user to choose the OS.</a:t>
            </a:r>
            <a:endParaRPr/>
          </a:p>
          <a:p>
            <a:pPr indent="-228600" lvl="1" marL="685800" rtl="0" algn="l">
              <a:lnSpc>
                <a:spcPct val="90000"/>
              </a:lnSpc>
              <a:spcBef>
                <a:spcPts val="780"/>
              </a:spcBef>
              <a:spcAft>
                <a:spcPts val="0"/>
              </a:spcAft>
              <a:buClr>
                <a:srgbClr val="7F7F7F"/>
              </a:buClr>
              <a:buSzPts val="2600"/>
              <a:buChar char="•"/>
            </a:pPr>
            <a:r>
              <a:rPr lang="fr-CA"/>
              <a:t>To switch the OS, a reboot is required.</a:t>
            </a:r>
            <a:endParaRPr/>
          </a:p>
        </p:txBody>
      </p:sp>
      <p:pic>
        <p:nvPicPr>
          <p:cNvPr descr="CentOS Grub Menu" id="461" name="Google Shape;461;p40"/>
          <p:cNvPicPr preferRelativeResize="0"/>
          <p:nvPr/>
        </p:nvPicPr>
        <p:blipFill rotWithShape="1">
          <a:blip r:embed="rId3">
            <a:alphaModFix/>
          </a:blip>
          <a:srcRect b="22548" l="13144" r="14810" t="22648"/>
          <a:stretch/>
        </p:blipFill>
        <p:spPr>
          <a:xfrm>
            <a:off x="3625442" y="3816991"/>
            <a:ext cx="4941115" cy="2823494"/>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Virtualization (cont.)</a:t>
            </a:r>
            <a:endParaRPr/>
          </a:p>
        </p:txBody>
      </p:sp>
      <p:sp>
        <p:nvSpPr>
          <p:cNvPr id="467" name="Google Shape;467;p41"/>
          <p:cNvSpPr txBox="1"/>
          <p:nvPr>
            <p:ph idx="1" type="body"/>
          </p:nvPr>
        </p:nvSpPr>
        <p:spPr>
          <a:xfrm>
            <a:off x="838200" y="1825625"/>
            <a:ext cx="5971551"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marR="0" rtl="0" algn="l">
              <a:lnSpc>
                <a:spcPct val="120000"/>
              </a:lnSpc>
              <a:spcBef>
                <a:spcPts val="0"/>
              </a:spcBef>
              <a:spcAft>
                <a:spcPts val="0"/>
              </a:spcAft>
              <a:buClr>
                <a:srgbClr val="7F7F7F"/>
              </a:buClr>
              <a:buSzPct val="91476"/>
              <a:buFont typeface="Arial"/>
              <a:buChar char="•"/>
            </a:pPr>
            <a:r>
              <a:rPr b="0" i="0" lang="fr-CA" sz="2600" u="none" cap="none" strike="noStrike">
                <a:solidFill>
                  <a:srgbClr val="000000"/>
                </a:solidFill>
                <a:latin typeface="Calibri"/>
                <a:ea typeface="Calibri"/>
                <a:cs typeface="Calibri"/>
                <a:sym typeface="Calibri"/>
              </a:rPr>
              <a:t>Virtualization provides easier access to files and programs in the host OS.</a:t>
            </a:r>
            <a:endParaRPr/>
          </a:p>
          <a:p>
            <a:pPr indent="-88900" lvl="0" marL="228600" marR="0" rtl="0" algn="l">
              <a:lnSpc>
                <a:spcPct val="120000"/>
              </a:lnSpc>
              <a:spcBef>
                <a:spcPts val="660"/>
              </a:spcBef>
              <a:spcAft>
                <a:spcPts val="0"/>
              </a:spcAft>
              <a:buClr>
                <a:srgbClr val="7F7F7F"/>
              </a:buClr>
              <a:buSzPct val="91476"/>
              <a:buFont typeface="Arial"/>
              <a:buNone/>
            </a:pPr>
            <a:r>
              <a:t/>
            </a:r>
            <a:endParaRPr b="0" i="0" sz="2600" u="none" cap="none" strike="noStrike">
              <a:solidFill>
                <a:srgbClr val="000000"/>
              </a:solidFill>
              <a:latin typeface="Calibri"/>
              <a:ea typeface="Calibri"/>
              <a:cs typeface="Calibri"/>
              <a:sym typeface="Calibri"/>
            </a:endParaRPr>
          </a:p>
          <a:p>
            <a:pPr indent="-228600" lvl="0" marL="228600" marR="0" rtl="0" algn="l">
              <a:lnSpc>
                <a:spcPct val="120000"/>
              </a:lnSpc>
              <a:spcBef>
                <a:spcPts val="660"/>
              </a:spcBef>
              <a:spcAft>
                <a:spcPts val="0"/>
              </a:spcAft>
              <a:buClr>
                <a:srgbClr val="7F7F7F"/>
              </a:buClr>
              <a:buSzPct val="91476"/>
              <a:buFont typeface="Arial"/>
              <a:buChar char="•"/>
            </a:pPr>
            <a:r>
              <a:rPr b="0" i="0" lang="fr-CA" sz="2600" u="none" cap="none" strike="noStrike">
                <a:solidFill>
                  <a:srgbClr val="000000"/>
                </a:solidFill>
                <a:latin typeface="Calibri"/>
                <a:ea typeface="Calibri"/>
                <a:cs typeface="Calibri"/>
                <a:sym typeface="Calibri"/>
              </a:rPr>
              <a:t>Commonly used by businesses as switching between OSs is easy.</a:t>
            </a:r>
            <a:endParaRPr/>
          </a:p>
          <a:p>
            <a:pPr indent="-88900" lvl="0" marL="228600" marR="0" rtl="0" algn="l">
              <a:lnSpc>
                <a:spcPct val="120000"/>
              </a:lnSpc>
              <a:spcBef>
                <a:spcPts val="660"/>
              </a:spcBef>
              <a:spcAft>
                <a:spcPts val="0"/>
              </a:spcAft>
              <a:buClr>
                <a:srgbClr val="7F7F7F"/>
              </a:buClr>
              <a:buSzPct val="91476"/>
              <a:buFont typeface="Arial"/>
              <a:buNone/>
            </a:pPr>
            <a:r>
              <a:t/>
            </a:r>
            <a:endParaRPr b="0" i="0" sz="2600" u="none" cap="none" strike="noStrike">
              <a:solidFill>
                <a:srgbClr val="000000"/>
              </a:solidFill>
              <a:latin typeface="Calibri"/>
              <a:ea typeface="Calibri"/>
              <a:cs typeface="Calibri"/>
              <a:sym typeface="Calibri"/>
            </a:endParaRPr>
          </a:p>
          <a:p>
            <a:pPr indent="-228600" lvl="0" marL="228600" marR="0" rtl="0" algn="l">
              <a:lnSpc>
                <a:spcPct val="120000"/>
              </a:lnSpc>
              <a:spcBef>
                <a:spcPts val="660"/>
              </a:spcBef>
              <a:spcAft>
                <a:spcPts val="0"/>
              </a:spcAft>
              <a:buClr>
                <a:srgbClr val="7F7F7F"/>
              </a:buClr>
              <a:buSzPct val="91476"/>
              <a:buFont typeface="Arial"/>
              <a:buChar char="•"/>
            </a:pPr>
            <a:r>
              <a:rPr b="0" i="0" lang="fr-CA" sz="2600" u="none" cap="none" strike="noStrike">
                <a:solidFill>
                  <a:srgbClr val="000000"/>
                </a:solidFill>
                <a:latin typeface="Calibri"/>
                <a:ea typeface="Calibri"/>
                <a:cs typeface="Calibri"/>
                <a:sym typeface="Calibri"/>
              </a:rPr>
              <a:t>With high specs servers, business are moving towards having different virtual machines for different tasks.</a:t>
            </a:r>
            <a:endParaRPr/>
          </a:p>
          <a:p>
            <a:pPr indent="-88900" lvl="0" marL="228600" marR="0" rtl="0" algn="l">
              <a:lnSpc>
                <a:spcPct val="90000"/>
              </a:lnSpc>
              <a:spcBef>
                <a:spcPts val="660"/>
              </a:spcBef>
              <a:spcAft>
                <a:spcPts val="0"/>
              </a:spcAft>
              <a:buClr>
                <a:srgbClr val="7F7F7F"/>
              </a:buClr>
              <a:buSzPct val="91476"/>
              <a:buFont typeface="Arial"/>
              <a:buNone/>
            </a:pPr>
            <a:r>
              <a:t/>
            </a:r>
            <a:endParaRPr b="0" i="0" sz="2600" u="none" cap="none" strike="noStrike">
              <a:solidFill>
                <a:srgbClr val="000000"/>
              </a:solidFill>
              <a:latin typeface="Calibri"/>
              <a:ea typeface="Calibri"/>
              <a:cs typeface="Calibri"/>
              <a:sym typeface="Calibri"/>
            </a:endParaRPr>
          </a:p>
          <a:p>
            <a:pPr indent="-228600" lvl="0" marL="457200" rtl="0" algn="l">
              <a:lnSpc>
                <a:spcPct val="90000"/>
              </a:lnSpc>
              <a:spcBef>
                <a:spcPts val="900"/>
              </a:spcBef>
              <a:spcAft>
                <a:spcPts val="0"/>
              </a:spcAft>
              <a:buClr>
                <a:srgbClr val="7F7F7F"/>
              </a:buClr>
              <a:buSzPct val="108108"/>
              <a:buNone/>
            </a:pPr>
            <a:r>
              <a:t/>
            </a:r>
            <a:endParaRPr/>
          </a:p>
        </p:txBody>
      </p:sp>
      <p:pic>
        <p:nvPicPr>
          <p:cNvPr id="468" name="Google Shape;468;p41"/>
          <p:cNvPicPr preferRelativeResize="0"/>
          <p:nvPr/>
        </p:nvPicPr>
        <p:blipFill rotWithShape="1">
          <a:blip r:embed="rId3">
            <a:alphaModFix/>
          </a:blip>
          <a:srcRect b="0" l="0" r="0" t="0"/>
          <a:stretch/>
        </p:blipFill>
        <p:spPr>
          <a:xfrm>
            <a:off x="7183255" y="1524400"/>
            <a:ext cx="4204607" cy="2343705"/>
          </a:xfrm>
          <a:prstGeom prst="rect">
            <a:avLst/>
          </a:prstGeom>
          <a:noFill/>
          <a:ln>
            <a:noFill/>
          </a:ln>
          <a:effectLst>
            <a:outerShdw blurRad="292100" rotWithShape="0" algn="tl" dir="2700000" dist="139700">
              <a:srgbClr val="333333">
                <a:alpha val="63921"/>
              </a:srgbClr>
            </a:outerShdw>
          </a:effectLst>
        </p:spPr>
      </p:pic>
      <p:pic>
        <p:nvPicPr>
          <p:cNvPr id="469" name="Google Shape;469;p41"/>
          <p:cNvPicPr preferRelativeResize="0"/>
          <p:nvPr/>
        </p:nvPicPr>
        <p:blipFill rotWithShape="1">
          <a:blip r:embed="rId4">
            <a:alphaModFix/>
          </a:blip>
          <a:srcRect b="0" l="0" r="10465" t="0"/>
          <a:stretch/>
        </p:blipFill>
        <p:spPr>
          <a:xfrm>
            <a:off x="6809751" y="4097250"/>
            <a:ext cx="4951614" cy="2429155"/>
          </a:xfrm>
          <a:prstGeom prst="rect">
            <a:avLst/>
          </a:prstGeom>
          <a:noFill/>
          <a:ln>
            <a:noFill/>
          </a:ln>
          <a:effectLst>
            <a:outerShdw blurRad="292100" rotWithShape="0" algn="tl" dir="2700000" dist="139700">
              <a:srgbClr val="333333">
                <a:alpha val="63921"/>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2"/>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fr-CA"/>
              <a:t>Windows Installation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ISO Image – Reminder of Lab3</a:t>
            </a:r>
            <a:endParaRPr/>
          </a:p>
        </p:txBody>
      </p:sp>
      <p:sp>
        <p:nvSpPr>
          <p:cNvPr id="480" name="Google Shape;480;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419100" lvl="0" marL="457200" rtl="0" algn="l">
              <a:lnSpc>
                <a:spcPct val="90000"/>
              </a:lnSpc>
              <a:spcBef>
                <a:spcPts val="900"/>
              </a:spcBef>
              <a:spcAft>
                <a:spcPts val="0"/>
              </a:spcAft>
              <a:buClr>
                <a:srgbClr val="7F7F7F"/>
              </a:buClr>
              <a:buSzPts val="3000"/>
              <a:buChar char="•"/>
            </a:pPr>
            <a:r>
              <a:rPr lang="fr-CA"/>
              <a:t>A perfect copy of all the operating systems files which would have been on an optical media which you can put on USB Sticks.</a:t>
            </a:r>
            <a:endParaRPr/>
          </a:p>
          <a:p>
            <a:pPr indent="-419100" lvl="0" marL="457200" rtl="0" algn="l">
              <a:lnSpc>
                <a:spcPct val="90000"/>
              </a:lnSpc>
              <a:spcBef>
                <a:spcPts val="900"/>
              </a:spcBef>
              <a:spcAft>
                <a:spcPts val="0"/>
              </a:spcAft>
              <a:buClr>
                <a:srgbClr val="7F7F7F"/>
              </a:buClr>
              <a:buSzPts val="3000"/>
              <a:buChar char="•"/>
            </a:pPr>
            <a:r>
              <a:rPr lang="fr-CA"/>
              <a:t>When you install the operating, you are not just copying those files on the hard drive!</a:t>
            </a:r>
            <a:endParaRPr/>
          </a:p>
          <a:p>
            <a:pPr indent="-419100" lvl="0" marL="457200" rtl="0" algn="l">
              <a:lnSpc>
                <a:spcPct val="90000"/>
              </a:lnSpc>
              <a:spcBef>
                <a:spcPts val="900"/>
              </a:spcBef>
              <a:spcAft>
                <a:spcPts val="0"/>
              </a:spcAft>
              <a:buClr>
                <a:srgbClr val="7F7F7F"/>
              </a:buClr>
              <a:buSzPts val="3000"/>
              <a:buChar char="•"/>
            </a:pPr>
            <a:r>
              <a:rPr lang="fr-CA"/>
              <a:t>First phase of the installation is to partition and </a:t>
            </a:r>
            <a:r>
              <a:rPr i="1" lang="fr-CA"/>
              <a:t>format</a:t>
            </a:r>
            <a:r>
              <a:rPr lang="fr-CA"/>
              <a:t> the </a:t>
            </a:r>
            <a:r>
              <a:rPr i="1" lang="fr-CA"/>
              <a:t>hard drive</a:t>
            </a:r>
            <a:endParaRPr/>
          </a:p>
          <a:p>
            <a:pPr indent="-419100" lvl="0" marL="457200" rtl="0" algn="l">
              <a:lnSpc>
                <a:spcPct val="90000"/>
              </a:lnSpc>
              <a:spcBef>
                <a:spcPts val="900"/>
              </a:spcBef>
              <a:spcAft>
                <a:spcPts val="0"/>
              </a:spcAft>
              <a:buClr>
                <a:srgbClr val="7F7F7F"/>
              </a:buClr>
              <a:buSzPts val="3000"/>
              <a:buChar char="•"/>
            </a:pPr>
            <a:r>
              <a:rPr lang="fr-CA"/>
              <a:t>The OS has to be in the </a:t>
            </a:r>
            <a:r>
              <a:rPr i="1" lang="fr-CA"/>
              <a:t>partition tables </a:t>
            </a:r>
            <a:r>
              <a:rPr lang="fr-CA"/>
              <a:t>and be loaded by the </a:t>
            </a:r>
            <a:r>
              <a:rPr i="1" lang="fr-CA"/>
              <a:t>boot loader </a:t>
            </a:r>
            <a:r>
              <a:rPr lang="fr-CA"/>
              <a:t>so that the BIOS knows how to boot it. </a:t>
            </a:r>
            <a:endParaRPr/>
          </a:p>
          <a:p>
            <a:pPr indent="-419100" lvl="0" marL="457200" rtl="0" algn="l">
              <a:lnSpc>
                <a:spcPct val="90000"/>
              </a:lnSpc>
              <a:spcBef>
                <a:spcPts val="900"/>
              </a:spcBef>
              <a:spcAft>
                <a:spcPts val="0"/>
              </a:spcAft>
              <a:buClr>
                <a:srgbClr val="7F7F7F"/>
              </a:buClr>
              <a:buSzPts val="3000"/>
              <a:buChar char="•"/>
            </a:pPr>
            <a:r>
              <a:rPr lang="fr-CA"/>
              <a:t>Very large files.</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Bootable USB stick – Reminder Lab 3</a:t>
            </a:r>
            <a:endParaRPr/>
          </a:p>
        </p:txBody>
      </p:sp>
      <p:sp>
        <p:nvSpPr>
          <p:cNvPr id="486" name="Google Shape;486;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Using Ventoy allows us to « burn » an iso file on any USB stick with enough capacity (boot from everything)</a:t>
            </a:r>
            <a:endParaRPr/>
          </a:p>
          <a:p>
            <a:pPr indent="-419100" lvl="0" marL="457200" rtl="0" algn="l">
              <a:lnSpc>
                <a:spcPct val="90000"/>
              </a:lnSpc>
              <a:spcBef>
                <a:spcPts val="900"/>
              </a:spcBef>
              <a:spcAft>
                <a:spcPts val="0"/>
              </a:spcAft>
              <a:buClr>
                <a:srgbClr val="7F7F7F"/>
              </a:buClr>
              <a:buSzPts val="3000"/>
              <a:buChar char="•"/>
            </a:pPr>
            <a:r>
              <a:rPr lang="fr-CA"/>
              <a:t>We can even use multiple ISO files on a single stick</a:t>
            </a:r>
            <a:endParaRPr/>
          </a:p>
          <a:p>
            <a:pPr indent="-419100" lvl="0" marL="457200" rtl="0" algn="l">
              <a:lnSpc>
                <a:spcPct val="90000"/>
              </a:lnSpc>
              <a:spcBef>
                <a:spcPts val="900"/>
              </a:spcBef>
              <a:spcAft>
                <a:spcPts val="0"/>
              </a:spcAft>
              <a:buClr>
                <a:srgbClr val="7F7F7F"/>
              </a:buClr>
              <a:buSzPts val="3000"/>
              <a:buChar char="•"/>
            </a:pPr>
            <a:r>
              <a:rPr lang="fr-CA"/>
              <a:t>Prior to installation, you have to setup the computer BIOS/UIEF to boot from the proper device. (e.g. USB or DVD)</a:t>
            </a:r>
            <a:endParaRPr/>
          </a:p>
          <a:p>
            <a:pPr indent="0" lvl="0" marL="38100" rtl="0" algn="l">
              <a:lnSpc>
                <a:spcPct val="90000"/>
              </a:lnSpc>
              <a:spcBef>
                <a:spcPts val="900"/>
              </a:spcBef>
              <a:spcAft>
                <a:spcPts val="0"/>
              </a:spcAft>
              <a:buSzPts val="3000"/>
              <a:buNone/>
            </a:pPr>
            <a:r>
              <a:t/>
            </a:r>
            <a:endParaRPr/>
          </a:p>
          <a:p>
            <a:pPr indent="0" lvl="0" marL="38100" rtl="0" algn="l">
              <a:lnSpc>
                <a:spcPct val="90000"/>
              </a:lnSpc>
              <a:spcBef>
                <a:spcPts val="900"/>
              </a:spcBef>
              <a:spcAft>
                <a:spcPts val="0"/>
              </a:spcAft>
              <a:buSzPts val="3000"/>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Booting from the Network</a:t>
            </a:r>
            <a:endParaRPr/>
          </a:p>
        </p:txBody>
      </p:sp>
      <p:sp>
        <p:nvSpPr>
          <p:cNvPr id="492" name="Google Shape;492;p4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PXE: Pre-boot Execution Environment</a:t>
            </a:r>
            <a:endParaRPr/>
          </a:p>
          <a:p>
            <a:pPr indent="-419100" lvl="0" marL="457200" rtl="0" algn="l">
              <a:lnSpc>
                <a:spcPct val="90000"/>
              </a:lnSpc>
              <a:spcBef>
                <a:spcPts val="900"/>
              </a:spcBef>
              <a:spcAft>
                <a:spcPts val="0"/>
              </a:spcAft>
              <a:buClr>
                <a:srgbClr val="7F7F7F"/>
              </a:buClr>
              <a:buSzPts val="3000"/>
              <a:buChar char="•"/>
            </a:pPr>
            <a:r>
              <a:rPr lang="fr-CA"/>
              <a:t>Apple NetBoot</a:t>
            </a:r>
            <a:endParaRPr/>
          </a:p>
          <a:p>
            <a:pPr indent="-419100" lvl="0" marL="457200" rtl="0" algn="l">
              <a:lnSpc>
                <a:spcPct val="90000"/>
              </a:lnSpc>
              <a:spcBef>
                <a:spcPts val="900"/>
              </a:spcBef>
              <a:spcAft>
                <a:spcPts val="0"/>
              </a:spcAft>
              <a:buClr>
                <a:srgbClr val="7F7F7F"/>
              </a:buClr>
              <a:buSzPts val="3000"/>
              <a:buChar char="•"/>
            </a:pPr>
            <a:r>
              <a:rPr lang="fr-CA"/>
              <a:t>From the system setup (CMOS) and specify the server from where to boot </a:t>
            </a:r>
            <a:endParaRPr/>
          </a:p>
          <a:p>
            <a:pPr indent="-419100" lvl="0" marL="457200" rtl="0" algn="l">
              <a:lnSpc>
                <a:spcPct val="90000"/>
              </a:lnSpc>
              <a:spcBef>
                <a:spcPts val="900"/>
              </a:spcBef>
              <a:spcAft>
                <a:spcPts val="0"/>
              </a:spcAft>
              <a:buClr>
                <a:srgbClr val="7F7F7F"/>
              </a:buClr>
              <a:buSzPts val="3000"/>
              <a:buChar char="•"/>
            </a:pPr>
            <a:r>
              <a:rPr lang="fr-CA"/>
              <a:t>Those computers don`t need a hard drive Windows is installed on a remote server. </a:t>
            </a:r>
            <a:endParaRPr/>
          </a:p>
          <a:p>
            <a:pPr indent="-419100" lvl="0" marL="457200" rtl="0" algn="l">
              <a:lnSpc>
                <a:spcPct val="90000"/>
              </a:lnSpc>
              <a:spcBef>
                <a:spcPts val="900"/>
              </a:spcBef>
              <a:spcAft>
                <a:spcPts val="0"/>
              </a:spcAft>
              <a:buClr>
                <a:srgbClr val="7F7F7F"/>
              </a:buClr>
              <a:buSzPts val="3000"/>
              <a:buChar char="•"/>
            </a:pPr>
            <a:r>
              <a:rPr lang="fr-CA"/>
              <a:t>Out of scope for this course.</a:t>
            </a:r>
            <a:endParaRPr/>
          </a:p>
          <a:p>
            <a:pPr indent="0" lvl="0" marL="38100" rtl="0" algn="l">
              <a:lnSpc>
                <a:spcPct val="90000"/>
              </a:lnSpc>
              <a:spcBef>
                <a:spcPts val="900"/>
              </a:spcBef>
              <a:spcAft>
                <a:spcPts val="0"/>
              </a:spcAft>
              <a:buSzPts val="30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Clean Installation</a:t>
            </a:r>
            <a:endParaRPr/>
          </a:p>
        </p:txBody>
      </p:sp>
      <p:sp>
        <p:nvSpPr>
          <p:cNvPr id="498" name="Google Shape;498;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A </a:t>
            </a:r>
            <a:r>
              <a:rPr i="1" lang="fr-CA">
                <a:solidFill>
                  <a:srgbClr val="0055A4"/>
                </a:solidFill>
              </a:rPr>
              <a:t>clean installation </a:t>
            </a:r>
            <a:r>
              <a:rPr lang="fr-CA"/>
              <a:t>is an installation where the target disk partition is erased prior to actual installation.</a:t>
            </a:r>
            <a:endParaRPr/>
          </a:p>
          <a:p>
            <a:pPr indent="-228600" lvl="0" marL="228600" rtl="0" algn="l">
              <a:lnSpc>
                <a:spcPct val="90000"/>
              </a:lnSpc>
              <a:spcBef>
                <a:spcPts val="900"/>
              </a:spcBef>
              <a:spcAft>
                <a:spcPts val="0"/>
              </a:spcAft>
              <a:buClr>
                <a:srgbClr val="7F7F7F"/>
              </a:buClr>
              <a:buSzPts val="3000"/>
              <a:buChar char="•"/>
            </a:pPr>
            <a:r>
              <a:rPr lang="fr-CA"/>
              <a:t>A clean installation should be carried out:</a:t>
            </a:r>
            <a:endParaRPr/>
          </a:p>
          <a:p>
            <a:pPr indent="-228600" lvl="1" marL="685800" rtl="0" algn="l">
              <a:lnSpc>
                <a:spcPct val="90000"/>
              </a:lnSpc>
              <a:spcBef>
                <a:spcPts val="780"/>
              </a:spcBef>
              <a:spcAft>
                <a:spcPts val="0"/>
              </a:spcAft>
              <a:buClr>
                <a:srgbClr val="7F7F7F"/>
              </a:buClr>
              <a:buSzPts val="2600"/>
              <a:buChar char="•"/>
            </a:pPr>
            <a:r>
              <a:rPr lang="fr-CA"/>
              <a:t>When a computer is passed from one person to another.</a:t>
            </a:r>
            <a:endParaRPr/>
          </a:p>
          <a:p>
            <a:pPr indent="-228600" lvl="1" marL="685800" rtl="0" algn="l">
              <a:lnSpc>
                <a:spcPct val="90000"/>
              </a:lnSpc>
              <a:spcBef>
                <a:spcPts val="780"/>
              </a:spcBef>
              <a:spcAft>
                <a:spcPts val="0"/>
              </a:spcAft>
              <a:buClr>
                <a:srgbClr val="7F7F7F"/>
              </a:buClr>
              <a:buSzPts val="2600"/>
              <a:buChar char="•"/>
            </a:pPr>
            <a:r>
              <a:rPr lang="fr-CA"/>
              <a:t>When the OS that was installed is corrupt.</a:t>
            </a:r>
            <a:endParaRPr/>
          </a:p>
          <a:p>
            <a:pPr indent="-228600" lvl="1" marL="685800" rtl="0" algn="l">
              <a:lnSpc>
                <a:spcPct val="90000"/>
              </a:lnSpc>
              <a:spcBef>
                <a:spcPts val="780"/>
              </a:spcBef>
              <a:spcAft>
                <a:spcPts val="0"/>
              </a:spcAft>
              <a:buClr>
                <a:srgbClr val="7F7F7F"/>
              </a:buClr>
              <a:buSzPts val="2600"/>
              <a:buChar char="•"/>
            </a:pPr>
            <a:r>
              <a:rPr lang="fr-CA"/>
              <a:t>When the primary hard drive has been replaced.</a:t>
            </a:r>
            <a:endParaRPr/>
          </a:p>
          <a:p>
            <a:pPr indent="-38100" lvl="0" marL="228600" rtl="0" algn="l">
              <a:lnSpc>
                <a:spcPct val="90000"/>
              </a:lnSpc>
              <a:spcBef>
                <a:spcPts val="900"/>
              </a:spcBef>
              <a:spcAft>
                <a:spcPts val="0"/>
              </a:spcAft>
              <a:buClr>
                <a:srgbClr val="7F7F7F"/>
              </a:buClr>
              <a:buSzPts val="3000"/>
              <a:buNone/>
            </a:pPr>
            <a:r>
              <a:t/>
            </a:r>
            <a:endParaRPr/>
          </a:p>
          <a:p>
            <a:pPr indent="-228600" lvl="0" marL="228600" rtl="0" algn="l">
              <a:lnSpc>
                <a:spcPct val="90000"/>
              </a:lnSpc>
              <a:spcBef>
                <a:spcPts val="900"/>
              </a:spcBef>
              <a:spcAft>
                <a:spcPts val="0"/>
              </a:spcAft>
              <a:buClr>
                <a:srgbClr val="7F7F7F"/>
              </a:buClr>
              <a:buSzPts val="3000"/>
              <a:buChar char="•"/>
            </a:pPr>
            <a:r>
              <a:rPr lang="fr-CA"/>
              <a:t>A clean installation often succeeds where an unclean installation may fail.  WHY?</a:t>
            </a:r>
            <a:endParaRPr/>
          </a:p>
          <a:p>
            <a:pPr indent="-38100" lvl="0" marL="2286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4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Recovery Environment (WinRe)</a:t>
            </a:r>
            <a:endParaRPr/>
          </a:p>
        </p:txBody>
      </p:sp>
      <p:sp>
        <p:nvSpPr>
          <p:cNvPr id="504" name="Google Shape;504;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sz="3200">
                <a:latin typeface="Calibri"/>
                <a:ea typeface="Calibri"/>
                <a:cs typeface="Calibri"/>
                <a:sym typeface="Calibri"/>
              </a:rPr>
              <a:t>Recovery environment that can repair common causes of unbootable operating systems.</a:t>
            </a:r>
            <a:endParaRPr/>
          </a:p>
          <a:p>
            <a:pPr indent="-419100" lvl="0" marL="457200" rtl="0" algn="l">
              <a:lnSpc>
                <a:spcPct val="90000"/>
              </a:lnSpc>
              <a:spcBef>
                <a:spcPts val="900"/>
              </a:spcBef>
              <a:spcAft>
                <a:spcPts val="0"/>
              </a:spcAft>
              <a:buClr>
                <a:srgbClr val="7F7F7F"/>
              </a:buClr>
              <a:buSzPts val="3000"/>
              <a:buChar char="•"/>
            </a:pPr>
            <a:r>
              <a:rPr lang="fr-CA" sz="3200">
                <a:latin typeface="Calibri"/>
                <a:ea typeface="Calibri"/>
                <a:cs typeface="Calibri"/>
                <a:sym typeface="Calibri"/>
              </a:rPr>
              <a:t>WinRE is very similar to the Windows Preinstallation Environment (the tool used to install windows)</a:t>
            </a:r>
            <a:endParaRPr/>
          </a:p>
          <a:p>
            <a:pPr indent="-419100" lvl="0" marL="457200" rtl="0" algn="l">
              <a:lnSpc>
                <a:spcPct val="90000"/>
              </a:lnSpc>
              <a:spcBef>
                <a:spcPts val="900"/>
              </a:spcBef>
              <a:spcAft>
                <a:spcPts val="0"/>
              </a:spcAft>
              <a:buClr>
                <a:srgbClr val="7F7F7F"/>
              </a:buClr>
              <a:buSzPts val="3000"/>
              <a:buChar char="•"/>
            </a:pPr>
            <a:r>
              <a:rPr lang="fr-CA" sz="3200">
                <a:latin typeface="Calibri"/>
                <a:ea typeface="Calibri"/>
                <a:cs typeface="Calibri"/>
                <a:sym typeface="Calibri"/>
              </a:rPr>
              <a:t>WinRE comes pre-loaded into Windows 10. </a:t>
            </a:r>
            <a:endParaRPr/>
          </a:p>
          <a:p>
            <a:pPr indent="-419100" lvl="0" marL="457200" rtl="0" algn="l">
              <a:lnSpc>
                <a:spcPct val="90000"/>
              </a:lnSpc>
              <a:spcBef>
                <a:spcPts val="900"/>
              </a:spcBef>
              <a:spcAft>
                <a:spcPts val="0"/>
              </a:spcAft>
              <a:buClr>
                <a:srgbClr val="7F7F7F"/>
              </a:buClr>
              <a:buSzPts val="3000"/>
              <a:buChar char="•"/>
            </a:pPr>
            <a:r>
              <a:rPr lang="fr-CA" sz="3200">
                <a:solidFill>
                  <a:srgbClr val="FF0000"/>
                </a:solidFill>
                <a:latin typeface="Calibri"/>
                <a:ea typeface="Calibri"/>
                <a:cs typeface="Calibri"/>
                <a:sym typeface="Calibri"/>
              </a:rPr>
              <a:t>Topic of the upcoming lab</a:t>
            </a:r>
            <a:endParaRPr>
              <a:solidFill>
                <a:srgbClr val="FF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Recovery Environment (WinRE) </a:t>
            </a:r>
            <a:endParaRPr/>
          </a:p>
        </p:txBody>
      </p:sp>
      <p:sp>
        <p:nvSpPr>
          <p:cNvPr id="510" name="Google Shape;510;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sz="3200">
                <a:latin typeface="Calibri"/>
                <a:ea typeface="Calibri"/>
                <a:cs typeface="Calibri"/>
                <a:sym typeface="Calibri"/>
              </a:rPr>
              <a:t>Windows RE starts automatically if it detects any of the following issues: </a:t>
            </a:r>
            <a:endParaRPr/>
          </a:p>
          <a:p>
            <a:pPr indent="-342900" lvl="1" marL="800100" rtl="0" algn="just">
              <a:lnSpc>
                <a:spcPct val="107000"/>
              </a:lnSpc>
              <a:spcBef>
                <a:spcPts val="0"/>
              </a:spcBef>
              <a:spcAft>
                <a:spcPts val="0"/>
              </a:spcAft>
              <a:buSzPts val="2600"/>
              <a:buFont typeface="Calibri"/>
              <a:buChar char="-"/>
            </a:pPr>
            <a:r>
              <a:rPr lang="fr-CA" sz="2800">
                <a:latin typeface="Calibri"/>
                <a:ea typeface="Calibri"/>
                <a:cs typeface="Calibri"/>
                <a:sym typeface="Calibri"/>
              </a:rPr>
              <a:t>Two consecutive failed attempts to start Windows. </a:t>
            </a:r>
            <a:endParaRPr sz="2800">
              <a:latin typeface="Calibri"/>
              <a:ea typeface="Calibri"/>
              <a:cs typeface="Calibri"/>
              <a:sym typeface="Calibri"/>
            </a:endParaRPr>
          </a:p>
          <a:p>
            <a:pPr indent="-342900" lvl="1" marL="800100" rtl="0" algn="just">
              <a:lnSpc>
                <a:spcPct val="107000"/>
              </a:lnSpc>
              <a:spcBef>
                <a:spcPts val="0"/>
              </a:spcBef>
              <a:spcAft>
                <a:spcPts val="0"/>
              </a:spcAft>
              <a:buSzPts val="2600"/>
              <a:buFont typeface="Calibri"/>
              <a:buChar char="-"/>
            </a:pPr>
            <a:r>
              <a:rPr lang="fr-CA" sz="2800">
                <a:latin typeface="Calibri"/>
                <a:ea typeface="Calibri"/>
                <a:cs typeface="Calibri"/>
                <a:sym typeface="Calibri"/>
              </a:rPr>
              <a:t>Two consecutive unexpected shutdowns that occur within two minutes of boot completion.</a:t>
            </a:r>
            <a:endParaRPr sz="2800">
              <a:latin typeface="Calibri"/>
              <a:ea typeface="Calibri"/>
              <a:cs typeface="Calibri"/>
              <a:sym typeface="Calibri"/>
            </a:endParaRPr>
          </a:p>
          <a:p>
            <a:pPr indent="-342900" lvl="1" marL="800100" rtl="0" algn="just">
              <a:lnSpc>
                <a:spcPct val="107000"/>
              </a:lnSpc>
              <a:spcBef>
                <a:spcPts val="0"/>
              </a:spcBef>
              <a:spcAft>
                <a:spcPts val="0"/>
              </a:spcAft>
              <a:buSzPts val="2600"/>
              <a:buFont typeface="Calibri"/>
              <a:buChar char="-"/>
            </a:pPr>
            <a:r>
              <a:rPr lang="fr-CA" sz="2800">
                <a:latin typeface="Calibri"/>
                <a:ea typeface="Calibri"/>
                <a:cs typeface="Calibri"/>
                <a:sym typeface="Calibri"/>
              </a:rPr>
              <a:t>Two consecutive system reboots within two minutes of boot completion.</a:t>
            </a:r>
            <a:endParaRPr sz="2800">
              <a:latin typeface="Calibri"/>
              <a:ea typeface="Calibri"/>
              <a:cs typeface="Calibri"/>
              <a:sym typeface="Calibri"/>
            </a:endParaRPr>
          </a:p>
          <a:p>
            <a:pPr indent="-228600" lvl="0" marL="457200" rtl="0" algn="l">
              <a:lnSpc>
                <a:spcPct val="90000"/>
              </a:lnSpc>
              <a:spcBef>
                <a:spcPts val="1700"/>
              </a:spcBef>
              <a:spcAft>
                <a:spcPts val="0"/>
              </a:spcAft>
              <a:buClr>
                <a:srgbClr val="7F7F7F"/>
              </a:buClr>
              <a:buSzPts val="30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9"/>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fr-CA"/>
              <a:t>After OS Installation</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After OS Installation – What is next?</a:t>
            </a:r>
            <a:endParaRPr/>
          </a:p>
        </p:txBody>
      </p:sp>
      <p:sp>
        <p:nvSpPr>
          <p:cNvPr id="521" name="Google Shape;521;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7F7F7F"/>
              </a:buClr>
              <a:buSzPts val="3000"/>
              <a:buChar char="•"/>
            </a:pPr>
            <a:r>
              <a:rPr lang="fr-CA"/>
              <a:t>What should be done after finishing an OS installation?</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fr-CA"/>
              <a:t>Install \ Update Device Drivers (if needed)</a:t>
            </a:r>
            <a:endParaRPr/>
          </a:p>
          <a:p>
            <a:pPr indent="-228600" lvl="2" marL="1143000" rtl="0" algn="l">
              <a:lnSpc>
                <a:spcPct val="90000"/>
              </a:lnSpc>
              <a:spcBef>
                <a:spcPts val="600"/>
              </a:spcBef>
              <a:spcAft>
                <a:spcPts val="0"/>
              </a:spcAft>
              <a:buClr>
                <a:srgbClr val="7F7F7F"/>
              </a:buClr>
              <a:buSzPts val="2000"/>
              <a:buChar char="•"/>
            </a:pPr>
            <a:r>
              <a:rPr lang="fr-CA"/>
              <a:t>Network cards driver: to be able to connect to the network/internet.</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fr-CA"/>
              <a:t>Update computer operational information:</a:t>
            </a:r>
            <a:endParaRPr/>
          </a:p>
          <a:p>
            <a:pPr indent="-228600" lvl="2" marL="1143000" rtl="0" algn="l">
              <a:lnSpc>
                <a:spcPct val="90000"/>
              </a:lnSpc>
              <a:spcBef>
                <a:spcPts val="600"/>
              </a:spcBef>
              <a:spcAft>
                <a:spcPts val="0"/>
              </a:spcAft>
              <a:buClr>
                <a:srgbClr val="7F7F7F"/>
              </a:buClr>
              <a:buSzPts val="2000"/>
              <a:buChar char="•"/>
            </a:pPr>
            <a:r>
              <a:rPr lang="fr-CA"/>
              <a:t>Set the correct Date, Time and time zone.</a:t>
            </a:r>
            <a:endParaRPr/>
          </a:p>
          <a:p>
            <a:pPr indent="-228600" lvl="2" marL="1143000" rtl="0" algn="l">
              <a:lnSpc>
                <a:spcPct val="90000"/>
              </a:lnSpc>
              <a:spcBef>
                <a:spcPts val="600"/>
              </a:spcBef>
              <a:spcAft>
                <a:spcPts val="0"/>
              </a:spcAft>
              <a:buClr>
                <a:srgbClr val="7F7F7F"/>
              </a:buClr>
              <a:buSzPts val="2000"/>
              <a:buChar char="•"/>
            </a:pPr>
            <a:r>
              <a:rPr lang="fr-CA"/>
              <a:t>Provide a proper name for the computer.</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fr-CA"/>
              <a:t>Security:</a:t>
            </a:r>
            <a:endParaRPr/>
          </a:p>
          <a:p>
            <a:pPr indent="-228600" lvl="2" marL="1143000" rtl="0" algn="l">
              <a:lnSpc>
                <a:spcPct val="90000"/>
              </a:lnSpc>
              <a:spcBef>
                <a:spcPts val="600"/>
              </a:spcBef>
              <a:spcAft>
                <a:spcPts val="0"/>
              </a:spcAft>
              <a:buClr>
                <a:srgbClr val="7F7F7F"/>
              </a:buClr>
              <a:buSzPts val="2000"/>
              <a:buChar char="•"/>
            </a:pPr>
            <a:r>
              <a:rPr lang="fr-CA"/>
              <a:t>Install security software: Antivirus</a:t>
            </a:r>
            <a:endParaRPr/>
          </a:p>
          <a:p>
            <a:pPr indent="-228600" lvl="2" marL="1143000" rtl="0" algn="l">
              <a:lnSpc>
                <a:spcPct val="90000"/>
              </a:lnSpc>
              <a:spcBef>
                <a:spcPts val="600"/>
              </a:spcBef>
              <a:spcAft>
                <a:spcPts val="0"/>
              </a:spcAft>
              <a:buClr>
                <a:srgbClr val="7F7F7F"/>
              </a:buClr>
              <a:buSzPts val="2000"/>
              <a:buChar char="•"/>
            </a:pPr>
            <a:r>
              <a:rPr lang="fr-CA"/>
              <a:t>Update OS: install patches, service packs.</a:t>
            </a:r>
            <a:endParaRPr/>
          </a:p>
          <a:p>
            <a:pPr indent="-228600" lvl="2" marL="1143000" rtl="0" algn="l">
              <a:lnSpc>
                <a:spcPct val="90000"/>
              </a:lnSpc>
              <a:spcBef>
                <a:spcPts val="600"/>
              </a:spcBef>
              <a:spcAft>
                <a:spcPts val="0"/>
              </a:spcAft>
              <a:buClr>
                <a:srgbClr val="7F7F7F"/>
              </a:buClr>
              <a:buSzPts val="2000"/>
              <a:buChar char="•"/>
            </a:pPr>
            <a:r>
              <a:rPr lang="fr-CA"/>
              <a:t>Setup firewall.</a:t>
            </a:r>
            <a:endParaRPr/>
          </a:p>
          <a:p>
            <a:pPr indent="-514350" lvl="1" marL="971550" rtl="0" algn="l">
              <a:lnSpc>
                <a:spcPct val="90000"/>
              </a:lnSpc>
              <a:spcBef>
                <a:spcPts val="780"/>
              </a:spcBef>
              <a:spcAft>
                <a:spcPts val="0"/>
              </a:spcAft>
              <a:buClr>
                <a:srgbClr val="7F7F7F"/>
              </a:buClr>
              <a:buSzPts val="2600"/>
              <a:buFont typeface="Quattrocento Sans"/>
              <a:buAutoNum type="arabicPeriod"/>
            </a:pPr>
            <a:r>
              <a:rPr lang="fr-CA"/>
              <a:t>Install required software applications.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5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Updating drivers – Device Manager </a:t>
            </a:r>
            <a:endParaRPr/>
          </a:p>
        </p:txBody>
      </p:sp>
      <p:sp>
        <p:nvSpPr>
          <p:cNvPr id="527" name="Google Shape;527;p51"/>
          <p:cNvSpPr txBox="1"/>
          <p:nvPr>
            <p:ph idx="1" type="body"/>
          </p:nvPr>
        </p:nvSpPr>
        <p:spPr>
          <a:xfrm>
            <a:off x="838200" y="1825625"/>
            <a:ext cx="5592097" cy="4351338"/>
          </a:xfrm>
          <a:prstGeom prst="rect">
            <a:avLst/>
          </a:prstGeom>
          <a:noFill/>
          <a:ln>
            <a:noFill/>
          </a:ln>
        </p:spPr>
        <p:txBody>
          <a:bodyPr anchorCtr="0" anchor="t" bIns="45700" lIns="91425" spcFirstLastPara="1" rIns="91425" wrap="square" tIns="45700">
            <a:normAutofit fontScale="85000" lnSpcReduction="20000"/>
          </a:bodyPr>
          <a:lstStyle/>
          <a:p>
            <a:pPr indent="-419100" lvl="0" marL="457200" rtl="0" algn="l">
              <a:lnSpc>
                <a:spcPct val="90000"/>
              </a:lnSpc>
              <a:spcBef>
                <a:spcPts val="900"/>
              </a:spcBef>
              <a:spcAft>
                <a:spcPts val="0"/>
              </a:spcAft>
              <a:buClr>
                <a:srgbClr val="7F7F7F"/>
              </a:buClr>
              <a:buSzPct val="117647"/>
              <a:buChar char="•"/>
            </a:pPr>
            <a:r>
              <a:rPr lang="fr-CA"/>
              <a:t>One of the first steps after the installation of windows is to update the drivers.</a:t>
            </a:r>
            <a:endParaRPr/>
          </a:p>
          <a:p>
            <a:pPr indent="-419100" lvl="0" marL="457200" rtl="0" algn="l">
              <a:lnSpc>
                <a:spcPct val="90000"/>
              </a:lnSpc>
              <a:spcBef>
                <a:spcPts val="900"/>
              </a:spcBef>
              <a:spcAft>
                <a:spcPts val="0"/>
              </a:spcAft>
              <a:buClr>
                <a:srgbClr val="7F7F7F"/>
              </a:buClr>
              <a:buSzPct val="117647"/>
              <a:buChar char="•"/>
            </a:pPr>
            <a:r>
              <a:rPr lang="fr-CA"/>
              <a:t>Driver is a Software allowing the operating system to communicate to the various devices </a:t>
            </a:r>
            <a:endParaRPr/>
          </a:p>
          <a:p>
            <a:pPr indent="-419100" lvl="0" marL="457200" rtl="0" algn="l">
              <a:lnSpc>
                <a:spcPct val="90000"/>
              </a:lnSpc>
              <a:spcBef>
                <a:spcPts val="900"/>
              </a:spcBef>
              <a:spcAft>
                <a:spcPts val="0"/>
              </a:spcAft>
              <a:buClr>
                <a:srgbClr val="7F7F7F"/>
              </a:buClr>
              <a:buSzPct val="117647"/>
              <a:buChar char="•"/>
            </a:pPr>
            <a:r>
              <a:rPr lang="fr-CA"/>
              <a:t>Typically an .exe file installed by an .inf file.</a:t>
            </a:r>
            <a:endParaRPr/>
          </a:p>
          <a:p>
            <a:pPr indent="-419100" lvl="0" marL="457200" rtl="0" algn="l">
              <a:lnSpc>
                <a:spcPct val="90000"/>
              </a:lnSpc>
              <a:spcBef>
                <a:spcPts val="900"/>
              </a:spcBef>
              <a:spcAft>
                <a:spcPts val="0"/>
              </a:spcAft>
              <a:buClr>
                <a:srgbClr val="7F7F7F"/>
              </a:buClr>
              <a:buSzPct val="117647"/>
              <a:buChar char="•"/>
            </a:pPr>
            <a:r>
              <a:rPr lang="fr-CA"/>
              <a:t>If you see exclamation marks this means your drivers are not up to date or Windows has a hard time communicating with a driver.</a:t>
            </a:r>
            <a:endParaRPr/>
          </a:p>
        </p:txBody>
      </p:sp>
      <p:pic>
        <p:nvPicPr>
          <p:cNvPr id="528" name="Google Shape;528;p51"/>
          <p:cNvPicPr preferRelativeResize="0"/>
          <p:nvPr/>
        </p:nvPicPr>
        <p:blipFill rotWithShape="1">
          <a:blip r:embed="rId3">
            <a:alphaModFix/>
          </a:blip>
          <a:srcRect b="0" l="0" r="0" t="0"/>
          <a:stretch/>
        </p:blipFill>
        <p:spPr>
          <a:xfrm>
            <a:off x="6569541" y="1750141"/>
            <a:ext cx="5002354" cy="470184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Updating drivers – Device Manager </a:t>
            </a:r>
            <a:endParaRPr/>
          </a:p>
        </p:txBody>
      </p:sp>
      <p:sp>
        <p:nvSpPr>
          <p:cNvPr id="534" name="Google Shape;534;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rgbClr val="7F7F7F"/>
              </a:buClr>
              <a:buSzPts val="3000"/>
              <a:buChar char="•"/>
            </a:pPr>
            <a:r>
              <a:rPr lang="fr-CA"/>
              <a:t>A </a:t>
            </a:r>
            <a:r>
              <a:rPr lang="fr-CA">
                <a:solidFill>
                  <a:srgbClr val="0055A4"/>
                </a:solidFill>
              </a:rPr>
              <a:t>Device Manager</a:t>
            </a:r>
            <a:r>
              <a:rPr lang="fr-CA"/>
              <a:t> provides the following functionality:</a:t>
            </a:r>
            <a:endParaRPr/>
          </a:p>
          <a:p>
            <a:pPr indent="-228600" lvl="1" marL="685800" rtl="0" algn="l">
              <a:lnSpc>
                <a:spcPct val="90000"/>
              </a:lnSpc>
              <a:spcBef>
                <a:spcPts val="722"/>
              </a:spcBef>
              <a:spcAft>
                <a:spcPts val="0"/>
              </a:spcAft>
              <a:buClr>
                <a:srgbClr val="7F7F7F"/>
              </a:buClr>
              <a:buSzPts val="2600"/>
              <a:buChar char="•"/>
            </a:pPr>
            <a:r>
              <a:rPr lang="fr-CA"/>
              <a:t>Identify the drivers that are installed.</a:t>
            </a:r>
            <a:endParaRPr/>
          </a:p>
          <a:p>
            <a:pPr indent="-228600" lvl="1" marL="685800" rtl="0" algn="l">
              <a:lnSpc>
                <a:spcPct val="90000"/>
              </a:lnSpc>
              <a:spcBef>
                <a:spcPts val="722"/>
              </a:spcBef>
              <a:spcAft>
                <a:spcPts val="0"/>
              </a:spcAft>
              <a:buClr>
                <a:srgbClr val="7F7F7F"/>
              </a:buClr>
              <a:buSzPts val="2600"/>
              <a:buChar char="•"/>
            </a:pPr>
            <a:r>
              <a:rPr lang="fr-CA"/>
              <a:t>Determine whether a piece of hardware and its driver are working.</a:t>
            </a:r>
            <a:endParaRPr/>
          </a:p>
          <a:p>
            <a:pPr indent="-228600" lvl="1" marL="685800" rtl="0" algn="l">
              <a:lnSpc>
                <a:spcPct val="90000"/>
              </a:lnSpc>
              <a:spcBef>
                <a:spcPts val="722"/>
              </a:spcBef>
              <a:spcAft>
                <a:spcPts val="0"/>
              </a:spcAft>
              <a:buClr>
                <a:srgbClr val="7F7F7F"/>
              </a:buClr>
              <a:buSzPts val="2600"/>
              <a:buChar char="•"/>
            </a:pPr>
            <a:r>
              <a:rPr lang="fr-CA"/>
              <a:t>View devices by type, connection or resources.</a:t>
            </a:r>
            <a:endParaRPr/>
          </a:p>
          <a:p>
            <a:pPr indent="-228600" lvl="1" marL="685800" rtl="0" algn="l">
              <a:lnSpc>
                <a:spcPct val="90000"/>
              </a:lnSpc>
              <a:spcBef>
                <a:spcPts val="722"/>
              </a:spcBef>
              <a:spcAft>
                <a:spcPts val="0"/>
              </a:spcAft>
              <a:buClr>
                <a:srgbClr val="7F7F7F"/>
              </a:buClr>
              <a:buSzPts val="2600"/>
              <a:buChar char="•"/>
            </a:pPr>
            <a:r>
              <a:rPr lang="fr-CA"/>
              <a:t>Enable, disable and uninstall devices.</a:t>
            </a:r>
            <a:endParaRPr/>
          </a:p>
          <a:p>
            <a:pPr indent="-228600" lvl="1" marL="685800" rtl="0" algn="l">
              <a:lnSpc>
                <a:spcPct val="90000"/>
              </a:lnSpc>
              <a:spcBef>
                <a:spcPts val="722"/>
              </a:spcBef>
              <a:spcAft>
                <a:spcPts val="0"/>
              </a:spcAft>
              <a:buClr>
                <a:srgbClr val="7F7F7F"/>
              </a:buClr>
              <a:buSzPts val="2600"/>
              <a:buChar char="•"/>
            </a:pPr>
            <a:r>
              <a:rPr lang="fr-CA"/>
              <a:t>Change hardware configuration settings.</a:t>
            </a:r>
            <a:endParaRPr/>
          </a:p>
          <a:p>
            <a:pPr indent="-228600" lvl="1" marL="685800" rtl="0" algn="l">
              <a:lnSpc>
                <a:spcPct val="90000"/>
              </a:lnSpc>
              <a:spcBef>
                <a:spcPts val="722"/>
              </a:spcBef>
              <a:spcAft>
                <a:spcPts val="0"/>
              </a:spcAft>
              <a:buClr>
                <a:srgbClr val="7F7F7F"/>
              </a:buClr>
              <a:buSzPts val="2600"/>
              <a:buChar char="•"/>
            </a:pPr>
            <a:r>
              <a:rPr lang="fr-CA"/>
              <a:t>Install updated drivers.</a:t>
            </a:r>
            <a:endParaRPr/>
          </a:p>
          <a:p>
            <a:pPr indent="-228600" lvl="1" marL="685800" rtl="0" algn="l">
              <a:lnSpc>
                <a:spcPct val="90000"/>
              </a:lnSpc>
              <a:spcBef>
                <a:spcPts val="722"/>
              </a:spcBef>
              <a:spcAft>
                <a:spcPts val="0"/>
              </a:spcAft>
              <a:buClr>
                <a:srgbClr val="7F7F7F"/>
              </a:buClr>
              <a:buSzPts val="2600"/>
              <a:buChar char="•"/>
            </a:pPr>
            <a:r>
              <a:rPr lang="fr-CA"/>
              <a:t>Roll back to the previous version of a driver.</a:t>
            </a:r>
            <a:endParaRPr/>
          </a:p>
          <a:p>
            <a:pPr indent="-228600" lvl="1" marL="685800" rtl="0" algn="l">
              <a:lnSpc>
                <a:spcPct val="90000"/>
              </a:lnSpc>
              <a:spcBef>
                <a:spcPts val="722"/>
              </a:spcBef>
              <a:spcAft>
                <a:spcPts val="0"/>
              </a:spcAft>
              <a:buClr>
                <a:srgbClr val="7F7F7F"/>
              </a:buClr>
              <a:buSzPts val="2600"/>
              <a:buChar char="•"/>
            </a:pPr>
            <a:r>
              <a:rPr lang="fr-CA"/>
              <a:t>Change advanced settings/properties of a device,</a:t>
            </a:r>
            <a:endParaRPr/>
          </a:p>
          <a:p>
            <a:pPr indent="-228600" lvl="1" marL="685800" rtl="0" algn="l">
              <a:lnSpc>
                <a:spcPct val="90000"/>
              </a:lnSpc>
              <a:spcBef>
                <a:spcPts val="722"/>
              </a:spcBef>
              <a:spcAft>
                <a:spcPts val="0"/>
              </a:spcAft>
              <a:buClr>
                <a:srgbClr val="7F7F7F"/>
              </a:buClr>
              <a:buSzPts val="2600"/>
              <a:buChar char="•"/>
            </a:pPr>
            <a:r>
              <a:rPr lang="fr-CA"/>
              <a:t>Show hidden devices</a:t>
            </a:r>
            <a:endParaRPr/>
          </a:p>
          <a:p>
            <a:pPr indent="-228600" lvl="0" marL="457200" rtl="0" algn="l">
              <a:lnSpc>
                <a:spcPct val="90000"/>
              </a:lnSpc>
              <a:spcBef>
                <a:spcPts val="900"/>
              </a:spcBef>
              <a:spcAft>
                <a:spcPts val="0"/>
              </a:spcAft>
              <a:buClr>
                <a:srgbClr val="7F7F7F"/>
              </a:buClr>
              <a:buSzPts val="3000"/>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5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Device Manager: Undetected Device</a:t>
            </a:r>
            <a:endParaRPr/>
          </a:p>
        </p:txBody>
      </p:sp>
      <p:pic>
        <p:nvPicPr>
          <p:cNvPr id="540" name="Google Shape;540;p53"/>
          <p:cNvPicPr preferRelativeResize="0"/>
          <p:nvPr/>
        </p:nvPicPr>
        <p:blipFill rotWithShape="1">
          <a:blip r:embed="rId3">
            <a:alphaModFix/>
          </a:blip>
          <a:srcRect b="0" l="0" r="25075" t="0"/>
          <a:stretch/>
        </p:blipFill>
        <p:spPr>
          <a:xfrm>
            <a:off x="213174" y="1401233"/>
            <a:ext cx="5123943" cy="5318226"/>
          </a:xfrm>
          <a:prstGeom prst="rect">
            <a:avLst/>
          </a:prstGeom>
          <a:noFill/>
          <a:ln>
            <a:noFill/>
          </a:ln>
        </p:spPr>
      </p:pic>
      <p:sp>
        <p:nvSpPr>
          <p:cNvPr id="541" name="Google Shape;541;p53"/>
          <p:cNvSpPr/>
          <p:nvPr/>
        </p:nvSpPr>
        <p:spPr>
          <a:xfrm>
            <a:off x="2808936" y="2655500"/>
            <a:ext cx="2831977" cy="1228436"/>
          </a:xfrm>
          <a:prstGeom prst="wedgeRoundRectCallout">
            <a:avLst>
              <a:gd fmla="val -99203" name="adj1"/>
              <a:gd fmla="val 188246" name="adj2"/>
              <a:gd fmla="val 16667" name="adj3"/>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400"/>
              <a:buFont typeface="Quattrocento Sans"/>
              <a:buNone/>
            </a:pPr>
            <a:r>
              <a:rPr b="0" i="0" lang="fr-CA" sz="1400" u="none" cap="none" strike="noStrike">
                <a:solidFill>
                  <a:schemeClr val="dk1"/>
                </a:solidFill>
                <a:latin typeface="Quattrocento Sans"/>
                <a:ea typeface="Quattrocento Sans"/>
                <a:cs typeface="Quattrocento Sans"/>
                <a:sym typeface="Quattrocento Sans"/>
              </a:rPr>
              <a:t>Driver not detected for device.</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Quattrocento Sans"/>
              <a:buNone/>
            </a:pPr>
            <a:r>
              <a:rPr lang="fr-CA" sz="1400">
                <a:solidFill>
                  <a:schemeClr val="dk1"/>
                </a:solidFill>
                <a:latin typeface="Quattrocento Sans"/>
                <a:ea typeface="Quattrocento Sans"/>
                <a:cs typeface="Quattrocento Sans"/>
                <a:sym typeface="Quattrocento Sans"/>
              </a:rPr>
              <a:t>Notice the warning sign. </a:t>
            </a:r>
            <a:endParaRPr sz="1800">
              <a:solidFill>
                <a:schemeClr val="dk1"/>
              </a:solidFill>
              <a:latin typeface="Calibri"/>
              <a:ea typeface="Calibri"/>
              <a:cs typeface="Calibri"/>
              <a:sym typeface="Calibri"/>
            </a:endParaRPr>
          </a:p>
          <a:p>
            <a:pPr indent="0" lvl="0" marL="0" marR="0" rtl="0" algn="l">
              <a:spcBef>
                <a:spcPts val="0"/>
              </a:spcBef>
              <a:spcAft>
                <a:spcPts val="0"/>
              </a:spcAft>
              <a:buClr>
                <a:schemeClr val="dk1"/>
              </a:buClr>
              <a:buSzPts val="1400"/>
              <a:buFont typeface="Calibri"/>
              <a:buNone/>
            </a:pPr>
            <a:r>
              <a:t/>
            </a:r>
            <a:endParaRPr sz="1400">
              <a:solidFill>
                <a:schemeClr val="dk1"/>
              </a:solidFill>
              <a:latin typeface="Quattrocento Sans"/>
              <a:ea typeface="Quattrocento Sans"/>
              <a:cs typeface="Quattrocento Sans"/>
              <a:sym typeface="Quattrocento Sans"/>
            </a:endParaRPr>
          </a:p>
        </p:txBody>
      </p:sp>
      <p:pic>
        <p:nvPicPr>
          <p:cNvPr descr="Image result for warning sign" id="542" name="Google Shape;542;p53"/>
          <p:cNvPicPr preferRelativeResize="0"/>
          <p:nvPr/>
        </p:nvPicPr>
        <p:blipFill rotWithShape="1">
          <a:blip r:embed="rId4">
            <a:alphaModFix/>
          </a:blip>
          <a:srcRect b="0" l="0" r="0" t="0"/>
          <a:stretch/>
        </p:blipFill>
        <p:spPr>
          <a:xfrm>
            <a:off x="5036994" y="3202989"/>
            <a:ext cx="452021" cy="452021"/>
          </a:xfrm>
          <a:prstGeom prst="rect">
            <a:avLst/>
          </a:prstGeom>
          <a:noFill/>
          <a:ln>
            <a:noFill/>
          </a:ln>
          <a:effectLst>
            <a:outerShdw blurRad="292100" rotWithShape="0" algn="tl" dir="2700000" dist="139700">
              <a:srgbClr val="333333">
                <a:alpha val="64313"/>
              </a:srgbClr>
            </a:outerShdw>
          </a:effectLst>
        </p:spPr>
      </p:pic>
      <p:pic>
        <p:nvPicPr>
          <p:cNvPr id="543" name="Google Shape;543;p53"/>
          <p:cNvPicPr preferRelativeResize="0"/>
          <p:nvPr/>
        </p:nvPicPr>
        <p:blipFill rotWithShape="1">
          <a:blip r:embed="rId5">
            <a:alphaModFix/>
          </a:blip>
          <a:srcRect b="0" l="0" r="0" t="0"/>
          <a:stretch/>
        </p:blipFill>
        <p:spPr>
          <a:xfrm>
            <a:off x="3733792" y="4399492"/>
            <a:ext cx="4181475" cy="2114550"/>
          </a:xfrm>
          <a:prstGeom prst="rect">
            <a:avLst/>
          </a:prstGeom>
          <a:noFill/>
          <a:ln>
            <a:noFill/>
          </a:ln>
        </p:spPr>
      </p:pic>
      <p:sp>
        <p:nvSpPr>
          <p:cNvPr id="544" name="Google Shape;544;p53"/>
          <p:cNvSpPr txBox="1"/>
          <p:nvPr>
            <p:ph idx="1" type="body"/>
          </p:nvPr>
        </p:nvSpPr>
        <p:spPr>
          <a:xfrm>
            <a:off x="6551090" y="1823558"/>
            <a:ext cx="526287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000"/>
              <a:buChar char="•"/>
            </a:pPr>
            <a:r>
              <a:rPr lang="fr-CA" sz="2000"/>
              <a:t>Devices that are not detected, a driver need to be installed manually using the </a:t>
            </a:r>
            <a:r>
              <a:rPr lang="fr-CA" sz="2000">
                <a:solidFill>
                  <a:srgbClr val="0055A4"/>
                </a:solidFill>
              </a:rPr>
              <a:t>Update Driver</a:t>
            </a:r>
            <a:r>
              <a:rPr lang="fr-CA" sz="2000"/>
              <a:t>.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Plug and Play</a:t>
            </a:r>
            <a:endParaRPr/>
          </a:p>
        </p:txBody>
      </p:sp>
      <p:sp>
        <p:nvSpPr>
          <p:cNvPr id="550" name="Google Shape;550;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419100" lvl="0" marL="457200" rtl="0" algn="l">
              <a:lnSpc>
                <a:spcPct val="90000"/>
              </a:lnSpc>
              <a:spcBef>
                <a:spcPts val="900"/>
              </a:spcBef>
              <a:spcAft>
                <a:spcPts val="0"/>
              </a:spcAft>
              <a:buClr>
                <a:srgbClr val="7F7F7F"/>
              </a:buClr>
              <a:buSzPts val="3000"/>
              <a:buChar char="•"/>
            </a:pPr>
            <a:r>
              <a:rPr lang="fr-CA"/>
              <a:t>PnP is a part of Windows which automatically recognizes your hardware parts and installs the necessary drivers without intervention from the user. </a:t>
            </a:r>
            <a:endParaRPr/>
          </a:p>
          <a:p>
            <a:pPr indent="-419100" lvl="0" marL="457200" rtl="0" algn="l">
              <a:lnSpc>
                <a:spcPct val="90000"/>
              </a:lnSpc>
              <a:spcBef>
                <a:spcPts val="900"/>
              </a:spcBef>
              <a:spcAft>
                <a:spcPts val="0"/>
              </a:spcAft>
              <a:buClr>
                <a:srgbClr val="7F7F7F"/>
              </a:buClr>
              <a:buSzPts val="3000"/>
              <a:buChar char="•"/>
            </a:pPr>
            <a:r>
              <a:rPr lang="fr-CA"/>
              <a:t>Comes from hardware industry standards improved and simplified for easy hardware identification.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Importance of Correct Computer Date &amp; Time</a:t>
            </a:r>
            <a:endParaRPr/>
          </a:p>
        </p:txBody>
      </p:sp>
      <p:sp>
        <p:nvSpPr>
          <p:cNvPr id="556" name="Google Shape;556;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Keeping the correct time on your computer is essential, especially when using it as a business computer. </a:t>
            </a:r>
            <a:endParaRPr/>
          </a:p>
          <a:p>
            <a:pPr indent="-228600" lvl="0" marL="228600" rtl="0" algn="l">
              <a:lnSpc>
                <a:spcPct val="90000"/>
              </a:lnSpc>
              <a:spcBef>
                <a:spcPts val="900"/>
              </a:spcBef>
              <a:spcAft>
                <a:spcPts val="0"/>
              </a:spcAft>
              <a:buClr>
                <a:srgbClr val="7F7F7F"/>
              </a:buClr>
              <a:buSzPts val="3000"/>
              <a:buChar char="•"/>
            </a:pPr>
            <a:r>
              <a:rPr lang="fr-CA"/>
              <a:t>The computer keeps its own date and time internally and uses it on files, documents, and reminders. </a:t>
            </a:r>
            <a:endParaRPr/>
          </a:p>
          <a:p>
            <a:pPr indent="-228600" lvl="1" marL="685800" rtl="0" algn="l">
              <a:lnSpc>
                <a:spcPct val="90000"/>
              </a:lnSpc>
              <a:spcBef>
                <a:spcPts val="780"/>
              </a:spcBef>
              <a:spcAft>
                <a:spcPts val="0"/>
              </a:spcAft>
              <a:buClr>
                <a:srgbClr val="7F7F7F"/>
              </a:buClr>
              <a:buSzPts val="2600"/>
              <a:buChar char="•"/>
            </a:pPr>
            <a:r>
              <a:rPr lang="fr-CA"/>
              <a:t>If the date and time are not set correctly, bad dates become a flood of erroneous information, leading to lost files, missed appointments and poor recordkeeping.</a:t>
            </a:r>
            <a:endParaRPr/>
          </a:p>
          <a:p>
            <a:pPr indent="-228600" lvl="1" marL="685800" rtl="0" algn="l">
              <a:lnSpc>
                <a:spcPct val="90000"/>
              </a:lnSpc>
              <a:spcBef>
                <a:spcPts val="780"/>
              </a:spcBef>
              <a:spcAft>
                <a:spcPts val="0"/>
              </a:spcAft>
              <a:buClr>
                <a:srgbClr val="7F7F7F"/>
              </a:buClr>
              <a:buSzPts val="2600"/>
              <a:buChar char="•"/>
            </a:pPr>
            <a:r>
              <a:rPr lang="fr-CA"/>
              <a:t>Network problem might occur:</a:t>
            </a:r>
            <a:endParaRPr/>
          </a:p>
          <a:p>
            <a:pPr indent="-228600" lvl="2" marL="1143000" rtl="0" algn="l">
              <a:lnSpc>
                <a:spcPct val="90000"/>
              </a:lnSpc>
              <a:spcBef>
                <a:spcPts val="600"/>
              </a:spcBef>
              <a:spcAft>
                <a:spcPts val="0"/>
              </a:spcAft>
              <a:buClr>
                <a:srgbClr val="7F7F7F"/>
              </a:buClr>
              <a:buSzPts val="2000"/>
              <a:buChar char="•"/>
            </a:pPr>
            <a:r>
              <a:rPr lang="fr-CA"/>
              <a:t>Not able to join / access a network.</a:t>
            </a:r>
            <a:endParaRPr/>
          </a:p>
          <a:p>
            <a:pPr indent="-228600" lvl="2" marL="1143000" rtl="0" algn="l">
              <a:lnSpc>
                <a:spcPct val="90000"/>
              </a:lnSpc>
              <a:spcBef>
                <a:spcPts val="600"/>
              </a:spcBef>
              <a:spcAft>
                <a:spcPts val="0"/>
              </a:spcAft>
              <a:buClr>
                <a:srgbClr val="7F7F7F"/>
              </a:buClr>
              <a:buSzPts val="2000"/>
              <a:buChar char="•"/>
            </a:pPr>
            <a:r>
              <a:rPr lang="fr-CA"/>
              <a:t>Not able to sync files on shared resource.</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5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After OS Installation: Choosing a proper PC Name</a:t>
            </a:r>
            <a:endParaRPr/>
          </a:p>
        </p:txBody>
      </p:sp>
      <p:sp>
        <p:nvSpPr>
          <p:cNvPr id="562" name="Google Shape;562;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The computer name is an important piece of information that will you as a support employee to identify this specific PC.</a:t>
            </a:r>
            <a:endParaRPr/>
          </a:p>
          <a:p>
            <a:pPr indent="-228600" lvl="0" marL="228600" rtl="0" algn="l">
              <a:lnSpc>
                <a:spcPct val="90000"/>
              </a:lnSpc>
              <a:spcBef>
                <a:spcPts val="833"/>
              </a:spcBef>
              <a:spcAft>
                <a:spcPts val="0"/>
              </a:spcAft>
              <a:buClr>
                <a:srgbClr val="7F7F7F"/>
              </a:buClr>
              <a:buSzPts val="3000"/>
              <a:buChar char="•"/>
            </a:pPr>
            <a:r>
              <a:rPr lang="fr-CA"/>
              <a:t>The computer name will be used in logs as an identifier.</a:t>
            </a:r>
            <a:endParaRPr/>
          </a:p>
          <a:p>
            <a:pPr indent="-228600" lvl="1" marL="685800" rtl="0" algn="l">
              <a:lnSpc>
                <a:spcPct val="90000"/>
              </a:lnSpc>
              <a:spcBef>
                <a:spcPts val="722"/>
              </a:spcBef>
              <a:spcAft>
                <a:spcPts val="0"/>
              </a:spcAft>
              <a:buClr>
                <a:srgbClr val="7F7F7F"/>
              </a:buClr>
              <a:buSzPts val="2600"/>
              <a:buChar char="•"/>
            </a:pPr>
            <a:r>
              <a:rPr lang="fr-CA"/>
              <a:t>Very useful when troubleshooting network problems.</a:t>
            </a:r>
            <a:endParaRPr/>
          </a:p>
          <a:p>
            <a:pPr indent="-228600" lvl="0" marL="228600" rtl="0" algn="l">
              <a:lnSpc>
                <a:spcPct val="90000"/>
              </a:lnSpc>
              <a:spcBef>
                <a:spcPts val="833"/>
              </a:spcBef>
              <a:spcAft>
                <a:spcPts val="0"/>
              </a:spcAft>
              <a:buClr>
                <a:srgbClr val="7F7F7F"/>
              </a:buClr>
              <a:buSzPts val="3000"/>
              <a:buChar char="•"/>
            </a:pPr>
            <a:r>
              <a:rPr lang="fr-CA"/>
              <a:t>What is a good name for a PC?</a:t>
            </a:r>
            <a:endParaRPr/>
          </a:p>
          <a:p>
            <a:pPr indent="-228600" lvl="1" marL="685800" rtl="0" algn="l">
              <a:lnSpc>
                <a:spcPct val="90000"/>
              </a:lnSpc>
              <a:spcBef>
                <a:spcPts val="722"/>
              </a:spcBef>
              <a:spcAft>
                <a:spcPts val="0"/>
              </a:spcAft>
              <a:buClr>
                <a:srgbClr val="7F7F7F"/>
              </a:buClr>
              <a:buSzPts val="2600"/>
              <a:buChar char="•"/>
            </a:pPr>
            <a:r>
              <a:rPr lang="fr-CA"/>
              <a:t>Personal PC (assigned to a specific person): use the user’s name with an identifier.</a:t>
            </a:r>
            <a:endParaRPr/>
          </a:p>
          <a:p>
            <a:pPr indent="-228600" lvl="2" marL="1143000" rtl="0" algn="l">
              <a:lnSpc>
                <a:spcPct val="90000"/>
              </a:lnSpc>
              <a:spcBef>
                <a:spcPts val="555"/>
              </a:spcBef>
              <a:spcAft>
                <a:spcPts val="0"/>
              </a:spcAft>
              <a:buClr>
                <a:srgbClr val="7F7F7F"/>
              </a:buClr>
              <a:buSzPts val="2000"/>
              <a:buChar char="•"/>
            </a:pPr>
            <a:r>
              <a:rPr lang="fr-CA"/>
              <a:t>Example: User: Barry Allen – Works in the forensics lab, PC Name: BAllen-Lab</a:t>
            </a:r>
            <a:endParaRPr/>
          </a:p>
          <a:p>
            <a:pPr indent="-228600" lvl="1" marL="685800" rtl="0" algn="l">
              <a:lnSpc>
                <a:spcPct val="90000"/>
              </a:lnSpc>
              <a:spcBef>
                <a:spcPts val="722"/>
              </a:spcBef>
              <a:spcAft>
                <a:spcPts val="0"/>
              </a:spcAft>
              <a:buClr>
                <a:srgbClr val="7F7F7F"/>
              </a:buClr>
              <a:buSzPts val="2600"/>
              <a:buChar char="•"/>
            </a:pPr>
            <a:r>
              <a:rPr lang="fr-CA"/>
              <a:t>Public PC: used by a group user: use a name to identify the location.</a:t>
            </a:r>
            <a:endParaRPr/>
          </a:p>
          <a:p>
            <a:pPr indent="-228600" lvl="2" marL="1143000" rtl="0" algn="l">
              <a:lnSpc>
                <a:spcPct val="90000"/>
              </a:lnSpc>
              <a:spcBef>
                <a:spcPts val="555"/>
              </a:spcBef>
              <a:spcAft>
                <a:spcPts val="0"/>
              </a:spcAft>
              <a:buClr>
                <a:srgbClr val="7F7F7F"/>
              </a:buClr>
              <a:buSzPts val="2000"/>
              <a:buChar char="•"/>
            </a:pPr>
            <a:r>
              <a:rPr lang="fr-CA"/>
              <a:t>Example: PC used to search the library book, PC Name: Library-search</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Domain vs Workgroup</a:t>
            </a:r>
            <a:endParaRPr/>
          </a:p>
        </p:txBody>
      </p:sp>
      <p:sp>
        <p:nvSpPr>
          <p:cNvPr id="568" name="Google Shape;568;p57"/>
          <p:cNvSpPr txBox="1"/>
          <p:nvPr>
            <p:ph idx="1" type="body"/>
          </p:nvPr>
        </p:nvSpPr>
        <p:spPr>
          <a:xfrm>
            <a:off x="838199" y="1825625"/>
            <a:ext cx="10909663"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20000"/>
              </a:lnSpc>
              <a:spcBef>
                <a:spcPts val="0"/>
              </a:spcBef>
              <a:spcAft>
                <a:spcPts val="0"/>
              </a:spcAft>
              <a:buClr>
                <a:srgbClr val="7F7F7F"/>
              </a:buClr>
              <a:buSzPct val="100000"/>
              <a:buChar char="•"/>
            </a:pPr>
            <a:r>
              <a:rPr lang="fr-CA" sz="2000"/>
              <a:t>Workgroup (Default setting in Windows OS)</a:t>
            </a:r>
            <a:endParaRPr/>
          </a:p>
          <a:p>
            <a:pPr indent="-228600" lvl="1" marL="685800" rtl="0" algn="l">
              <a:lnSpc>
                <a:spcPct val="120000"/>
              </a:lnSpc>
              <a:spcBef>
                <a:spcPts val="500"/>
              </a:spcBef>
              <a:spcAft>
                <a:spcPts val="0"/>
              </a:spcAft>
              <a:buClr>
                <a:srgbClr val="7F7F7F"/>
              </a:buClr>
              <a:buSzPct val="100000"/>
              <a:buChar char="•"/>
            </a:pPr>
            <a:r>
              <a:rPr lang="fr-CA" sz="1800"/>
              <a:t>All computers are peers; no computer has control over another computer.</a:t>
            </a:r>
            <a:endParaRPr/>
          </a:p>
          <a:p>
            <a:pPr indent="-228600" lvl="1" marL="685800" rtl="0" algn="l">
              <a:lnSpc>
                <a:spcPct val="120000"/>
              </a:lnSpc>
              <a:spcBef>
                <a:spcPts val="500"/>
              </a:spcBef>
              <a:spcAft>
                <a:spcPts val="0"/>
              </a:spcAft>
              <a:buClr>
                <a:srgbClr val="7F7F7F"/>
              </a:buClr>
              <a:buSzPct val="100000"/>
              <a:buChar char="•"/>
            </a:pPr>
            <a:r>
              <a:rPr lang="fr-CA" sz="1800"/>
              <a:t>Each computer has a set of local user accounts. To log on to any computer in the workgroup, you must have an account on that computer.</a:t>
            </a:r>
            <a:endParaRPr/>
          </a:p>
          <a:p>
            <a:pPr indent="-228600" lvl="1" marL="685800" rtl="0" algn="l">
              <a:lnSpc>
                <a:spcPct val="120000"/>
              </a:lnSpc>
              <a:spcBef>
                <a:spcPts val="500"/>
              </a:spcBef>
              <a:spcAft>
                <a:spcPts val="0"/>
              </a:spcAft>
              <a:buClr>
                <a:srgbClr val="7F7F7F"/>
              </a:buClr>
              <a:buSzPct val="100000"/>
              <a:buChar char="•"/>
            </a:pPr>
            <a:r>
              <a:rPr lang="fr-CA" sz="1800"/>
              <a:t>Typically a workgroup has less than twenty computers.</a:t>
            </a:r>
            <a:endParaRPr/>
          </a:p>
          <a:p>
            <a:pPr indent="-228600" lvl="1" marL="685800" rtl="0" algn="l">
              <a:lnSpc>
                <a:spcPct val="120000"/>
              </a:lnSpc>
              <a:spcBef>
                <a:spcPts val="500"/>
              </a:spcBef>
              <a:spcAft>
                <a:spcPts val="0"/>
              </a:spcAft>
              <a:buClr>
                <a:srgbClr val="7F7F7F"/>
              </a:buClr>
              <a:buSzPct val="100000"/>
              <a:buChar char="•"/>
            </a:pPr>
            <a:r>
              <a:rPr lang="fr-CA" sz="1800"/>
              <a:t>A workgroup is not protected by a password.</a:t>
            </a:r>
            <a:endParaRPr/>
          </a:p>
          <a:p>
            <a:pPr indent="-228600" lvl="1" marL="685800" rtl="0" algn="l">
              <a:lnSpc>
                <a:spcPct val="120000"/>
              </a:lnSpc>
              <a:spcBef>
                <a:spcPts val="500"/>
              </a:spcBef>
              <a:spcAft>
                <a:spcPts val="0"/>
              </a:spcAft>
              <a:buClr>
                <a:srgbClr val="7F7F7F"/>
              </a:buClr>
              <a:buSzPct val="100000"/>
              <a:buChar char="•"/>
            </a:pPr>
            <a:r>
              <a:rPr lang="fr-CA" sz="1800"/>
              <a:t>All computers must be on the same local network to access the other computers.</a:t>
            </a:r>
            <a:endParaRPr/>
          </a:p>
          <a:p>
            <a:pPr indent="-228600" lvl="0" marL="228600" rtl="0" algn="l">
              <a:lnSpc>
                <a:spcPct val="120000"/>
              </a:lnSpc>
              <a:spcBef>
                <a:spcPts val="555"/>
              </a:spcBef>
              <a:spcAft>
                <a:spcPts val="0"/>
              </a:spcAft>
              <a:buClr>
                <a:srgbClr val="7F7F7F"/>
              </a:buClr>
              <a:buSzPct val="100000"/>
              <a:buChar char="•"/>
            </a:pPr>
            <a:r>
              <a:rPr lang="fr-CA" sz="2000"/>
              <a:t>Domain</a:t>
            </a:r>
            <a:endParaRPr/>
          </a:p>
          <a:p>
            <a:pPr indent="-228600" lvl="1" marL="685800" rtl="0" algn="l">
              <a:lnSpc>
                <a:spcPct val="120000"/>
              </a:lnSpc>
              <a:spcBef>
                <a:spcPts val="500"/>
              </a:spcBef>
              <a:spcAft>
                <a:spcPts val="0"/>
              </a:spcAft>
              <a:buClr>
                <a:srgbClr val="7F7F7F"/>
              </a:buClr>
              <a:buSzPct val="100000"/>
              <a:buChar char="•"/>
            </a:pPr>
            <a:r>
              <a:rPr lang="fr-CA" sz="1800"/>
              <a:t>Contains at least one server: used to control security and permissions for all computers on the domain. </a:t>
            </a:r>
            <a:endParaRPr/>
          </a:p>
          <a:p>
            <a:pPr indent="-228600" lvl="1" marL="685800" rtl="0" algn="l">
              <a:lnSpc>
                <a:spcPct val="120000"/>
              </a:lnSpc>
              <a:spcBef>
                <a:spcPts val="500"/>
              </a:spcBef>
              <a:spcAft>
                <a:spcPts val="0"/>
              </a:spcAft>
              <a:buClr>
                <a:srgbClr val="7F7F7F"/>
              </a:buClr>
              <a:buSzPct val="100000"/>
              <a:buChar char="•"/>
            </a:pPr>
            <a:r>
              <a:rPr lang="fr-CA" sz="1800"/>
              <a:t>A user domain account allows a user to log on to any computer on the domain without needing an account on that computer.</a:t>
            </a:r>
            <a:endParaRPr/>
          </a:p>
          <a:p>
            <a:pPr indent="-228600" lvl="2" marL="1143000" rtl="0" algn="l">
              <a:lnSpc>
                <a:spcPct val="120000"/>
              </a:lnSpc>
              <a:spcBef>
                <a:spcPts val="389"/>
              </a:spcBef>
              <a:spcAft>
                <a:spcPts val="0"/>
              </a:spcAft>
              <a:buClr>
                <a:srgbClr val="7F7F7F"/>
              </a:buClr>
              <a:buSzPct val="100000"/>
              <a:buChar char="•"/>
            </a:pPr>
            <a:r>
              <a:rPr lang="fr-CA" sz="1400"/>
              <a:t>Domain users must provide a password or other credentials each time they access the domain.</a:t>
            </a:r>
            <a:endParaRPr/>
          </a:p>
          <a:p>
            <a:pPr indent="-111125" lvl="0" marL="228600" rtl="0" algn="l">
              <a:lnSpc>
                <a:spcPct val="120000"/>
              </a:lnSpc>
              <a:spcBef>
                <a:spcPts val="555"/>
              </a:spcBef>
              <a:spcAft>
                <a:spcPts val="0"/>
              </a:spcAft>
              <a:buClr>
                <a:srgbClr val="7F7F7F"/>
              </a:buClr>
              <a:buSzPct val="100000"/>
              <a:buNone/>
            </a:pPr>
            <a:r>
              <a:t/>
            </a:r>
            <a:endParaRPr sz="20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5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Windows update</a:t>
            </a:r>
            <a:endParaRPr/>
          </a:p>
        </p:txBody>
      </p:sp>
      <p:sp>
        <p:nvSpPr>
          <p:cNvPr id="575" name="Google Shape;575;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14350" lvl="0" marL="552450" rtl="0" algn="l">
              <a:lnSpc>
                <a:spcPct val="90000"/>
              </a:lnSpc>
              <a:spcBef>
                <a:spcPts val="900"/>
              </a:spcBef>
              <a:spcAft>
                <a:spcPts val="0"/>
              </a:spcAft>
              <a:buSzPts val="3000"/>
              <a:buAutoNum type="arabicPeriod"/>
            </a:pPr>
            <a:r>
              <a:rPr lang="fr-CA"/>
              <a:t>Open the Start Menu</a:t>
            </a:r>
            <a:endParaRPr/>
          </a:p>
          <a:p>
            <a:pPr indent="-514350" lvl="0" marL="552450" rtl="0" algn="l">
              <a:lnSpc>
                <a:spcPct val="90000"/>
              </a:lnSpc>
              <a:spcBef>
                <a:spcPts val="900"/>
              </a:spcBef>
              <a:spcAft>
                <a:spcPts val="0"/>
              </a:spcAft>
              <a:buSzPts val="3000"/>
              <a:buAutoNum type="arabicPeriod"/>
            </a:pPr>
            <a:r>
              <a:rPr lang="fr-CA"/>
              <a:t>Type `Windows Update `</a:t>
            </a:r>
            <a:endParaRPr/>
          </a:p>
          <a:p>
            <a:pPr indent="-514350" lvl="0" marL="552450" rtl="0" algn="l">
              <a:lnSpc>
                <a:spcPct val="90000"/>
              </a:lnSpc>
              <a:spcBef>
                <a:spcPts val="900"/>
              </a:spcBef>
              <a:spcAft>
                <a:spcPts val="0"/>
              </a:spcAft>
              <a:buSzPts val="3000"/>
              <a:buAutoNum type="arabicPeriod"/>
            </a:pPr>
            <a:r>
              <a:rPr lang="fr-CA"/>
              <a:t>If ‘No updates available`, this means your PC is already on the latest version of this version of Windows</a:t>
            </a:r>
            <a:endParaRPr/>
          </a:p>
          <a:p>
            <a:pPr indent="-514350" lvl="0" marL="552450" rtl="0" algn="l">
              <a:lnSpc>
                <a:spcPct val="90000"/>
              </a:lnSpc>
              <a:spcBef>
                <a:spcPts val="900"/>
              </a:spcBef>
              <a:spcAft>
                <a:spcPts val="0"/>
              </a:spcAft>
              <a:buSzPts val="3000"/>
              <a:buAutoNum type="arabicPeriod"/>
            </a:pPr>
            <a:r>
              <a:rPr lang="fr-CA"/>
              <a:t>Click on the active hours (when I do not want the device to update) </a:t>
            </a:r>
            <a:endParaRPr/>
          </a:p>
          <a:p>
            <a:pPr indent="-514350" lvl="0" marL="552450" rtl="0" algn="l">
              <a:lnSpc>
                <a:spcPct val="90000"/>
              </a:lnSpc>
              <a:spcBef>
                <a:spcPts val="900"/>
              </a:spcBef>
              <a:spcAft>
                <a:spcPts val="0"/>
              </a:spcAft>
              <a:buSzPts val="3000"/>
              <a:buAutoNum type="arabicPeriod"/>
            </a:pPr>
            <a:r>
              <a:rPr lang="fr-CA"/>
              <a:t>Go back, click on Advanced options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9"/>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fr-CA"/>
              <a:t>MBR-GBT</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6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Windows Disk Settings</a:t>
            </a:r>
            <a:endParaRPr/>
          </a:p>
        </p:txBody>
      </p:sp>
      <p:sp>
        <p:nvSpPr>
          <p:cNvPr id="586" name="Google Shape;586;p60"/>
          <p:cNvSpPr txBox="1"/>
          <p:nvPr>
            <p:ph idx="1" type="body"/>
          </p:nvPr>
        </p:nvSpPr>
        <p:spPr>
          <a:xfrm>
            <a:off x="838200" y="1825625"/>
            <a:ext cx="5885576"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Windows installation automatically prepares the primary disk.</a:t>
            </a:r>
            <a:endParaRPr/>
          </a:p>
          <a:p>
            <a:pPr indent="-228600" lvl="0" marL="228600" rtl="0" algn="l">
              <a:lnSpc>
                <a:spcPct val="90000"/>
              </a:lnSpc>
              <a:spcBef>
                <a:spcPts val="1000"/>
              </a:spcBef>
              <a:spcAft>
                <a:spcPts val="0"/>
              </a:spcAft>
              <a:buClr>
                <a:srgbClr val="7F7F7F"/>
              </a:buClr>
              <a:buSzPts val="3000"/>
              <a:buChar char="•"/>
            </a:pPr>
            <a:r>
              <a:rPr lang="fr-CA"/>
              <a:t>When new disks is added, you must:</a:t>
            </a:r>
            <a:endParaRPr/>
          </a:p>
          <a:p>
            <a:pPr indent="-228600" lvl="1" marL="685800" rtl="0" algn="l">
              <a:lnSpc>
                <a:spcPct val="90000"/>
              </a:lnSpc>
              <a:spcBef>
                <a:spcPts val="500"/>
              </a:spcBef>
              <a:spcAft>
                <a:spcPts val="0"/>
              </a:spcAft>
              <a:buClr>
                <a:srgbClr val="7F7F7F"/>
              </a:buClr>
              <a:buSzPts val="2600"/>
              <a:buChar char="•"/>
            </a:pPr>
            <a:r>
              <a:rPr lang="fr-CA"/>
              <a:t>Select a partitioning style.</a:t>
            </a:r>
            <a:endParaRPr/>
          </a:p>
          <a:p>
            <a:pPr indent="-228600" lvl="1" marL="685800" rtl="0" algn="l">
              <a:lnSpc>
                <a:spcPct val="90000"/>
              </a:lnSpc>
              <a:spcBef>
                <a:spcPts val="500"/>
              </a:spcBef>
              <a:spcAft>
                <a:spcPts val="0"/>
              </a:spcAft>
              <a:buClr>
                <a:srgbClr val="7F7F7F"/>
              </a:buClr>
              <a:buSzPts val="2600"/>
              <a:buChar char="•"/>
            </a:pPr>
            <a:r>
              <a:rPr lang="fr-CA"/>
              <a:t>Select a disk type.</a:t>
            </a:r>
            <a:endParaRPr/>
          </a:p>
          <a:p>
            <a:pPr indent="-228600" lvl="1" marL="685800" rtl="0" algn="l">
              <a:lnSpc>
                <a:spcPct val="90000"/>
              </a:lnSpc>
              <a:spcBef>
                <a:spcPts val="500"/>
              </a:spcBef>
              <a:spcAft>
                <a:spcPts val="0"/>
              </a:spcAft>
              <a:buClr>
                <a:srgbClr val="7F7F7F"/>
              </a:buClr>
              <a:buSzPts val="2600"/>
              <a:buChar char="•"/>
            </a:pPr>
            <a:r>
              <a:rPr lang="fr-CA"/>
              <a:t>Divide the disk into partitions or volumes.</a:t>
            </a:r>
            <a:endParaRPr/>
          </a:p>
          <a:p>
            <a:pPr indent="-228600" lvl="1" marL="685800" rtl="0" algn="l">
              <a:lnSpc>
                <a:spcPct val="90000"/>
              </a:lnSpc>
              <a:spcBef>
                <a:spcPts val="500"/>
              </a:spcBef>
              <a:spcAft>
                <a:spcPts val="0"/>
              </a:spcAft>
              <a:buClr>
                <a:srgbClr val="7F7F7F"/>
              </a:buClr>
              <a:buSzPts val="2600"/>
              <a:buChar char="•"/>
            </a:pPr>
            <a:r>
              <a:rPr lang="fr-CA"/>
              <a:t>Format the partitions or volumes with a file system.</a:t>
            </a:r>
            <a:endParaRPr/>
          </a:p>
        </p:txBody>
      </p:sp>
      <p:sp>
        <p:nvSpPr>
          <p:cNvPr id="587" name="Google Shape;587;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pic>
        <p:nvPicPr>
          <p:cNvPr descr="How to Install Windows 10 on a New Hard Drive (with Pictures) - MiniTool  Partition Wizard" id="588" name="Google Shape;588;p60"/>
          <p:cNvPicPr preferRelativeResize="0"/>
          <p:nvPr/>
        </p:nvPicPr>
        <p:blipFill rotWithShape="1">
          <a:blip r:embed="rId3">
            <a:alphaModFix/>
          </a:blip>
          <a:srcRect b="0" l="0" r="0" t="0"/>
          <a:stretch/>
        </p:blipFill>
        <p:spPr>
          <a:xfrm>
            <a:off x="6754959" y="2207622"/>
            <a:ext cx="5042162" cy="3787503"/>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6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Selecting a Partition Table Style</a:t>
            </a:r>
            <a:endParaRPr/>
          </a:p>
        </p:txBody>
      </p:sp>
      <p:sp>
        <p:nvSpPr>
          <p:cNvPr id="594" name="Google Shape;594;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Partition table can describe the partitions on disk.</a:t>
            </a:r>
            <a:endParaRPr/>
          </a:p>
          <a:p>
            <a:pPr indent="-228600" lvl="1" marL="685800" rtl="0" algn="l">
              <a:lnSpc>
                <a:spcPct val="90000"/>
              </a:lnSpc>
              <a:spcBef>
                <a:spcPts val="500"/>
              </a:spcBef>
              <a:spcAft>
                <a:spcPts val="0"/>
              </a:spcAft>
              <a:buClr>
                <a:srgbClr val="7F7F7F"/>
              </a:buClr>
              <a:buSzPts val="2600"/>
              <a:buChar char="•"/>
            </a:pPr>
            <a:r>
              <a:rPr lang="fr-CA"/>
              <a:t>If the disk partition table is lost, users are unable to read disk data and write new data on it.</a:t>
            </a:r>
            <a:endParaRPr/>
          </a:p>
          <a:p>
            <a:pPr indent="-228600" lvl="0" marL="228600" rtl="0" algn="l">
              <a:lnSpc>
                <a:spcPct val="90000"/>
              </a:lnSpc>
              <a:spcBef>
                <a:spcPts val="1000"/>
              </a:spcBef>
              <a:spcAft>
                <a:spcPts val="0"/>
              </a:spcAft>
              <a:buClr>
                <a:srgbClr val="7F7F7F"/>
              </a:buClr>
              <a:buSzPts val="3000"/>
              <a:buChar char="•"/>
            </a:pPr>
            <a:r>
              <a:rPr lang="fr-CA"/>
              <a:t>Partition table format : MBR vs GPT</a:t>
            </a:r>
            <a:endParaRPr/>
          </a:p>
          <a:p>
            <a:pPr indent="-38100" lvl="0" marL="228600" rtl="0" algn="l">
              <a:lnSpc>
                <a:spcPct val="90000"/>
              </a:lnSpc>
              <a:spcBef>
                <a:spcPts val="1000"/>
              </a:spcBef>
              <a:spcAft>
                <a:spcPts val="0"/>
              </a:spcAft>
              <a:buClr>
                <a:srgbClr val="7F7F7F"/>
              </a:buClr>
              <a:buSzPts val="3000"/>
              <a:buNone/>
            </a:pPr>
            <a:r>
              <a:t/>
            </a:r>
            <a:endParaRPr/>
          </a:p>
          <a:p>
            <a:pPr indent="0" lvl="0" marL="0" rtl="0" algn="l">
              <a:lnSpc>
                <a:spcPct val="90000"/>
              </a:lnSpc>
              <a:spcBef>
                <a:spcPts val="1000"/>
              </a:spcBef>
              <a:spcAft>
                <a:spcPts val="0"/>
              </a:spcAft>
              <a:buClr>
                <a:srgbClr val="7F7F7F"/>
              </a:buClr>
              <a:buSzPts val="3000"/>
              <a:buNone/>
            </a:pPr>
            <a:r>
              <a:rPr lang="fr-CA"/>
              <a:t>1- Master Boot Record (MBR) 🡺 MBR</a:t>
            </a:r>
            <a:endParaRPr/>
          </a:p>
          <a:p>
            <a:pPr indent="0" lvl="0" marL="0" rtl="0" algn="l">
              <a:lnSpc>
                <a:spcPct val="90000"/>
              </a:lnSpc>
              <a:spcBef>
                <a:spcPts val="1000"/>
              </a:spcBef>
              <a:spcAft>
                <a:spcPts val="0"/>
              </a:spcAft>
              <a:buClr>
                <a:srgbClr val="7F7F7F"/>
              </a:buClr>
              <a:buSzPts val="3000"/>
              <a:buNone/>
            </a:pPr>
            <a:r>
              <a:rPr lang="fr-CA"/>
              <a:t>2- GUID Partition Table (GPT) 🡺 UEFI</a:t>
            </a:r>
            <a:endParaRPr/>
          </a:p>
          <a:p>
            <a:pPr indent="-63500" lvl="1" marL="685800" rtl="0" algn="l">
              <a:lnSpc>
                <a:spcPct val="90000"/>
              </a:lnSpc>
              <a:spcBef>
                <a:spcPts val="500"/>
              </a:spcBef>
              <a:spcAft>
                <a:spcPts val="0"/>
              </a:spcAft>
              <a:buClr>
                <a:srgbClr val="7F7F7F"/>
              </a:buClr>
              <a:buSzPts val="2600"/>
              <a:buNone/>
            </a:pPr>
            <a:r>
              <a:t/>
            </a:r>
            <a:endParaRPr/>
          </a:p>
        </p:txBody>
      </p:sp>
      <p:sp>
        <p:nvSpPr>
          <p:cNvPr id="595" name="Google Shape;595;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6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MBR</a:t>
            </a:r>
            <a:endParaRPr/>
          </a:p>
        </p:txBody>
      </p:sp>
      <p:sp>
        <p:nvSpPr>
          <p:cNvPr id="601" name="Google Shape;601;p62"/>
          <p:cNvSpPr txBox="1"/>
          <p:nvPr>
            <p:ph idx="1" type="body"/>
          </p:nvPr>
        </p:nvSpPr>
        <p:spPr>
          <a:xfrm>
            <a:off x="838200" y="1825625"/>
            <a:ext cx="5397137"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F7F7F"/>
              </a:buClr>
              <a:buSzPts val="3000"/>
              <a:buNone/>
            </a:pPr>
            <a:r>
              <a:rPr lang="fr-CA"/>
              <a:t>Master Boot Record (MBR) 🡺 MBR</a:t>
            </a:r>
            <a:endParaRPr/>
          </a:p>
          <a:p>
            <a:pPr indent="-228600" lvl="1" marL="685800" rtl="0" algn="l">
              <a:lnSpc>
                <a:spcPct val="90000"/>
              </a:lnSpc>
              <a:spcBef>
                <a:spcPts val="500"/>
              </a:spcBef>
              <a:spcAft>
                <a:spcPts val="0"/>
              </a:spcAft>
              <a:buClr>
                <a:srgbClr val="7F7F7F"/>
              </a:buClr>
              <a:buSzPts val="2600"/>
              <a:buChar char="•"/>
            </a:pPr>
            <a:r>
              <a:rPr lang="fr-CA"/>
              <a:t>Standard Partition table format since early 1980s.</a:t>
            </a:r>
            <a:endParaRPr/>
          </a:p>
          <a:p>
            <a:pPr indent="-228600" lvl="1" marL="685800" rtl="0" algn="l">
              <a:lnSpc>
                <a:spcPct val="90000"/>
              </a:lnSpc>
              <a:spcBef>
                <a:spcPts val="500"/>
              </a:spcBef>
              <a:spcAft>
                <a:spcPts val="0"/>
              </a:spcAft>
              <a:buClr>
                <a:srgbClr val="7F7F7F"/>
              </a:buClr>
              <a:buSzPts val="2600"/>
              <a:buChar char="•"/>
            </a:pPr>
            <a:r>
              <a:rPr lang="fr-CA"/>
              <a:t>Common partition style for x86- and x64-based computers.</a:t>
            </a:r>
            <a:endParaRPr/>
          </a:p>
          <a:p>
            <a:pPr indent="-228600" lvl="1" marL="685800" rtl="0" algn="l">
              <a:lnSpc>
                <a:spcPct val="90000"/>
              </a:lnSpc>
              <a:spcBef>
                <a:spcPts val="500"/>
              </a:spcBef>
              <a:spcAft>
                <a:spcPts val="0"/>
              </a:spcAft>
              <a:buClr>
                <a:srgbClr val="7F7F7F"/>
              </a:buClr>
              <a:buSzPts val="2600"/>
              <a:buChar char="•"/>
            </a:pPr>
            <a:r>
              <a:rPr lang="fr-CA"/>
              <a:t>Maximum: 4 partitions</a:t>
            </a:r>
            <a:endParaRPr/>
          </a:p>
          <a:p>
            <a:pPr indent="-228600" lvl="1" marL="685800" rtl="0" algn="l">
              <a:lnSpc>
                <a:spcPct val="90000"/>
              </a:lnSpc>
              <a:spcBef>
                <a:spcPts val="500"/>
              </a:spcBef>
              <a:spcAft>
                <a:spcPts val="0"/>
              </a:spcAft>
              <a:buClr>
                <a:srgbClr val="7F7F7F"/>
              </a:buClr>
              <a:buSzPts val="2600"/>
              <a:buChar char="•"/>
            </a:pPr>
            <a:r>
              <a:rPr lang="fr-CA"/>
              <a:t>Max size: 2T/ partition </a:t>
            </a:r>
            <a:endParaRPr/>
          </a:p>
          <a:p>
            <a:pPr indent="-38100" lvl="0" marL="228600" rtl="0" algn="l">
              <a:lnSpc>
                <a:spcPct val="90000"/>
              </a:lnSpc>
              <a:spcBef>
                <a:spcPts val="1000"/>
              </a:spcBef>
              <a:spcAft>
                <a:spcPts val="0"/>
              </a:spcAft>
              <a:buClr>
                <a:srgbClr val="7F7F7F"/>
              </a:buClr>
              <a:buSzPts val="3000"/>
              <a:buNone/>
            </a:pPr>
            <a:r>
              <a:t/>
            </a:r>
            <a:endParaRPr/>
          </a:p>
        </p:txBody>
      </p:sp>
      <p:pic>
        <p:nvPicPr>
          <p:cNvPr descr="MBRf" id="602" name="Google Shape;602;p62"/>
          <p:cNvPicPr preferRelativeResize="0"/>
          <p:nvPr/>
        </p:nvPicPr>
        <p:blipFill rotWithShape="1">
          <a:blip r:embed="rId3">
            <a:alphaModFix/>
          </a:blip>
          <a:srcRect b="0" l="0" r="0" t="0"/>
          <a:stretch/>
        </p:blipFill>
        <p:spPr>
          <a:xfrm>
            <a:off x="6357257" y="2207216"/>
            <a:ext cx="5715000" cy="32099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6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GPT</a:t>
            </a:r>
            <a:endParaRPr/>
          </a:p>
        </p:txBody>
      </p:sp>
      <p:sp>
        <p:nvSpPr>
          <p:cNvPr id="608" name="Google Shape;608;p63"/>
          <p:cNvSpPr txBox="1"/>
          <p:nvPr>
            <p:ph idx="1" type="body"/>
          </p:nvPr>
        </p:nvSpPr>
        <p:spPr>
          <a:xfrm>
            <a:off x="6156960" y="1825625"/>
            <a:ext cx="5196839"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7F7F7F"/>
              </a:buClr>
              <a:buSzPts val="3000"/>
              <a:buNone/>
            </a:pPr>
            <a:r>
              <a:rPr lang="fr-CA"/>
              <a:t>GUID Partition Table (GPT) 🡺 UEFI</a:t>
            </a:r>
            <a:endParaRPr/>
          </a:p>
          <a:p>
            <a:pPr indent="-228600" lvl="1" marL="685800" rtl="0" algn="l">
              <a:lnSpc>
                <a:spcPct val="90000"/>
              </a:lnSpc>
              <a:spcBef>
                <a:spcPts val="500"/>
              </a:spcBef>
              <a:spcAft>
                <a:spcPts val="0"/>
              </a:spcAft>
              <a:buClr>
                <a:srgbClr val="7F7F7F"/>
              </a:buClr>
              <a:buSzPts val="2600"/>
              <a:buChar char="•"/>
            </a:pPr>
            <a:r>
              <a:rPr lang="fr-CA"/>
              <a:t>GPT is the successor of MBR partition table format.</a:t>
            </a:r>
            <a:endParaRPr/>
          </a:p>
          <a:p>
            <a:pPr indent="-228600" lvl="1" marL="685800" rtl="0" algn="l">
              <a:lnSpc>
                <a:spcPct val="90000"/>
              </a:lnSpc>
              <a:spcBef>
                <a:spcPts val="500"/>
              </a:spcBef>
              <a:spcAft>
                <a:spcPts val="0"/>
              </a:spcAft>
              <a:buClr>
                <a:srgbClr val="7F7F7F"/>
              </a:buClr>
              <a:buSzPts val="2600"/>
              <a:buChar char="•"/>
            </a:pPr>
            <a:r>
              <a:rPr lang="fr-CA"/>
              <a:t>New since the late ’90s.</a:t>
            </a:r>
            <a:endParaRPr/>
          </a:p>
          <a:p>
            <a:pPr indent="-228600" lvl="1" marL="685800" rtl="0" algn="l">
              <a:lnSpc>
                <a:spcPct val="90000"/>
              </a:lnSpc>
              <a:spcBef>
                <a:spcPts val="500"/>
              </a:spcBef>
              <a:spcAft>
                <a:spcPts val="0"/>
              </a:spcAft>
              <a:buClr>
                <a:srgbClr val="7F7F7F"/>
              </a:buClr>
              <a:buSzPts val="2600"/>
              <a:buChar char="•"/>
            </a:pPr>
            <a:r>
              <a:rPr lang="fr-CA"/>
              <a:t>Most operating systems now support GPT.</a:t>
            </a:r>
            <a:endParaRPr/>
          </a:p>
          <a:p>
            <a:pPr indent="-228600" lvl="1" marL="685800" rtl="0" algn="l">
              <a:lnSpc>
                <a:spcPct val="90000"/>
              </a:lnSpc>
              <a:spcBef>
                <a:spcPts val="500"/>
              </a:spcBef>
              <a:spcAft>
                <a:spcPts val="0"/>
              </a:spcAft>
              <a:buClr>
                <a:srgbClr val="7F7F7F"/>
              </a:buClr>
              <a:buSzPts val="2600"/>
              <a:buChar char="•"/>
            </a:pPr>
            <a:r>
              <a:rPr lang="fr-CA"/>
              <a:t>Maximum: 128 partitions</a:t>
            </a:r>
            <a:endParaRPr/>
          </a:p>
          <a:p>
            <a:pPr indent="-228600" lvl="1" marL="685800" rtl="0" algn="l">
              <a:lnSpc>
                <a:spcPct val="90000"/>
              </a:lnSpc>
              <a:spcBef>
                <a:spcPts val="500"/>
              </a:spcBef>
              <a:spcAft>
                <a:spcPts val="0"/>
              </a:spcAft>
              <a:buClr>
                <a:srgbClr val="7F7F7F"/>
              </a:buClr>
              <a:buSzPts val="2600"/>
              <a:buChar char="•"/>
            </a:pPr>
            <a:r>
              <a:rPr lang="fr-CA"/>
              <a:t>Max size: 18Ebytes/ partition</a:t>
            </a:r>
            <a:endParaRPr/>
          </a:p>
          <a:p>
            <a:pPr indent="-38100" lvl="0" marL="228600" rtl="0" algn="l">
              <a:lnSpc>
                <a:spcPct val="90000"/>
              </a:lnSpc>
              <a:spcBef>
                <a:spcPts val="1000"/>
              </a:spcBef>
              <a:spcAft>
                <a:spcPts val="0"/>
              </a:spcAft>
              <a:buClr>
                <a:srgbClr val="7F7F7F"/>
              </a:buClr>
              <a:buSzPts val="3000"/>
              <a:buNone/>
            </a:pPr>
            <a:r>
              <a:t/>
            </a:r>
            <a:endParaRPr/>
          </a:p>
        </p:txBody>
      </p:sp>
      <p:pic>
        <p:nvPicPr>
          <p:cNvPr descr="GPT-illimite-partition" id="609" name="Google Shape;609;p63"/>
          <p:cNvPicPr preferRelativeResize="0"/>
          <p:nvPr/>
        </p:nvPicPr>
        <p:blipFill rotWithShape="1">
          <a:blip r:embed="rId3">
            <a:alphaModFix/>
          </a:blip>
          <a:srcRect b="0" l="0" r="0" t="0"/>
          <a:stretch/>
        </p:blipFill>
        <p:spPr>
          <a:xfrm>
            <a:off x="279763" y="1924844"/>
            <a:ext cx="5715000" cy="41529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GPT vs. MBR</a:t>
            </a:r>
            <a:endParaRPr/>
          </a:p>
        </p:txBody>
      </p:sp>
      <p:graphicFrame>
        <p:nvGraphicFramePr>
          <p:cNvPr id="615" name="Google Shape;615;p64"/>
          <p:cNvGraphicFramePr/>
          <p:nvPr/>
        </p:nvGraphicFramePr>
        <p:xfrm>
          <a:off x="838200" y="1825624"/>
          <a:ext cx="3000000" cy="3000000"/>
        </p:xfrm>
        <a:graphic>
          <a:graphicData uri="http://schemas.openxmlformats.org/drawingml/2006/table">
            <a:tbl>
              <a:tblPr bandRow="1" firstRow="1">
                <a:noFill/>
                <a:tableStyleId>{5DDB29CF-C3C9-4DCD-835C-3059F27351EE}</a:tableStyleId>
              </a:tblPr>
              <a:tblGrid>
                <a:gridCol w="5257800"/>
                <a:gridCol w="5257800"/>
              </a:tblGrid>
              <a:tr h="452200">
                <a:tc>
                  <a:txBody>
                    <a:bodyPr/>
                    <a:lstStyle/>
                    <a:p>
                      <a:pPr indent="0" lvl="0" marL="0" marR="0" rtl="0" algn="l">
                        <a:spcBef>
                          <a:spcPts val="0"/>
                        </a:spcBef>
                        <a:spcAft>
                          <a:spcPts val="0"/>
                        </a:spcAft>
                        <a:buNone/>
                      </a:pPr>
                      <a:r>
                        <a:rPr b="1" lang="fr-CA" sz="1800">
                          <a:solidFill>
                            <a:srgbClr val="565655"/>
                          </a:solidFill>
                        </a:rPr>
                        <a:t>MBR</a:t>
                      </a:r>
                      <a:endParaRPr/>
                    </a:p>
                  </a:txBody>
                  <a:tcPr marT="45725" marB="45725" marR="91450" marL="91450"/>
                </a:tc>
                <a:tc>
                  <a:txBody>
                    <a:bodyPr/>
                    <a:lstStyle/>
                    <a:p>
                      <a:pPr indent="0" lvl="0" marL="0" marR="0" rtl="0" algn="l">
                        <a:spcBef>
                          <a:spcPts val="0"/>
                        </a:spcBef>
                        <a:spcAft>
                          <a:spcPts val="0"/>
                        </a:spcAft>
                        <a:buNone/>
                      </a:pPr>
                      <a:r>
                        <a:rPr b="1" lang="fr-CA" sz="1800">
                          <a:solidFill>
                            <a:srgbClr val="565655"/>
                          </a:solidFill>
                        </a:rPr>
                        <a:t>GPT</a:t>
                      </a:r>
                      <a:endParaRPr/>
                    </a:p>
                  </a:txBody>
                  <a:tcPr marT="45725" marB="45725" marR="91450" marL="91450"/>
                </a:tc>
              </a:tr>
              <a:tr h="1449500">
                <a:tc>
                  <a:txBody>
                    <a:bodyPr/>
                    <a:lstStyle/>
                    <a:p>
                      <a:pPr indent="0" lvl="0" marL="0" marR="0" rtl="0" algn="l">
                        <a:spcBef>
                          <a:spcPts val="0"/>
                        </a:spcBef>
                        <a:spcAft>
                          <a:spcPts val="0"/>
                        </a:spcAft>
                        <a:buNone/>
                      </a:pPr>
                      <a:r>
                        <a:rPr lang="fr-CA" sz="1800">
                          <a:solidFill>
                            <a:srgbClr val="565655"/>
                          </a:solidFill>
                        </a:rPr>
                        <a:t>- Supports up to 4 primary partitions </a:t>
                      </a:r>
                      <a:r>
                        <a:rPr b="1" i="1" lang="fr-CA" sz="1800">
                          <a:solidFill>
                            <a:srgbClr val="565655"/>
                          </a:solidFill>
                        </a:rPr>
                        <a:t>or</a:t>
                      </a:r>
                      <a:br>
                        <a:rPr lang="fr-CA" sz="1800">
                          <a:solidFill>
                            <a:srgbClr val="565655"/>
                          </a:solidFill>
                        </a:rPr>
                      </a:br>
                      <a:r>
                        <a:rPr lang="fr-CA" sz="1800">
                          <a:solidFill>
                            <a:srgbClr val="565655"/>
                          </a:solidFill>
                        </a:rPr>
                        <a:t>- 3 primary partitions and 1 extended partition, with unlimited logical drives on the extended partition.</a:t>
                      </a:r>
                      <a:endParaRPr/>
                    </a:p>
                  </a:txBody>
                  <a:tcPr marT="45725" marB="45725" marR="91450" marL="91450"/>
                </a:tc>
                <a:tc>
                  <a:txBody>
                    <a:bodyPr/>
                    <a:lstStyle/>
                    <a:p>
                      <a:pPr indent="0" lvl="0" marL="0" marR="0" rtl="0" algn="l">
                        <a:spcBef>
                          <a:spcPts val="0"/>
                        </a:spcBef>
                        <a:spcAft>
                          <a:spcPts val="0"/>
                        </a:spcAft>
                        <a:buNone/>
                      </a:pPr>
                      <a:r>
                        <a:rPr lang="fr-CA" sz="1800">
                          <a:solidFill>
                            <a:srgbClr val="565655"/>
                          </a:solidFill>
                        </a:rPr>
                        <a:t>Supports up to 128 primary partitions.</a:t>
                      </a:r>
                      <a:endParaRPr sz="1800">
                        <a:solidFill>
                          <a:srgbClr val="565655"/>
                        </a:solidFill>
                      </a:endParaRPr>
                    </a:p>
                  </a:txBody>
                  <a:tcPr marT="45725" marB="45725" marR="91450" marL="91450"/>
                </a:tc>
              </a:tr>
              <a:tr h="779200">
                <a:tc>
                  <a:txBody>
                    <a:bodyPr/>
                    <a:lstStyle/>
                    <a:p>
                      <a:pPr indent="0" lvl="0" marL="0" marR="0" rtl="0" algn="l">
                        <a:lnSpc>
                          <a:spcPct val="100000"/>
                        </a:lnSpc>
                        <a:spcBef>
                          <a:spcPts val="0"/>
                        </a:spcBef>
                        <a:spcAft>
                          <a:spcPts val="0"/>
                        </a:spcAft>
                        <a:buClr>
                          <a:srgbClr val="565655"/>
                        </a:buClr>
                        <a:buSzPts val="1800"/>
                        <a:buFont typeface="Calibri"/>
                        <a:buNone/>
                      </a:pPr>
                      <a:r>
                        <a:rPr lang="fr-CA" sz="1800">
                          <a:solidFill>
                            <a:srgbClr val="565655"/>
                          </a:solidFill>
                        </a:rPr>
                        <a:t>Supports volumes up to 2 TB</a:t>
                      </a:r>
                      <a:endParaRPr/>
                    </a:p>
                  </a:txBody>
                  <a:tcPr marT="45725" marB="45725" marR="91450" marL="91450"/>
                </a:tc>
                <a:tc>
                  <a:txBody>
                    <a:bodyPr/>
                    <a:lstStyle/>
                    <a:p>
                      <a:pPr indent="0" lvl="0" marL="0" marR="0" rtl="0" algn="l">
                        <a:spcBef>
                          <a:spcPts val="0"/>
                        </a:spcBef>
                        <a:spcAft>
                          <a:spcPts val="0"/>
                        </a:spcAft>
                        <a:buNone/>
                      </a:pPr>
                      <a:r>
                        <a:rPr lang="fr-CA" sz="1800">
                          <a:solidFill>
                            <a:srgbClr val="565655"/>
                          </a:solidFill>
                        </a:rPr>
                        <a:t>Supports volumes up to 18 Exabytes</a:t>
                      </a:r>
                      <a:endParaRPr sz="1800">
                        <a:solidFill>
                          <a:srgbClr val="565655"/>
                        </a:solidFill>
                      </a:endParaRPr>
                    </a:p>
                  </a:txBody>
                  <a:tcPr marT="45725" marB="45725" marR="91450" marL="91450"/>
                </a:tc>
              </a:tr>
              <a:tr h="929575">
                <a:tc>
                  <a:txBody>
                    <a:bodyPr/>
                    <a:lstStyle/>
                    <a:p>
                      <a:pPr indent="0" lvl="0" marL="0" marR="0" rtl="0" algn="l">
                        <a:spcBef>
                          <a:spcPts val="0"/>
                        </a:spcBef>
                        <a:spcAft>
                          <a:spcPts val="0"/>
                        </a:spcAft>
                        <a:buNone/>
                      </a:pPr>
                      <a:r>
                        <a:rPr lang="fr-CA" sz="1800">
                          <a:solidFill>
                            <a:srgbClr val="565655"/>
                          </a:solidFill>
                        </a:rPr>
                        <a:t>Hidden (un-partitioned) sectors store data critical to platform operation.</a:t>
                      </a:r>
                      <a:endParaRPr sz="1800">
                        <a:solidFill>
                          <a:srgbClr val="565655"/>
                        </a:solidFill>
                      </a:endParaRPr>
                    </a:p>
                  </a:txBody>
                  <a:tcPr marT="45725" marB="45725" marR="91450" marL="91450"/>
                </a:tc>
                <a:tc>
                  <a:txBody>
                    <a:bodyPr/>
                    <a:lstStyle/>
                    <a:p>
                      <a:pPr indent="0" lvl="0" marL="0" marR="0" rtl="0" algn="l">
                        <a:spcBef>
                          <a:spcPts val="0"/>
                        </a:spcBef>
                        <a:spcAft>
                          <a:spcPts val="0"/>
                        </a:spcAft>
                        <a:buNone/>
                      </a:pPr>
                      <a:r>
                        <a:rPr lang="fr-CA" sz="1800">
                          <a:solidFill>
                            <a:srgbClr val="565655"/>
                          </a:solidFill>
                        </a:rPr>
                        <a:t>Partitions store data critical to platform operation.</a:t>
                      </a:r>
                      <a:endParaRPr sz="1800">
                        <a:solidFill>
                          <a:srgbClr val="565655"/>
                        </a:solidFill>
                      </a:endParaRPr>
                    </a:p>
                  </a:txBody>
                  <a:tcPr marT="45725" marB="45725" marR="91450" marL="91450"/>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5"/>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CMD Commands DISKPART</a:t>
            </a:r>
            <a:endParaRPr/>
          </a:p>
        </p:txBody>
      </p:sp>
      <p:pic>
        <p:nvPicPr>
          <p:cNvPr descr="diskpart - Wikipedia" id="621" name="Google Shape;621;p65"/>
          <p:cNvPicPr preferRelativeResize="0"/>
          <p:nvPr/>
        </p:nvPicPr>
        <p:blipFill rotWithShape="1">
          <a:blip r:embed="rId3">
            <a:alphaModFix/>
          </a:blip>
          <a:srcRect b="0" l="0" r="0" t="0"/>
          <a:stretch/>
        </p:blipFill>
        <p:spPr>
          <a:xfrm>
            <a:off x="1237161" y="1547132"/>
            <a:ext cx="9334500" cy="4895850"/>
          </a:xfrm>
          <a:prstGeom prst="rect">
            <a:avLst/>
          </a:prstGeom>
          <a:noFill/>
          <a:ln>
            <a:noFill/>
          </a:ln>
        </p:spPr>
      </p:pic>
      <p:sp>
        <p:nvSpPr>
          <p:cNvPr id="622" name="Google Shape;622;p65"/>
          <p:cNvSpPr/>
          <p:nvPr/>
        </p:nvSpPr>
        <p:spPr>
          <a:xfrm>
            <a:off x="2518016" y="2303417"/>
            <a:ext cx="1053737" cy="204652"/>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23" name="Google Shape;623;p65"/>
          <p:cNvSpPr/>
          <p:nvPr/>
        </p:nvSpPr>
        <p:spPr>
          <a:xfrm>
            <a:off x="1848295" y="3357633"/>
            <a:ext cx="1053737" cy="204652"/>
          </a:xfrm>
          <a:prstGeom prst="ellipse">
            <a:avLst/>
          </a:pr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6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MBR vs GPT</a:t>
            </a:r>
            <a:endParaRPr/>
          </a:p>
        </p:txBody>
      </p:sp>
      <p:pic>
        <p:nvPicPr>
          <p:cNvPr descr="Related image" id="629" name="Google Shape;629;p66"/>
          <p:cNvPicPr preferRelativeResize="0"/>
          <p:nvPr>
            <p:ph idx="1" type="body"/>
          </p:nvPr>
        </p:nvPicPr>
        <p:blipFill rotWithShape="1">
          <a:blip r:embed="rId3">
            <a:alphaModFix/>
          </a:blip>
          <a:srcRect b="0" l="0" r="0" t="0"/>
          <a:stretch/>
        </p:blipFill>
        <p:spPr>
          <a:xfrm>
            <a:off x="3583564" y="1437695"/>
            <a:ext cx="5024872" cy="5221723"/>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6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chemeClr val="lt1"/>
              </a:buClr>
              <a:buSzPts val="3600"/>
              <a:buFont typeface="Quattrocento Sans"/>
              <a:buNone/>
            </a:pPr>
            <a:r>
              <a:rPr lang="fr-CA"/>
              <a:t>Disk Types</a:t>
            </a:r>
            <a:endParaRPr/>
          </a:p>
        </p:txBody>
      </p:sp>
      <p:sp>
        <p:nvSpPr>
          <p:cNvPr id="635" name="Google Shape;635;p6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fontScale="92500" lnSpcReduction="10000"/>
          </a:bodyPr>
          <a:lstStyle/>
          <a:p>
            <a:pPr indent="0" lvl="0" marL="88900" rtl="0" algn="l">
              <a:lnSpc>
                <a:spcPct val="90000"/>
              </a:lnSpc>
              <a:spcBef>
                <a:spcPts val="660"/>
              </a:spcBef>
              <a:spcAft>
                <a:spcPts val="0"/>
              </a:spcAft>
              <a:buSzPct val="84942"/>
              <a:buNone/>
            </a:pPr>
            <a:r>
              <a:rPr b="1" lang="fr-CA" sz="2800">
                <a:solidFill>
                  <a:srgbClr val="3F3F3F"/>
                </a:solidFill>
              </a:rPr>
              <a:t>Dynamic Disk</a:t>
            </a:r>
            <a:endParaRPr b="1" sz="2400"/>
          </a:p>
          <a:p>
            <a:pPr indent="-368300" lvl="0" marL="457200" rtl="0" algn="l">
              <a:lnSpc>
                <a:spcPct val="90000"/>
              </a:lnSpc>
              <a:spcBef>
                <a:spcPts val="660"/>
              </a:spcBef>
              <a:spcAft>
                <a:spcPts val="0"/>
              </a:spcAft>
              <a:buClr>
                <a:srgbClr val="7F7F7F"/>
              </a:buClr>
              <a:buSzPct val="99099"/>
              <a:buChar char="•"/>
            </a:pPr>
            <a:r>
              <a:rPr lang="fr-CA" sz="2400"/>
              <a:t>Supported by Windows 2000 and later.</a:t>
            </a:r>
            <a:endParaRPr/>
          </a:p>
          <a:p>
            <a:pPr indent="-368300" lvl="0" marL="457200" rtl="0" algn="l">
              <a:lnSpc>
                <a:spcPct val="90000"/>
              </a:lnSpc>
              <a:spcBef>
                <a:spcPts val="660"/>
              </a:spcBef>
              <a:spcAft>
                <a:spcPts val="0"/>
              </a:spcAft>
              <a:buClr>
                <a:srgbClr val="7F7F7F"/>
              </a:buClr>
              <a:buSzPct val="99099"/>
              <a:buChar char="•"/>
            </a:pPr>
            <a:r>
              <a:rPr lang="fr-CA" sz="2400"/>
              <a:t>Does not use traditional partitioning.</a:t>
            </a:r>
            <a:endParaRPr/>
          </a:p>
          <a:p>
            <a:pPr indent="-368300" lvl="0" marL="457200" rtl="0" algn="l">
              <a:lnSpc>
                <a:spcPct val="90000"/>
              </a:lnSpc>
              <a:spcBef>
                <a:spcPts val="660"/>
              </a:spcBef>
              <a:spcAft>
                <a:spcPts val="0"/>
              </a:spcAft>
              <a:buClr>
                <a:srgbClr val="7F7F7F"/>
              </a:buClr>
              <a:buSzPct val="99099"/>
              <a:buChar char="•"/>
            </a:pPr>
            <a:r>
              <a:rPr lang="fr-CA" sz="2400"/>
              <a:t>Enables you to perform disk and volume management without the need to restart the computer. (Running Windows OSs).</a:t>
            </a:r>
            <a:endParaRPr/>
          </a:p>
          <a:p>
            <a:pPr indent="-368300" lvl="0" marL="457200" rtl="0" algn="l">
              <a:lnSpc>
                <a:spcPct val="90000"/>
              </a:lnSpc>
              <a:spcBef>
                <a:spcPts val="660"/>
              </a:spcBef>
              <a:spcAft>
                <a:spcPts val="0"/>
              </a:spcAft>
              <a:buClr>
                <a:srgbClr val="7F7F7F"/>
              </a:buClr>
              <a:buSzPct val="99099"/>
              <a:buChar char="•"/>
            </a:pPr>
            <a:r>
              <a:rPr lang="fr-CA" sz="2400"/>
              <a:t>Dynamic disks can combine two or more physical disks into one dynamic disk.</a:t>
            </a:r>
            <a:endParaRPr/>
          </a:p>
          <a:p>
            <a:pPr indent="-368300" lvl="0" marL="457200" rtl="0" algn="l">
              <a:lnSpc>
                <a:spcPct val="90000"/>
              </a:lnSpc>
              <a:spcBef>
                <a:spcPts val="660"/>
              </a:spcBef>
              <a:spcAft>
                <a:spcPts val="0"/>
              </a:spcAft>
              <a:buClr>
                <a:srgbClr val="7F7F7F"/>
              </a:buClr>
              <a:buSzPct val="99099"/>
              <a:buChar char="•"/>
            </a:pPr>
            <a:r>
              <a:rPr lang="fr-CA" sz="2400"/>
              <a:t>Dynamic disks divided into volumes. (not partitions).</a:t>
            </a:r>
            <a:endParaRPr sz="2400"/>
          </a:p>
          <a:p>
            <a:pPr indent="-228600" lvl="0" marL="457200" rtl="0" algn="l">
              <a:lnSpc>
                <a:spcPct val="90000"/>
              </a:lnSpc>
              <a:spcBef>
                <a:spcPts val="660"/>
              </a:spcBef>
              <a:spcAft>
                <a:spcPts val="0"/>
              </a:spcAft>
              <a:buClr>
                <a:srgbClr val="7F7F7F"/>
              </a:buClr>
              <a:buSzPct val="108108"/>
              <a:buNone/>
            </a:pPr>
            <a:r>
              <a:t/>
            </a:r>
            <a:endParaRPr/>
          </a:p>
        </p:txBody>
      </p:sp>
      <p:sp>
        <p:nvSpPr>
          <p:cNvPr id="636" name="Google Shape;636;p6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0" lvl="0" marL="88900" rtl="0" algn="l">
              <a:lnSpc>
                <a:spcPct val="90000"/>
              </a:lnSpc>
              <a:spcBef>
                <a:spcPts val="660"/>
              </a:spcBef>
              <a:spcAft>
                <a:spcPts val="0"/>
              </a:spcAft>
              <a:buSzPts val="2200"/>
              <a:buNone/>
            </a:pPr>
            <a:r>
              <a:rPr b="1" lang="fr-CA">
                <a:solidFill>
                  <a:srgbClr val="3F3F3F"/>
                </a:solidFill>
              </a:rPr>
              <a:t>Basic Disk</a:t>
            </a:r>
            <a:endParaRPr b="1" sz="2200"/>
          </a:p>
          <a:p>
            <a:pPr indent="-368300" lvl="0" marL="457200" rtl="0" algn="l">
              <a:lnSpc>
                <a:spcPct val="90000"/>
              </a:lnSpc>
              <a:spcBef>
                <a:spcPts val="660"/>
              </a:spcBef>
              <a:spcAft>
                <a:spcPts val="0"/>
              </a:spcAft>
              <a:buClr>
                <a:srgbClr val="7F7F7F"/>
              </a:buClr>
              <a:buSzPts val="2200"/>
              <a:buChar char="•"/>
            </a:pPr>
            <a:r>
              <a:rPr lang="fr-CA" sz="2200"/>
              <a:t>Compatible with older OS.</a:t>
            </a:r>
            <a:endParaRPr/>
          </a:p>
          <a:p>
            <a:pPr indent="-368300" lvl="0" marL="457200" rtl="0" algn="l">
              <a:lnSpc>
                <a:spcPct val="90000"/>
              </a:lnSpc>
              <a:spcBef>
                <a:spcPts val="660"/>
              </a:spcBef>
              <a:spcAft>
                <a:spcPts val="0"/>
              </a:spcAft>
              <a:buClr>
                <a:srgbClr val="7F7F7F"/>
              </a:buClr>
              <a:buSzPts val="2200"/>
              <a:buChar char="•"/>
            </a:pPr>
            <a:r>
              <a:rPr lang="fr-CA" sz="2200"/>
              <a:t>Consists of primary and extended partitions.</a:t>
            </a:r>
            <a:endParaRPr/>
          </a:p>
          <a:p>
            <a:pPr indent="-368300" lvl="0" marL="457200" rtl="0" algn="l">
              <a:lnSpc>
                <a:spcPct val="90000"/>
              </a:lnSpc>
              <a:spcBef>
                <a:spcPts val="660"/>
              </a:spcBef>
              <a:spcAft>
                <a:spcPts val="0"/>
              </a:spcAft>
              <a:buClr>
                <a:srgbClr val="7F7F7F"/>
              </a:buClr>
              <a:buSzPts val="2200"/>
              <a:buChar char="•"/>
            </a:pPr>
            <a:r>
              <a:rPr lang="fr-CA" sz="2200"/>
              <a:t>Supports up to 4 partitions (per single hard drive)</a:t>
            </a:r>
            <a:endParaRPr/>
          </a:p>
          <a:p>
            <a:pPr indent="-368300" lvl="0" marL="457200" rtl="0" algn="l">
              <a:lnSpc>
                <a:spcPct val="90000"/>
              </a:lnSpc>
              <a:spcBef>
                <a:spcPts val="660"/>
              </a:spcBef>
              <a:spcAft>
                <a:spcPts val="0"/>
              </a:spcAft>
              <a:buClr>
                <a:srgbClr val="7F7F7F"/>
              </a:buClr>
              <a:buSzPts val="2200"/>
              <a:buChar char="•"/>
            </a:pPr>
            <a:r>
              <a:rPr lang="fr-CA" sz="2200"/>
              <a:t>Basic disks also can be configured for any of 3 RAID levels:</a:t>
            </a:r>
            <a:endParaRPr/>
          </a:p>
          <a:p>
            <a:pPr indent="-342900" lvl="1" marL="914400" rtl="0" algn="l">
              <a:lnSpc>
                <a:spcPct val="90000"/>
              </a:lnSpc>
              <a:spcBef>
                <a:spcPts val="540"/>
              </a:spcBef>
              <a:spcAft>
                <a:spcPts val="0"/>
              </a:spcAft>
              <a:buSzPts val="1800"/>
              <a:buChar char="•"/>
            </a:pPr>
            <a:r>
              <a:rPr lang="fr-CA" sz="1800"/>
              <a:t>Disk striping (RAID 0)</a:t>
            </a:r>
            <a:endParaRPr/>
          </a:p>
          <a:p>
            <a:pPr indent="-342900" lvl="1" marL="914400" rtl="0" algn="l">
              <a:lnSpc>
                <a:spcPct val="90000"/>
              </a:lnSpc>
              <a:spcBef>
                <a:spcPts val="540"/>
              </a:spcBef>
              <a:spcAft>
                <a:spcPts val="0"/>
              </a:spcAft>
              <a:buSzPts val="1800"/>
              <a:buChar char="•"/>
            </a:pPr>
            <a:r>
              <a:rPr lang="fr-CA" sz="1800"/>
              <a:t>Disk mirroring (RAID 1)</a:t>
            </a:r>
            <a:endParaRPr/>
          </a:p>
          <a:p>
            <a:pPr indent="-342900" lvl="1" marL="914400" rtl="0" algn="l">
              <a:lnSpc>
                <a:spcPct val="90000"/>
              </a:lnSpc>
              <a:spcBef>
                <a:spcPts val="540"/>
              </a:spcBef>
              <a:spcAft>
                <a:spcPts val="0"/>
              </a:spcAft>
              <a:buSzPts val="1800"/>
              <a:buChar char="•"/>
            </a:pPr>
            <a:r>
              <a:rPr lang="fr-CA" sz="1800"/>
              <a:t>Disk striping with parity (RAID 5)</a:t>
            </a:r>
            <a:endParaRPr/>
          </a:p>
          <a:p>
            <a:pPr indent="-228600" lvl="0" marL="457200" rtl="0" algn="l">
              <a:lnSpc>
                <a:spcPct val="90000"/>
              </a:lnSpc>
              <a:spcBef>
                <a:spcPts val="660"/>
              </a:spcBef>
              <a:spcAft>
                <a:spcPts val="0"/>
              </a:spcAft>
              <a:buClr>
                <a:srgbClr val="7F7F7F"/>
              </a:buClr>
              <a:buSzPts val="22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Partitions\ with MBR &amp; GPT</a:t>
            </a:r>
            <a:endParaRPr/>
          </a:p>
        </p:txBody>
      </p:sp>
      <p:sp>
        <p:nvSpPr>
          <p:cNvPr id="642" name="Google Shape;642;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
        <p:nvSpPr>
          <p:cNvPr id="643" name="Google Shape;643;p68"/>
          <p:cNvSpPr txBox="1"/>
          <p:nvPr/>
        </p:nvSpPr>
        <p:spPr>
          <a:xfrm>
            <a:off x="838200" y="1616149"/>
            <a:ext cx="10515600" cy="2050088"/>
          </a:xfrm>
          <a:prstGeom prst="rect">
            <a:avLst/>
          </a:prstGeom>
          <a:noFill/>
          <a:ln>
            <a:noFill/>
          </a:ln>
        </p:spPr>
        <p:txBody>
          <a:bodyPr anchorCtr="0" anchor="t" bIns="45700" lIns="91425" spcFirstLastPara="1" rIns="91425" wrap="square" tIns="45700">
            <a:normAutofit fontScale="77500" lnSpcReduction="20000"/>
          </a:bodyPr>
          <a:lstStyle/>
          <a:p>
            <a:pPr indent="-80962" lvl="0" marL="228600" marR="0" rtl="0" algn="l">
              <a:lnSpc>
                <a:spcPct val="90000"/>
              </a:lnSpc>
              <a:spcBef>
                <a:spcPts val="0"/>
              </a:spcBef>
              <a:spcAft>
                <a:spcPts val="0"/>
              </a:spcAft>
              <a:buClr>
                <a:srgbClr val="7F7F7F"/>
              </a:buClr>
              <a:buSzPct val="100000"/>
              <a:buFont typeface="Arial"/>
              <a:buNone/>
            </a:pPr>
            <a:r>
              <a:t/>
            </a:r>
            <a:endParaRPr sz="3000">
              <a:solidFill>
                <a:srgbClr val="7F7F7F"/>
              </a:solidFill>
              <a:latin typeface="Calibri"/>
              <a:ea typeface="Calibri"/>
              <a:cs typeface="Calibri"/>
              <a:sym typeface="Calibri"/>
            </a:endParaRPr>
          </a:p>
          <a:p>
            <a:pPr indent="-80962" lvl="0" marL="228600" marR="0" rtl="0" algn="l">
              <a:lnSpc>
                <a:spcPct val="90000"/>
              </a:lnSpc>
              <a:spcBef>
                <a:spcPts val="698"/>
              </a:spcBef>
              <a:spcAft>
                <a:spcPts val="0"/>
              </a:spcAft>
              <a:buClr>
                <a:srgbClr val="7F7F7F"/>
              </a:buClr>
              <a:buSzPct val="100000"/>
              <a:buFont typeface="Arial"/>
              <a:buNone/>
            </a:pPr>
            <a:r>
              <a:t/>
            </a:r>
            <a:endParaRPr sz="3000">
              <a:solidFill>
                <a:srgbClr val="7F7F7F"/>
              </a:solidFill>
              <a:latin typeface="Calibri"/>
              <a:ea typeface="Calibri"/>
              <a:cs typeface="Calibri"/>
              <a:sym typeface="Calibri"/>
            </a:endParaRPr>
          </a:p>
          <a:p>
            <a:pPr indent="-80962" lvl="0" marL="228600" marR="0" rtl="0" algn="l">
              <a:lnSpc>
                <a:spcPct val="90000"/>
              </a:lnSpc>
              <a:spcBef>
                <a:spcPts val="698"/>
              </a:spcBef>
              <a:spcAft>
                <a:spcPts val="0"/>
              </a:spcAft>
              <a:buClr>
                <a:srgbClr val="7F7F7F"/>
              </a:buClr>
              <a:buSzPct val="100000"/>
              <a:buFont typeface="Arial"/>
              <a:buNone/>
            </a:pPr>
            <a:r>
              <a:t/>
            </a:r>
            <a:endParaRPr sz="3000">
              <a:solidFill>
                <a:srgbClr val="7F7F7F"/>
              </a:solidFill>
              <a:latin typeface="Calibri"/>
              <a:ea typeface="Calibri"/>
              <a:cs typeface="Calibri"/>
              <a:sym typeface="Calibri"/>
            </a:endParaRPr>
          </a:p>
          <a:p>
            <a:pPr indent="-80962" lvl="0" marL="228600" marR="0" rtl="0" algn="l">
              <a:lnSpc>
                <a:spcPct val="90000"/>
              </a:lnSpc>
              <a:spcBef>
                <a:spcPts val="698"/>
              </a:spcBef>
              <a:spcAft>
                <a:spcPts val="0"/>
              </a:spcAft>
              <a:buClr>
                <a:srgbClr val="7F7F7F"/>
              </a:buClr>
              <a:buSzPct val="100000"/>
              <a:buFont typeface="Arial"/>
              <a:buNone/>
            </a:pPr>
            <a:r>
              <a:t/>
            </a:r>
            <a:endParaRPr sz="3000">
              <a:solidFill>
                <a:srgbClr val="7F7F7F"/>
              </a:solidFill>
              <a:latin typeface="Calibri"/>
              <a:ea typeface="Calibri"/>
              <a:cs typeface="Calibri"/>
              <a:sym typeface="Calibri"/>
            </a:endParaRPr>
          </a:p>
          <a:p>
            <a:pPr indent="-80962" lvl="0" marL="228600" marR="0" rtl="0" algn="l">
              <a:lnSpc>
                <a:spcPct val="90000"/>
              </a:lnSpc>
              <a:spcBef>
                <a:spcPts val="698"/>
              </a:spcBef>
              <a:spcAft>
                <a:spcPts val="0"/>
              </a:spcAft>
              <a:buClr>
                <a:srgbClr val="7F7F7F"/>
              </a:buClr>
              <a:buSzPct val="100000"/>
              <a:buFont typeface="Arial"/>
              <a:buNone/>
            </a:pPr>
            <a:r>
              <a:t/>
            </a:r>
            <a:endParaRPr sz="3000">
              <a:solidFill>
                <a:srgbClr val="7F7F7F"/>
              </a:solidFill>
              <a:latin typeface="Calibri"/>
              <a:ea typeface="Calibri"/>
              <a:cs typeface="Calibri"/>
              <a:sym typeface="Calibri"/>
            </a:endParaRPr>
          </a:p>
          <a:p>
            <a:pPr indent="0" lvl="0" marL="0" marR="0" rtl="0" algn="ctr">
              <a:lnSpc>
                <a:spcPct val="90000"/>
              </a:lnSpc>
              <a:spcBef>
                <a:spcPts val="535"/>
              </a:spcBef>
              <a:spcAft>
                <a:spcPts val="0"/>
              </a:spcAft>
              <a:buClr>
                <a:srgbClr val="7F7F7F"/>
              </a:buClr>
              <a:buSzPct val="100000"/>
              <a:buFont typeface="Arial"/>
              <a:buNone/>
            </a:pPr>
            <a:r>
              <a:rPr lang="fr-CA" sz="2300">
                <a:solidFill>
                  <a:srgbClr val="7F7F7F"/>
                </a:solidFill>
                <a:latin typeface="Calibri"/>
                <a:ea typeface="Calibri"/>
                <a:cs typeface="Calibri"/>
                <a:sym typeface="Calibri"/>
              </a:rPr>
              <a:t>Primary and extended partitions on a basic disk using MBR</a:t>
            </a:r>
            <a:endParaRPr/>
          </a:p>
        </p:txBody>
      </p:sp>
      <p:pic>
        <p:nvPicPr>
          <p:cNvPr descr="fg03-03" id="644" name="Google Shape;644;p68"/>
          <p:cNvPicPr preferRelativeResize="0"/>
          <p:nvPr/>
        </p:nvPicPr>
        <p:blipFill rotWithShape="1">
          <a:blip r:embed="rId3">
            <a:alphaModFix/>
          </a:blip>
          <a:srcRect b="0" l="0" r="0" t="0"/>
          <a:stretch/>
        </p:blipFill>
        <p:spPr>
          <a:xfrm>
            <a:off x="2209800" y="2156715"/>
            <a:ext cx="7772400" cy="1033463"/>
          </a:xfrm>
          <a:prstGeom prst="rect">
            <a:avLst/>
          </a:prstGeom>
          <a:noFill/>
          <a:ln>
            <a:noFill/>
          </a:ln>
        </p:spPr>
      </p:pic>
      <p:sp>
        <p:nvSpPr>
          <p:cNvPr id="645" name="Google Shape;645;p68"/>
          <p:cNvSpPr txBox="1"/>
          <p:nvPr/>
        </p:nvSpPr>
        <p:spPr>
          <a:xfrm>
            <a:off x="838200" y="3194341"/>
            <a:ext cx="10515600" cy="3162011"/>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rgbClr val="7F7F7F"/>
              </a:buClr>
              <a:buSzPts val="1800"/>
              <a:buFont typeface="Arial"/>
              <a:buNone/>
            </a:pPr>
            <a:r>
              <a:rPr lang="fr-CA" sz="1800">
                <a:solidFill>
                  <a:srgbClr val="7F7F7F"/>
                </a:solidFill>
                <a:latin typeface="Calibri"/>
                <a:ea typeface="Calibri"/>
                <a:cs typeface="Calibri"/>
                <a:sym typeface="Calibri"/>
              </a:rPr>
              <a:t>Primary partitions on a basic disk using GPT </a:t>
            </a:r>
            <a:endParaRPr/>
          </a:p>
          <a:p>
            <a:pPr indent="-38100" lvl="0" marL="228600" marR="0" rtl="0" algn="l">
              <a:lnSpc>
                <a:spcPct val="90000"/>
              </a:lnSpc>
              <a:spcBef>
                <a:spcPts val="900"/>
              </a:spcBef>
              <a:spcAft>
                <a:spcPts val="0"/>
              </a:spcAft>
              <a:buClr>
                <a:srgbClr val="7F7F7F"/>
              </a:buClr>
              <a:buSzPts val="3000"/>
              <a:buFont typeface="Arial"/>
              <a:buNone/>
            </a:pPr>
            <a:r>
              <a:t/>
            </a:r>
            <a:endParaRPr sz="3000">
              <a:solidFill>
                <a:srgbClr val="7F7F7F"/>
              </a:solidFill>
              <a:latin typeface="Calibri"/>
              <a:ea typeface="Calibri"/>
              <a:cs typeface="Calibri"/>
              <a:sym typeface="Calibri"/>
            </a:endParaRPr>
          </a:p>
        </p:txBody>
      </p:sp>
      <p:pic>
        <p:nvPicPr>
          <p:cNvPr descr="fg03-04" id="646" name="Google Shape;646;p68"/>
          <p:cNvPicPr preferRelativeResize="0"/>
          <p:nvPr/>
        </p:nvPicPr>
        <p:blipFill rotWithShape="1">
          <a:blip r:embed="rId4">
            <a:alphaModFix/>
          </a:blip>
          <a:srcRect b="0" l="0" r="0" t="0"/>
          <a:stretch/>
        </p:blipFill>
        <p:spPr>
          <a:xfrm>
            <a:off x="2209800" y="4272255"/>
            <a:ext cx="7772400" cy="105092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6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Primary vs. Extended Partitions</a:t>
            </a:r>
            <a:endParaRPr/>
          </a:p>
        </p:txBody>
      </p:sp>
      <p:graphicFrame>
        <p:nvGraphicFramePr>
          <p:cNvPr id="652" name="Google Shape;652;p69"/>
          <p:cNvGraphicFramePr/>
          <p:nvPr/>
        </p:nvGraphicFramePr>
        <p:xfrm>
          <a:off x="838200" y="1825625"/>
          <a:ext cx="3000000" cy="3000000"/>
        </p:xfrm>
        <a:graphic>
          <a:graphicData uri="http://schemas.openxmlformats.org/drawingml/2006/table">
            <a:tbl>
              <a:tblPr bandRow="1" firstRow="1">
                <a:noFill/>
                <a:tableStyleId>{5DDB29CF-C3C9-4DCD-835C-3059F27351EE}</a:tableStyleId>
              </a:tblPr>
              <a:tblGrid>
                <a:gridCol w="5257800"/>
                <a:gridCol w="5257800"/>
              </a:tblGrid>
              <a:tr h="370850">
                <a:tc>
                  <a:txBody>
                    <a:bodyPr/>
                    <a:lstStyle/>
                    <a:p>
                      <a:pPr indent="0" lvl="0" marL="0" marR="0" rtl="0" algn="l">
                        <a:spcBef>
                          <a:spcPts val="0"/>
                        </a:spcBef>
                        <a:spcAft>
                          <a:spcPts val="0"/>
                        </a:spcAft>
                        <a:buNone/>
                      </a:pPr>
                      <a:r>
                        <a:rPr lang="fr-CA" sz="1800"/>
                        <a:t>Extended</a:t>
                      </a:r>
                      <a:endParaRPr/>
                    </a:p>
                  </a:txBody>
                  <a:tcPr marT="45725" marB="45725" marR="91450" marL="91450"/>
                </a:tc>
                <a:tc>
                  <a:txBody>
                    <a:bodyPr/>
                    <a:lstStyle/>
                    <a:p>
                      <a:pPr indent="0" lvl="0" marL="0" marR="0" rtl="0" algn="l">
                        <a:spcBef>
                          <a:spcPts val="0"/>
                        </a:spcBef>
                        <a:spcAft>
                          <a:spcPts val="0"/>
                        </a:spcAft>
                        <a:buNone/>
                      </a:pPr>
                      <a:r>
                        <a:rPr lang="fr-CA" sz="1800"/>
                        <a:t>Primary</a:t>
                      </a:r>
                      <a:endParaRPr/>
                    </a:p>
                  </a:txBody>
                  <a:tcPr marT="45725" marB="45725" marR="91450" marL="91450"/>
                </a:tc>
              </a:tr>
              <a:tr h="370850">
                <a:tc>
                  <a:txBody>
                    <a:bodyPr/>
                    <a:lstStyle/>
                    <a:p>
                      <a:pPr indent="0" lvl="0" marL="0" marR="0" rtl="0" algn="l">
                        <a:spcBef>
                          <a:spcPts val="0"/>
                        </a:spcBef>
                        <a:spcAft>
                          <a:spcPts val="0"/>
                        </a:spcAft>
                        <a:buNone/>
                      </a:pPr>
                      <a:r>
                        <a:rPr lang="fr-CA" sz="1800"/>
                        <a:t>Extended partitions cannot host an operating system.</a:t>
                      </a:r>
                      <a:endParaRPr sz="1800"/>
                    </a:p>
                  </a:txBody>
                  <a:tcPr marT="45725" marB="45725" marR="91450" marL="91450"/>
                </a:tc>
                <a:tc>
                  <a:txBody>
                    <a:bodyPr/>
                    <a:lstStyle/>
                    <a:p>
                      <a:pPr indent="0" lvl="0" marL="0" marR="0" rtl="0" algn="l">
                        <a:spcBef>
                          <a:spcPts val="0"/>
                        </a:spcBef>
                        <a:spcAft>
                          <a:spcPts val="0"/>
                        </a:spcAft>
                        <a:buNone/>
                      </a:pPr>
                      <a:r>
                        <a:rPr lang="fr-CA" sz="1800"/>
                        <a:t>Primary partitions look like a physically separate disk.  Can host an operating system.</a:t>
                      </a:r>
                      <a:endParaRPr sz="1800"/>
                    </a:p>
                  </a:txBody>
                  <a:tcPr marT="45725" marB="45725" marR="91450" marL="91450"/>
                </a:tc>
              </a:tr>
              <a:tr h="370850">
                <a:tc>
                  <a:txBody>
                    <a:bodyPr/>
                    <a:lstStyle/>
                    <a:p>
                      <a:pPr indent="0" lvl="0" marL="0" marR="0" rtl="0" algn="l">
                        <a:spcBef>
                          <a:spcPts val="0"/>
                        </a:spcBef>
                        <a:spcAft>
                          <a:spcPts val="0"/>
                        </a:spcAft>
                        <a:buNone/>
                      </a:pPr>
                      <a:r>
                        <a:rPr lang="fr-CA" sz="1800"/>
                        <a:t>Extended partitions cannot be marked as an active partition.</a:t>
                      </a:r>
                      <a:endParaRPr sz="1800"/>
                    </a:p>
                  </a:txBody>
                  <a:tcPr marT="45725" marB="45725" marR="91450" marL="91450"/>
                </a:tc>
                <a:tc>
                  <a:txBody>
                    <a:bodyPr/>
                    <a:lstStyle/>
                    <a:p>
                      <a:pPr indent="0" lvl="0" marL="0" marR="0" rtl="0" algn="l">
                        <a:spcBef>
                          <a:spcPts val="0"/>
                        </a:spcBef>
                        <a:spcAft>
                          <a:spcPts val="0"/>
                        </a:spcAft>
                        <a:buNone/>
                      </a:pPr>
                      <a:r>
                        <a:rPr lang="fr-CA" sz="1800"/>
                        <a:t>Can be marked as an active partition (bootable).</a:t>
                      </a:r>
                      <a:endParaRPr sz="1800"/>
                    </a:p>
                  </a:txBody>
                  <a:tcPr marT="45725" marB="45725" marR="91450" marL="91450"/>
                </a:tc>
              </a:tr>
              <a:tr h="370850">
                <a:tc>
                  <a:txBody>
                    <a:bodyPr/>
                    <a:lstStyle/>
                    <a:p>
                      <a:pPr indent="0" lvl="0" marL="0" marR="0" rtl="0" algn="l">
                        <a:spcBef>
                          <a:spcPts val="0"/>
                        </a:spcBef>
                        <a:spcAft>
                          <a:spcPts val="0"/>
                        </a:spcAft>
                        <a:buNone/>
                      </a:pPr>
                      <a:r>
                        <a:rPr lang="fr-CA" sz="1800"/>
                        <a:t>A basic disk using MBR can contain only 1 extended partition, but unlimited logical drives.</a:t>
                      </a:r>
                      <a:endParaRPr sz="1800"/>
                    </a:p>
                  </a:txBody>
                  <a:tcPr marT="45725" marB="45725" marR="91450" marL="91450"/>
                </a:tc>
                <a:tc>
                  <a:txBody>
                    <a:bodyPr/>
                    <a:lstStyle/>
                    <a:p>
                      <a:pPr indent="0" lvl="0" marL="0" marR="0" rtl="0" algn="l">
                        <a:spcBef>
                          <a:spcPts val="0"/>
                        </a:spcBef>
                        <a:spcAft>
                          <a:spcPts val="0"/>
                        </a:spcAft>
                        <a:buNone/>
                      </a:pPr>
                      <a:r>
                        <a:rPr lang="fr-CA" sz="1800"/>
                        <a:t>On a basic disk using MBR, you can create up to 4 primary partitions or 3 primary partitions and 1 extended partition.</a:t>
                      </a:r>
                      <a:endParaRPr sz="1800"/>
                    </a:p>
                  </a:txBody>
                  <a:tcPr marT="45725" marB="45725" marR="91450" marL="91450"/>
                </a:tc>
              </a:tr>
              <a:tr h="370850">
                <a:tc>
                  <a:txBody>
                    <a:bodyPr/>
                    <a:lstStyle/>
                    <a:p>
                      <a:pPr indent="0" lvl="0" marL="0" marR="0" rtl="0" algn="l">
                        <a:spcBef>
                          <a:spcPts val="0"/>
                        </a:spcBef>
                        <a:spcAft>
                          <a:spcPts val="0"/>
                        </a:spcAft>
                        <a:buNone/>
                      </a:pPr>
                      <a:r>
                        <a:rPr lang="fr-CA" sz="1800"/>
                        <a:t>You do not format the extended partition itself, but the logical drives it contains. You assign a unique drive letter to each logical drive.</a:t>
                      </a:r>
                      <a:endParaRPr sz="1800"/>
                    </a:p>
                  </a:txBody>
                  <a:tcPr marT="45725" marB="45725" marR="91450" marL="91450"/>
                </a:tc>
                <a:tc>
                  <a:txBody>
                    <a:bodyPr/>
                    <a:lstStyle/>
                    <a:p>
                      <a:pPr indent="0" lvl="0" marL="0" marR="0" rtl="0" algn="l">
                        <a:spcBef>
                          <a:spcPts val="0"/>
                        </a:spcBef>
                        <a:spcAft>
                          <a:spcPts val="0"/>
                        </a:spcAft>
                        <a:buNone/>
                      </a:pPr>
                      <a:r>
                        <a:rPr lang="fr-CA" sz="1800"/>
                        <a:t>You format each primary partition and assign a unique drive letter.</a:t>
                      </a:r>
                      <a:endParaRPr sz="1800"/>
                    </a:p>
                  </a:txBody>
                  <a:tcPr marT="45725" marB="45725" marR="91450" marL="91450"/>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0"/>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Volume Types</a:t>
            </a:r>
            <a:endParaRPr/>
          </a:p>
        </p:txBody>
      </p:sp>
      <p:sp>
        <p:nvSpPr>
          <p:cNvPr id="658" name="Google Shape;658;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Simple volume</a:t>
            </a:r>
            <a:endParaRPr/>
          </a:p>
          <a:p>
            <a:pPr indent="-228600" lvl="0" marL="228600" rtl="0" algn="l">
              <a:lnSpc>
                <a:spcPct val="90000"/>
              </a:lnSpc>
              <a:spcBef>
                <a:spcPts val="1000"/>
              </a:spcBef>
              <a:spcAft>
                <a:spcPts val="0"/>
              </a:spcAft>
              <a:buClr>
                <a:srgbClr val="7F7F7F"/>
              </a:buClr>
              <a:buSzPts val="3000"/>
              <a:buChar char="•"/>
            </a:pPr>
            <a:r>
              <a:rPr lang="fr-CA"/>
              <a:t>Spanned volume</a:t>
            </a:r>
            <a:endParaRPr/>
          </a:p>
          <a:p>
            <a:pPr indent="-228600" lvl="0" marL="228600" rtl="0" algn="l">
              <a:lnSpc>
                <a:spcPct val="90000"/>
              </a:lnSpc>
              <a:spcBef>
                <a:spcPts val="1000"/>
              </a:spcBef>
              <a:spcAft>
                <a:spcPts val="0"/>
              </a:spcAft>
              <a:buClr>
                <a:srgbClr val="7F7F7F"/>
              </a:buClr>
              <a:buSzPts val="3000"/>
              <a:buChar char="•"/>
            </a:pPr>
            <a:r>
              <a:rPr lang="fr-CA"/>
              <a:t>Striped volume</a:t>
            </a:r>
            <a:endParaRPr/>
          </a:p>
          <a:p>
            <a:pPr indent="-228600" lvl="0" marL="228600" rtl="0" algn="l">
              <a:lnSpc>
                <a:spcPct val="90000"/>
              </a:lnSpc>
              <a:spcBef>
                <a:spcPts val="1000"/>
              </a:spcBef>
              <a:spcAft>
                <a:spcPts val="0"/>
              </a:spcAft>
              <a:buClr>
                <a:srgbClr val="7F7F7F"/>
              </a:buClr>
              <a:buSzPts val="3000"/>
              <a:buChar char="•"/>
            </a:pPr>
            <a:r>
              <a:rPr lang="fr-CA"/>
              <a:t>Mirrored volume</a:t>
            </a:r>
            <a:endParaRPr/>
          </a:p>
          <a:p>
            <a:pPr indent="-228600" lvl="0" marL="228600" rtl="0" algn="l">
              <a:lnSpc>
                <a:spcPct val="90000"/>
              </a:lnSpc>
              <a:spcBef>
                <a:spcPts val="1000"/>
              </a:spcBef>
              <a:spcAft>
                <a:spcPts val="0"/>
              </a:spcAft>
              <a:buClr>
                <a:srgbClr val="7F7F7F"/>
              </a:buClr>
              <a:buSzPts val="3000"/>
              <a:buChar char="•"/>
            </a:pPr>
            <a:r>
              <a:rPr lang="fr-CA"/>
              <a:t>RAID-5 volume</a:t>
            </a:r>
            <a:endParaRPr/>
          </a:p>
        </p:txBody>
      </p:sp>
      <p:sp>
        <p:nvSpPr>
          <p:cNvPr id="659" name="Google Shape;659;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71"/>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Simple Volume</a:t>
            </a:r>
            <a:endParaRPr/>
          </a:p>
        </p:txBody>
      </p:sp>
      <p:sp>
        <p:nvSpPr>
          <p:cNvPr id="666" name="Google Shape;666;p7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A portion of a disk or an entire disk that is set up as a dynamic disk.</a:t>
            </a:r>
            <a:endParaRPr/>
          </a:p>
          <a:p>
            <a:pPr indent="-38100" lvl="0" marL="228600" rtl="0" algn="l">
              <a:lnSpc>
                <a:spcPct val="90000"/>
              </a:lnSpc>
              <a:spcBef>
                <a:spcPts val="1000"/>
              </a:spcBef>
              <a:spcAft>
                <a:spcPts val="0"/>
              </a:spcAft>
              <a:buClr>
                <a:srgbClr val="7F7F7F"/>
              </a:buClr>
              <a:buSzPts val="3000"/>
              <a:buNone/>
            </a:pPr>
            <a:r>
              <a:t/>
            </a:r>
            <a:endParaRPr/>
          </a:p>
          <a:p>
            <a:pPr indent="-228600" lvl="0" marL="228600" rtl="0" algn="l">
              <a:lnSpc>
                <a:spcPct val="90000"/>
              </a:lnSpc>
              <a:spcBef>
                <a:spcPts val="1000"/>
              </a:spcBef>
              <a:spcAft>
                <a:spcPts val="0"/>
              </a:spcAft>
              <a:buClr>
                <a:srgbClr val="7F7F7F"/>
              </a:buClr>
              <a:buSzPts val="3000"/>
              <a:buChar char="•"/>
            </a:pPr>
            <a:r>
              <a:rPr lang="fr-CA"/>
              <a:t>Can be extended onto multiple sections of the same disk.</a:t>
            </a:r>
            <a:endParaRPr/>
          </a:p>
          <a:p>
            <a:pPr indent="-38100" lvl="0" marL="228600" rtl="0" algn="l">
              <a:lnSpc>
                <a:spcPct val="90000"/>
              </a:lnSpc>
              <a:spcBef>
                <a:spcPts val="1000"/>
              </a:spcBef>
              <a:spcAft>
                <a:spcPts val="0"/>
              </a:spcAft>
              <a:buClr>
                <a:srgbClr val="7F7F7F"/>
              </a:buClr>
              <a:buSzPts val="3000"/>
              <a:buNone/>
            </a:pPr>
            <a:r>
              <a:t/>
            </a:r>
            <a:endParaRPr/>
          </a:p>
          <a:p>
            <a:pPr indent="-228600" lvl="0" marL="228600" rtl="0" algn="l">
              <a:lnSpc>
                <a:spcPct val="90000"/>
              </a:lnSpc>
              <a:spcBef>
                <a:spcPts val="1000"/>
              </a:spcBef>
              <a:spcAft>
                <a:spcPts val="0"/>
              </a:spcAft>
              <a:buClr>
                <a:srgbClr val="7F7F7F"/>
              </a:buClr>
              <a:buSzPts val="3000"/>
              <a:buChar char="•"/>
            </a:pPr>
            <a:r>
              <a:rPr lang="fr-CA"/>
              <a:t>Can be extended to multiple disks to be a part of a spanned or striped volume.</a:t>
            </a:r>
            <a:endParaRPr/>
          </a:p>
        </p:txBody>
      </p:sp>
      <p:sp>
        <p:nvSpPr>
          <p:cNvPr id="667" name="Google Shape;667;p7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p72"/>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Spanned Volume</a:t>
            </a:r>
            <a:endParaRPr/>
          </a:p>
        </p:txBody>
      </p:sp>
      <p:sp>
        <p:nvSpPr>
          <p:cNvPr id="674" name="Google Shape;674;p72"/>
          <p:cNvSpPr txBox="1"/>
          <p:nvPr>
            <p:ph idx="1" type="body"/>
          </p:nvPr>
        </p:nvSpPr>
        <p:spPr>
          <a:xfrm>
            <a:off x="838200" y="1825625"/>
            <a:ext cx="11183224"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2800"/>
              <a:buChar char="•"/>
            </a:pPr>
            <a:r>
              <a:rPr lang="fr-CA" sz="2800"/>
              <a:t>Combines space from multiple dynamic disks to a singe large volume.</a:t>
            </a:r>
            <a:endParaRPr/>
          </a:p>
          <a:p>
            <a:pPr indent="-228600" lvl="0" marL="228600" rtl="0" algn="l">
              <a:lnSpc>
                <a:spcPct val="90000"/>
              </a:lnSpc>
              <a:spcBef>
                <a:spcPts val="1000"/>
              </a:spcBef>
              <a:spcAft>
                <a:spcPts val="0"/>
              </a:spcAft>
              <a:buClr>
                <a:srgbClr val="7F7F7F"/>
              </a:buClr>
              <a:buSzPts val="2800"/>
              <a:buChar char="•"/>
            </a:pPr>
            <a:r>
              <a:rPr lang="fr-CA" sz="2800"/>
              <a:t>As new disks are added, the spanned volume can be extended to include new disks.</a:t>
            </a:r>
            <a:endParaRPr/>
          </a:p>
          <a:p>
            <a:pPr indent="-228600" lvl="0" marL="228600" rtl="0" algn="l">
              <a:lnSpc>
                <a:spcPct val="90000"/>
              </a:lnSpc>
              <a:spcBef>
                <a:spcPts val="1000"/>
              </a:spcBef>
              <a:spcAft>
                <a:spcPts val="0"/>
              </a:spcAft>
              <a:buClr>
                <a:srgbClr val="7F7F7F"/>
              </a:buClr>
              <a:buSzPts val="2800"/>
              <a:buChar char="•"/>
            </a:pPr>
            <a:r>
              <a:rPr lang="fr-CA" sz="2800"/>
              <a:t>One disk is filled before moving onto the space of another disk.</a:t>
            </a:r>
            <a:endParaRPr/>
          </a:p>
          <a:p>
            <a:pPr indent="-228600" lvl="0" marL="228600" rtl="0" algn="l">
              <a:lnSpc>
                <a:spcPct val="90000"/>
              </a:lnSpc>
              <a:spcBef>
                <a:spcPts val="1000"/>
              </a:spcBef>
              <a:spcAft>
                <a:spcPts val="0"/>
              </a:spcAft>
              <a:buClr>
                <a:srgbClr val="7F7F7F"/>
              </a:buClr>
              <a:buSzPts val="2800"/>
              <a:buChar char="•"/>
            </a:pPr>
            <a:r>
              <a:rPr lang="fr-CA" sz="2800"/>
              <a:t>It does not increase performance.</a:t>
            </a:r>
            <a:endParaRPr/>
          </a:p>
          <a:p>
            <a:pPr indent="-228600" lvl="0" marL="228600" rtl="0" algn="l">
              <a:lnSpc>
                <a:spcPct val="90000"/>
              </a:lnSpc>
              <a:spcBef>
                <a:spcPts val="1000"/>
              </a:spcBef>
              <a:spcAft>
                <a:spcPts val="0"/>
              </a:spcAft>
              <a:buClr>
                <a:srgbClr val="7F7F7F"/>
              </a:buClr>
              <a:buSzPts val="2800"/>
              <a:buChar char="•"/>
            </a:pPr>
            <a:r>
              <a:rPr lang="fr-CA" sz="2800"/>
              <a:t>It does not provide fault tolerance.</a:t>
            </a:r>
            <a:endParaRPr/>
          </a:p>
          <a:p>
            <a:pPr indent="-50800" lvl="0" marL="228600" rtl="0" algn="l">
              <a:lnSpc>
                <a:spcPct val="90000"/>
              </a:lnSpc>
              <a:spcBef>
                <a:spcPts val="1000"/>
              </a:spcBef>
              <a:spcAft>
                <a:spcPts val="0"/>
              </a:spcAft>
              <a:buClr>
                <a:srgbClr val="7F7F7F"/>
              </a:buClr>
              <a:buSzPts val="2800"/>
              <a:buNone/>
            </a:pPr>
            <a:r>
              <a:t/>
            </a:r>
            <a:endParaRPr sz="2800"/>
          </a:p>
        </p:txBody>
      </p:sp>
      <p:sp>
        <p:nvSpPr>
          <p:cNvPr id="675" name="Google Shape;675;p7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73"/>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Striped Volume (RAID0)</a:t>
            </a:r>
            <a:endParaRPr/>
          </a:p>
        </p:txBody>
      </p:sp>
      <p:sp>
        <p:nvSpPr>
          <p:cNvPr id="682" name="Google Shape;682;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120000"/>
              </a:lnSpc>
              <a:spcBef>
                <a:spcPts val="0"/>
              </a:spcBef>
              <a:spcAft>
                <a:spcPts val="0"/>
              </a:spcAft>
              <a:buClr>
                <a:srgbClr val="7F7F7F"/>
              </a:buClr>
              <a:buSzPts val="3000"/>
              <a:buChar char="•"/>
            </a:pPr>
            <a:r>
              <a:rPr lang="fr-CA"/>
              <a:t>Combines space from multiple dynamic disks to a single large volume.</a:t>
            </a:r>
            <a:endParaRPr/>
          </a:p>
          <a:p>
            <a:pPr indent="-228600" lvl="0" marL="228600" rtl="0" algn="l">
              <a:lnSpc>
                <a:spcPct val="90000"/>
              </a:lnSpc>
              <a:spcBef>
                <a:spcPts val="1000"/>
              </a:spcBef>
              <a:spcAft>
                <a:spcPts val="0"/>
              </a:spcAft>
              <a:buClr>
                <a:srgbClr val="7F7F7F"/>
              </a:buClr>
              <a:buSzPts val="3000"/>
              <a:buChar char="•"/>
            </a:pPr>
            <a:r>
              <a:rPr lang="fr-CA"/>
              <a:t>You cannot extend it after creation.</a:t>
            </a:r>
            <a:endParaRPr/>
          </a:p>
          <a:p>
            <a:pPr indent="-228600" lvl="0" marL="228600" rtl="0" algn="l">
              <a:lnSpc>
                <a:spcPct val="90000"/>
              </a:lnSpc>
              <a:spcBef>
                <a:spcPts val="1000"/>
              </a:spcBef>
              <a:spcAft>
                <a:spcPts val="0"/>
              </a:spcAft>
              <a:buClr>
                <a:srgbClr val="7F7F7F"/>
              </a:buClr>
              <a:buSzPts val="3000"/>
              <a:buChar char="•"/>
            </a:pPr>
            <a:r>
              <a:rPr lang="fr-CA"/>
              <a:t>Data is written equally across all disks.</a:t>
            </a:r>
            <a:endParaRPr/>
          </a:p>
          <a:p>
            <a:pPr indent="-228600" lvl="0" marL="228600" rtl="0" algn="l">
              <a:lnSpc>
                <a:spcPct val="90000"/>
              </a:lnSpc>
              <a:spcBef>
                <a:spcPts val="1000"/>
              </a:spcBef>
              <a:spcAft>
                <a:spcPts val="0"/>
              </a:spcAft>
              <a:buClr>
                <a:srgbClr val="7F7F7F"/>
              </a:buClr>
              <a:buSzPts val="3000"/>
              <a:buChar char="•"/>
            </a:pPr>
            <a:r>
              <a:rPr lang="fr-CA"/>
              <a:t>Increases disk performance.</a:t>
            </a:r>
            <a:endParaRPr/>
          </a:p>
          <a:p>
            <a:pPr indent="-228600" lvl="0" marL="228600" rtl="0" algn="l">
              <a:lnSpc>
                <a:spcPct val="90000"/>
              </a:lnSpc>
              <a:spcBef>
                <a:spcPts val="1000"/>
              </a:spcBef>
              <a:spcAft>
                <a:spcPts val="0"/>
              </a:spcAft>
              <a:buClr>
                <a:srgbClr val="7F7F7F"/>
              </a:buClr>
              <a:buSzPts val="3000"/>
              <a:buChar char="•"/>
            </a:pPr>
            <a:r>
              <a:rPr lang="fr-CA"/>
              <a:t>No fault tolerance. </a:t>
            </a:r>
            <a:endParaRPr sz="2400"/>
          </a:p>
          <a:p>
            <a:pPr indent="-228600" lvl="0" marL="228600" rtl="0" algn="l">
              <a:lnSpc>
                <a:spcPct val="90000"/>
              </a:lnSpc>
              <a:spcBef>
                <a:spcPts val="1000"/>
              </a:spcBef>
              <a:spcAft>
                <a:spcPts val="0"/>
              </a:spcAft>
              <a:buClr>
                <a:srgbClr val="7F7F7F"/>
              </a:buClr>
              <a:buSzPts val="2400"/>
              <a:buFont typeface="Calibri"/>
              <a:buNone/>
            </a:pPr>
            <a:r>
              <a:t/>
            </a:r>
            <a:endParaRPr sz="2400"/>
          </a:p>
        </p:txBody>
      </p:sp>
      <p:sp>
        <p:nvSpPr>
          <p:cNvPr id="683" name="Google Shape;683;p7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4"/>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RAID-5 Volume</a:t>
            </a:r>
            <a:endParaRPr/>
          </a:p>
        </p:txBody>
      </p:sp>
      <p:sp>
        <p:nvSpPr>
          <p:cNvPr id="690" name="Google Shape;690;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Requires a minimum of 3 disk drives.</a:t>
            </a:r>
            <a:endParaRPr/>
          </a:p>
          <a:p>
            <a:pPr indent="-38100" lvl="0" marL="228600" rtl="0" algn="l">
              <a:lnSpc>
                <a:spcPct val="90000"/>
              </a:lnSpc>
              <a:spcBef>
                <a:spcPts val="1000"/>
              </a:spcBef>
              <a:spcAft>
                <a:spcPts val="0"/>
              </a:spcAft>
              <a:buClr>
                <a:srgbClr val="7F7F7F"/>
              </a:buClr>
              <a:buSzPts val="3000"/>
              <a:buNone/>
            </a:pPr>
            <a:r>
              <a:t/>
            </a:r>
            <a:endParaRPr/>
          </a:p>
          <a:p>
            <a:pPr indent="-228600" lvl="0" marL="228600" rtl="0" algn="l">
              <a:lnSpc>
                <a:spcPct val="90000"/>
              </a:lnSpc>
              <a:spcBef>
                <a:spcPts val="1000"/>
              </a:spcBef>
              <a:spcAft>
                <a:spcPts val="0"/>
              </a:spcAft>
              <a:buClr>
                <a:srgbClr val="7F7F7F"/>
              </a:buClr>
              <a:buSzPts val="3000"/>
              <a:buChar char="•"/>
            </a:pPr>
            <a:r>
              <a:rPr lang="fr-CA"/>
              <a:t>Parity information is distributed on each disk.</a:t>
            </a:r>
            <a:endParaRPr/>
          </a:p>
          <a:p>
            <a:pPr indent="-228600" lvl="1" marL="685800" rtl="0" algn="l">
              <a:lnSpc>
                <a:spcPct val="90000"/>
              </a:lnSpc>
              <a:spcBef>
                <a:spcPts val="500"/>
              </a:spcBef>
              <a:spcAft>
                <a:spcPts val="0"/>
              </a:spcAft>
              <a:buClr>
                <a:srgbClr val="7F7F7F"/>
              </a:buClr>
              <a:buSzPts val="2600"/>
              <a:buChar char="•"/>
            </a:pPr>
            <a:r>
              <a:rPr lang="fr-CA"/>
              <a:t>If one disk fails, the information on that disk can be reconstructed.</a:t>
            </a:r>
            <a:endParaRPr/>
          </a:p>
          <a:p>
            <a:pPr indent="-38100" lvl="0" marL="228600" rtl="0" algn="l">
              <a:lnSpc>
                <a:spcPct val="90000"/>
              </a:lnSpc>
              <a:spcBef>
                <a:spcPts val="1000"/>
              </a:spcBef>
              <a:spcAft>
                <a:spcPts val="0"/>
              </a:spcAft>
              <a:buClr>
                <a:srgbClr val="7F7F7F"/>
              </a:buClr>
              <a:buSzPts val="3000"/>
              <a:buNone/>
            </a:pPr>
            <a:r>
              <a:t/>
            </a:r>
            <a:endParaRPr/>
          </a:p>
          <a:p>
            <a:pPr indent="-228600" lvl="0" marL="228600" rtl="0" algn="l">
              <a:lnSpc>
                <a:spcPct val="90000"/>
              </a:lnSpc>
              <a:spcBef>
                <a:spcPts val="1000"/>
              </a:spcBef>
              <a:spcAft>
                <a:spcPts val="0"/>
              </a:spcAft>
              <a:buClr>
                <a:srgbClr val="7F7F7F"/>
              </a:buClr>
              <a:buSzPts val="3000"/>
              <a:buChar char="•"/>
            </a:pPr>
            <a:r>
              <a:rPr lang="fr-CA"/>
              <a:t>Improved read performance because of disk striping.</a:t>
            </a:r>
            <a:endParaRPr/>
          </a:p>
          <a:p>
            <a:pPr indent="-38100" lvl="0" marL="228600" rtl="0" algn="l">
              <a:lnSpc>
                <a:spcPct val="90000"/>
              </a:lnSpc>
              <a:spcBef>
                <a:spcPts val="1000"/>
              </a:spcBef>
              <a:spcAft>
                <a:spcPts val="0"/>
              </a:spcAft>
              <a:buClr>
                <a:srgbClr val="7F7F7F"/>
              </a:buClr>
              <a:buSzPts val="3000"/>
              <a:buNone/>
            </a:pPr>
            <a:r>
              <a:t/>
            </a:r>
            <a:endParaRPr/>
          </a:p>
          <a:p>
            <a:pPr indent="-228600" lvl="0" marL="228600" rtl="0" algn="l">
              <a:lnSpc>
                <a:spcPct val="90000"/>
              </a:lnSpc>
              <a:spcBef>
                <a:spcPts val="1000"/>
              </a:spcBef>
              <a:spcAft>
                <a:spcPts val="0"/>
              </a:spcAft>
              <a:buClr>
                <a:srgbClr val="7F7F7F"/>
              </a:buClr>
              <a:buSzPts val="3000"/>
              <a:buChar char="•"/>
            </a:pPr>
            <a:r>
              <a:rPr lang="fr-CA"/>
              <a:t>Slower write performance because of the parity calculations.</a:t>
            </a:r>
            <a:endParaRPr/>
          </a:p>
          <a:p>
            <a:pPr indent="-38100" lvl="0" marL="228600" rtl="0" algn="l">
              <a:lnSpc>
                <a:spcPct val="90000"/>
              </a:lnSpc>
              <a:spcBef>
                <a:spcPts val="1000"/>
              </a:spcBef>
              <a:spcAft>
                <a:spcPts val="0"/>
              </a:spcAft>
              <a:buClr>
                <a:srgbClr val="7F7F7F"/>
              </a:buClr>
              <a:buSzPts val="3000"/>
              <a:buNone/>
            </a:pPr>
            <a:r>
              <a:t/>
            </a:r>
            <a:endParaRPr/>
          </a:p>
        </p:txBody>
      </p:sp>
      <p:sp>
        <p:nvSpPr>
          <p:cNvPr id="691" name="Google Shape;691;p7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fld id="{00000000-1234-1234-1234-123412341234}" type="slidenum">
              <a:rPr lang="fr-CA"/>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5"/>
          <p:cNvSpPr txBox="1"/>
          <p:nvPr>
            <p:ph type="title"/>
          </p:nvPr>
        </p:nvSpPr>
        <p:spPr>
          <a:xfrm>
            <a:off x="838201" y="2402238"/>
            <a:ext cx="10515599" cy="2187227"/>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lt1"/>
              </a:buClr>
              <a:buSzPts val="4800"/>
              <a:buFont typeface="Quattrocento Sans"/>
              <a:buNone/>
            </a:pPr>
            <a:r>
              <a:rPr lang="fr-CA"/>
              <a:t>Disk Imaging &amp; Cloning</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76"/>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Disk Image</a:t>
            </a:r>
            <a:endParaRPr/>
          </a:p>
        </p:txBody>
      </p:sp>
      <p:sp>
        <p:nvSpPr>
          <p:cNvPr id="702" name="Google Shape;702;p7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7F7F7F"/>
              </a:buClr>
              <a:buSzPts val="3000"/>
              <a:buChar char="•"/>
            </a:pPr>
            <a:r>
              <a:rPr lang="fr-CA"/>
              <a:t>A complete copy of the computer disk, includes:</a:t>
            </a:r>
            <a:endParaRPr/>
          </a:p>
          <a:p>
            <a:pPr indent="-228600" lvl="1" marL="685800" rtl="0" algn="l">
              <a:lnSpc>
                <a:spcPct val="90000"/>
              </a:lnSpc>
              <a:spcBef>
                <a:spcPts val="500"/>
              </a:spcBef>
              <a:spcAft>
                <a:spcPts val="0"/>
              </a:spcAft>
              <a:buClr>
                <a:srgbClr val="7F7F7F"/>
              </a:buClr>
              <a:buSzPts val="2600"/>
              <a:buChar char="•"/>
            </a:pPr>
            <a:r>
              <a:rPr lang="fr-CA"/>
              <a:t>System files.</a:t>
            </a:r>
            <a:endParaRPr/>
          </a:p>
          <a:p>
            <a:pPr indent="-228600" lvl="1" marL="685800" rtl="0" algn="l">
              <a:lnSpc>
                <a:spcPct val="90000"/>
              </a:lnSpc>
              <a:spcBef>
                <a:spcPts val="500"/>
              </a:spcBef>
              <a:spcAft>
                <a:spcPts val="0"/>
              </a:spcAft>
              <a:buClr>
                <a:srgbClr val="7F7F7F"/>
              </a:buClr>
              <a:buSzPts val="2600"/>
              <a:buChar char="•"/>
            </a:pPr>
            <a:r>
              <a:rPr lang="fr-CA"/>
              <a:t>Device Drivers.</a:t>
            </a:r>
            <a:endParaRPr/>
          </a:p>
          <a:p>
            <a:pPr indent="-228600" lvl="1" marL="685800" rtl="0" algn="l">
              <a:lnSpc>
                <a:spcPct val="90000"/>
              </a:lnSpc>
              <a:spcBef>
                <a:spcPts val="500"/>
              </a:spcBef>
              <a:spcAft>
                <a:spcPts val="0"/>
              </a:spcAft>
              <a:buClr>
                <a:srgbClr val="7F7F7F"/>
              </a:buClr>
              <a:buSzPts val="2600"/>
              <a:buChar char="•"/>
            </a:pPr>
            <a:r>
              <a:rPr lang="fr-CA"/>
              <a:t>Installed applications.</a:t>
            </a:r>
            <a:endParaRPr/>
          </a:p>
          <a:p>
            <a:pPr indent="-228600" lvl="1" marL="685800" rtl="0" algn="l">
              <a:lnSpc>
                <a:spcPct val="90000"/>
              </a:lnSpc>
              <a:spcBef>
                <a:spcPts val="500"/>
              </a:spcBef>
              <a:spcAft>
                <a:spcPts val="0"/>
              </a:spcAft>
              <a:buClr>
                <a:srgbClr val="7F7F7F"/>
              </a:buClr>
              <a:buSzPts val="2600"/>
              <a:buChar char="•"/>
            </a:pPr>
            <a:r>
              <a:rPr lang="fr-CA"/>
              <a:t>User profiles and data.</a:t>
            </a:r>
            <a:endParaRPr/>
          </a:p>
          <a:p>
            <a:pPr indent="-38100" lvl="0" marL="228600" rtl="0" algn="l">
              <a:lnSpc>
                <a:spcPct val="90000"/>
              </a:lnSpc>
              <a:spcBef>
                <a:spcPts val="1000"/>
              </a:spcBef>
              <a:spcAft>
                <a:spcPts val="0"/>
              </a:spcAft>
              <a:buClr>
                <a:srgbClr val="7F7F7F"/>
              </a:buClr>
              <a:buSzPts val="3000"/>
              <a:buNone/>
            </a:pPr>
            <a:r>
              <a:t/>
            </a:r>
            <a:endParaRPr/>
          </a:p>
          <a:p>
            <a:pPr indent="-228600" lvl="0" marL="228600" rtl="0" algn="l">
              <a:lnSpc>
                <a:spcPct val="90000"/>
              </a:lnSpc>
              <a:spcBef>
                <a:spcPts val="1000"/>
              </a:spcBef>
              <a:spcAft>
                <a:spcPts val="0"/>
              </a:spcAft>
              <a:buClr>
                <a:srgbClr val="7F7F7F"/>
              </a:buClr>
              <a:buSzPts val="3000"/>
              <a:buChar char="•"/>
            </a:pPr>
            <a:r>
              <a:rPr lang="fr-CA"/>
              <a:t>A disk imagine is one huge compressed </a:t>
            </a:r>
            <a:r>
              <a:rPr i="1" lang="fr-CA">
                <a:solidFill>
                  <a:srgbClr val="0055A4"/>
                </a:solidFill>
              </a:rPr>
              <a:t>file</a:t>
            </a:r>
            <a:r>
              <a:rPr lang="fr-CA"/>
              <a:t> of the disk.</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77"/>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Disk Image</a:t>
            </a:r>
            <a:endParaRPr/>
          </a:p>
        </p:txBody>
      </p:sp>
      <p:sp>
        <p:nvSpPr>
          <p:cNvPr id="708" name="Google Shape;708;p77"/>
          <p:cNvSpPr txBox="1"/>
          <p:nvPr>
            <p:ph idx="1" type="body"/>
          </p:nvPr>
        </p:nvSpPr>
        <p:spPr>
          <a:xfrm>
            <a:off x="838199" y="1677798"/>
            <a:ext cx="11158058" cy="4890781"/>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120000"/>
              </a:lnSpc>
              <a:spcBef>
                <a:spcPts val="0"/>
              </a:spcBef>
              <a:spcAft>
                <a:spcPts val="0"/>
              </a:spcAft>
              <a:buClr>
                <a:srgbClr val="7F7F7F"/>
              </a:buClr>
              <a:buSzPct val="100000"/>
              <a:buChar char="•"/>
            </a:pPr>
            <a:r>
              <a:rPr lang="fr-CA"/>
              <a:t>A created disk image can be </a:t>
            </a:r>
            <a:r>
              <a:rPr lang="fr-CA">
                <a:solidFill>
                  <a:srgbClr val="0055A4"/>
                </a:solidFill>
              </a:rPr>
              <a:t>deployed</a:t>
            </a:r>
            <a:r>
              <a:rPr lang="fr-CA"/>
              <a:t> on a new disk drive if:</a:t>
            </a:r>
            <a:endParaRPr/>
          </a:p>
          <a:p>
            <a:pPr indent="-228600" lvl="1" marL="685800" rtl="0" algn="l">
              <a:lnSpc>
                <a:spcPct val="120000"/>
              </a:lnSpc>
              <a:spcBef>
                <a:spcPts val="500"/>
              </a:spcBef>
              <a:spcAft>
                <a:spcPts val="0"/>
              </a:spcAft>
              <a:buClr>
                <a:srgbClr val="7F7F7F"/>
              </a:buClr>
              <a:buSzPct val="100000"/>
              <a:buChar char="•"/>
            </a:pPr>
            <a:r>
              <a:rPr lang="fr-CA"/>
              <a:t>The old disk malfunctions.</a:t>
            </a:r>
            <a:endParaRPr/>
          </a:p>
          <a:p>
            <a:pPr indent="-228600" lvl="1" marL="685800" rtl="0" algn="l">
              <a:lnSpc>
                <a:spcPct val="120000"/>
              </a:lnSpc>
              <a:spcBef>
                <a:spcPts val="500"/>
              </a:spcBef>
              <a:spcAft>
                <a:spcPts val="0"/>
              </a:spcAft>
              <a:buClr>
                <a:srgbClr val="7F7F7F"/>
              </a:buClr>
              <a:buSzPct val="100000"/>
              <a:buChar char="•"/>
            </a:pPr>
            <a:r>
              <a:rPr lang="fr-CA"/>
              <a:t>Upgrade to a new disk (larger in size or faster).</a:t>
            </a:r>
            <a:endParaRPr/>
          </a:p>
          <a:p>
            <a:pPr indent="-228600" lvl="0" marL="228600" rtl="0" algn="l">
              <a:lnSpc>
                <a:spcPct val="120000"/>
              </a:lnSpc>
              <a:spcBef>
                <a:spcPts val="1000"/>
              </a:spcBef>
              <a:spcAft>
                <a:spcPts val="0"/>
              </a:spcAft>
              <a:buClr>
                <a:srgbClr val="7F7F7F"/>
              </a:buClr>
              <a:buSzPct val="100000"/>
              <a:buChar char="•"/>
            </a:pPr>
            <a:r>
              <a:rPr lang="fr-CA"/>
              <a:t>Once an image is deployed on a disk, the new disk can be placed in a computer. </a:t>
            </a:r>
            <a:endParaRPr/>
          </a:p>
          <a:p>
            <a:pPr indent="-228600" lvl="1" marL="685800" rtl="0" algn="l">
              <a:lnSpc>
                <a:spcPct val="120000"/>
              </a:lnSpc>
              <a:spcBef>
                <a:spcPts val="500"/>
              </a:spcBef>
              <a:spcAft>
                <a:spcPts val="0"/>
              </a:spcAft>
              <a:buClr>
                <a:srgbClr val="7F7F7F"/>
              </a:buClr>
              <a:buSzPct val="100000"/>
              <a:buChar char="•"/>
            </a:pPr>
            <a:r>
              <a:rPr lang="fr-CA"/>
              <a:t>You should be able to carry on working with all your applications and data available on the new disk.</a:t>
            </a:r>
            <a:endParaRPr/>
          </a:p>
          <a:p>
            <a:pPr indent="-228600" lvl="1" marL="685800" rtl="0" algn="l">
              <a:lnSpc>
                <a:spcPct val="120000"/>
              </a:lnSpc>
              <a:spcBef>
                <a:spcPts val="500"/>
              </a:spcBef>
              <a:spcAft>
                <a:spcPts val="0"/>
              </a:spcAft>
              <a:buClr>
                <a:srgbClr val="7F7F7F"/>
              </a:buClr>
              <a:buSzPct val="100000"/>
              <a:buChar char="•"/>
            </a:pPr>
            <a:r>
              <a:rPr lang="fr-CA"/>
              <a:t>You will lose any data and modifications made to your system after the image was created.</a:t>
            </a:r>
            <a:endParaRPr/>
          </a:p>
          <a:p>
            <a:pPr indent="-95250" lvl="0" marL="228600" rtl="0" algn="l">
              <a:lnSpc>
                <a:spcPct val="120000"/>
              </a:lnSpc>
              <a:spcBef>
                <a:spcPts val="1000"/>
              </a:spcBef>
              <a:spcAft>
                <a:spcPts val="0"/>
              </a:spcAft>
              <a:buClr>
                <a:srgbClr val="7F7F7F"/>
              </a:buClr>
              <a:buSzPct val="100000"/>
              <a:buNone/>
            </a:pPr>
            <a:r>
              <a:t/>
            </a:r>
            <a:endParaRPr/>
          </a:p>
          <a:p>
            <a:pPr indent="-228600" lvl="0" marL="228600" rtl="0" algn="l">
              <a:lnSpc>
                <a:spcPct val="120000"/>
              </a:lnSpc>
              <a:spcBef>
                <a:spcPts val="1000"/>
              </a:spcBef>
              <a:spcAft>
                <a:spcPts val="0"/>
              </a:spcAft>
              <a:buClr>
                <a:srgbClr val="7F7F7F"/>
              </a:buClr>
              <a:buSzPct val="100000"/>
              <a:buChar char="•"/>
            </a:pPr>
            <a:r>
              <a:rPr lang="fr-CA"/>
              <a:t>Example: </a:t>
            </a:r>
            <a:endParaRPr/>
          </a:p>
          <a:p>
            <a:pPr indent="0" lvl="1" marL="457200" rtl="0" algn="l">
              <a:lnSpc>
                <a:spcPct val="120000"/>
              </a:lnSpc>
              <a:spcBef>
                <a:spcPts val="500"/>
              </a:spcBef>
              <a:spcAft>
                <a:spcPts val="0"/>
              </a:spcAft>
              <a:buClr>
                <a:srgbClr val="7F7F7F"/>
              </a:buClr>
              <a:buSzPct val="100000"/>
              <a:buNone/>
            </a:pPr>
            <a:r>
              <a:rPr lang="fr-CA"/>
              <a:t>You want to replace your disk with a larger size disk. You create a disk image and save it to an external drive. Afterward, you remembered you need to modify some photos. You install Photoshop application and download the photos to modify and save them to disk. While working on the photos, the system disk fails because of a HW issue. You install a new disk and deploy the image on it. You will see that the photoshop application and the downloaded photos will not be available there.</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78"/>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Disk Cloning</a:t>
            </a:r>
            <a:endParaRPr/>
          </a:p>
        </p:txBody>
      </p:sp>
      <p:sp>
        <p:nvSpPr>
          <p:cNvPr id="714" name="Google Shape;714;p7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rgbClr val="7F7F7F"/>
              </a:buClr>
              <a:buSzPct val="100000"/>
              <a:buChar char="•"/>
            </a:pPr>
            <a:r>
              <a:rPr lang="fr-CA"/>
              <a:t>Copying the contents of a computer disk to another disk.</a:t>
            </a:r>
            <a:endParaRPr/>
          </a:p>
          <a:p>
            <a:pPr indent="-228600" lvl="1" marL="685800" rtl="0" algn="l">
              <a:lnSpc>
                <a:spcPct val="90000"/>
              </a:lnSpc>
              <a:spcBef>
                <a:spcPts val="500"/>
              </a:spcBef>
              <a:spcAft>
                <a:spcPts val="0"/>
              </a:spcAft>
              <a:buClr>
                <a:srgbClr val="7F7F7F"/>
              </a:buClr>
              <a:buSzPct val="100000"/>
              <a:buChar char="•"/>
            </a:pPr>
            <a:r>
              <a:rPr lang="fr-CA"/>
              <a:t>(or to an image file).</a:t>
            </a:r>
            <a:endParaRPr/>
          </a:p>
          <a:p>
            <a:pPr indent="-52387" lvl="0" marL="228600" rtl="0" algn="l">
              <a:lnSpc>
                <a:spcPct val="90000"/>
              </a:lnSpc>
              <a:spcBef>
                <a:spcPts val="1000"/>
              </a:spcBef>
              <a:spcAft>
                <a:spcPts val="0"/>
              </a:spcAft>
              <a:buClr>
                <a:srgbClr val="7F7F7F"/>
              </a:buClr>
              <a:buSzPct val="100000"/>
              <a:buNone/>
            </a:pPr>
            <a:r>
              <a:t/>
            </a:r>
            <a:endParaRPr/>
          </a:p>
          <a:p>
            <a:pPr indent="-228600" lvl="0" marL="228600" rtl="0" algn="l">
              <a:lnSpc>
                <a:spcPct val="90000"/>
              </a:lnSpc>
              <a:spcBef>
                <a:spcPts val="1000"/>
              </a:spcBef>
              <a:spcAft>
                <a:spcPts val="0"/>
              </a:spcAft>
              <a:buClr>
                <a:srgbClr val="7F7F7F"/>
              </a:buClr>
              <a:buSzPct val="100000"/>
              <a:buChar char="•"/>
            </a:pPr>
            <a:r>
              <a:rPr lang="fr-CA"/>
              <a:t>Includes:</a:t>
            </a:r>
            <a:endParaRPr/>
          </a:p>
          <a:p>
            <a:pPr indent="-228600" lvl="1" marL="685800" rtl="0" algn="l">
              <a:lnSpc>
                <a:spcPct val="90000"/>
              </a:lnSpc>
              <a:spcBef>
                <a:spcPts val="500"/>
              </a:spcBef>
              <a:spcAft>
                <a:spcPts val="0"/>
              </a:spcAft>
              <a:buClr>
                <a:srgbClr val="7F7F7F"/>
              </a:buClr>
              <a:buSzPct val="100000"/>
              <a:buChar char="•"/>
            </a:pPr>
            <a:r>
              <a:rPr lang="fr-CA"/>
              <a:t>Copying hidden files.</a:t>
            </a:r>
            <a:endParaRPr/>
          </a:p>
          <a:p>
            <a:pPr indent="-228600" lvl="1" marL="685800" rtl="0" algn="l">
              <a:lnSpc>
                <a:spcPct val="90000"/>
              </a:lnSpc>
              <a:spcBef>
                <a:spcPts val="500"/>
              </a:spcBef>
              <a:spcAft>
                <a:spcPts val="0"/>
              </a:spcAft>
              <a:buClr>
                <a:srgbClr val="7F7F7F"/>
              </a:buClr>
              <a:buSzPct val="100000"/>
              <a:buChar char="•"/>
            </a:pPr>
            <a:r>
              <a:rPr lang="fr-CA"/>
              <a:t>Files that are currently in use.</a:t>
            </a:r>
            <a:endParaRPr/>
          </a:p>
          <a:p>
            <a:pPr indent="-228600" lvl="1" marL="685800" rtl="0" algn="l">
              <a:lnSpc>
                <a:spcPct val="90000"/>
              </a:lnSpc>
              <a:spcBef>
                <a:spcPts val="500"/>
              </a:spcBef>
              <a:spcAft>
                <a:spcPts val="0"/>
              </a:spcAft>
              <a:buClr>
                <a:srgbClr val="7F7F7F"/>
              </a:buClr>
              <a:buSzPct val="100000"/>
              <a:buChar char="•"/>
            </a:pPr>
            <a:r>
              <a:rPr lang="fr-CA"/>
              <a:t>Deleted files. How?*</a:t>
            </a:r>
            <a:endParaRPr/>
          </a:p>
          <a:p>
            <a:pPr indent="-75882" lvl="1" marL="685800" rtl="0" algn="l">
              <a:lnSpc>
                <a:spcPct val="90000"/>
              </a:lnSpc>
              <a:spcBef>
                <a:spcPts val="500"/>
              </a:spcBef>
              <a:spcAft>
                <a:spcPts val="0"/>
              </a:spcAft>
              <a:buClr>
                <a:srgbClr val="7F7F7F"/>
              </a:buClr>
              <a:buSzPct val="100000"/>
              <a:buNone/>
            </a:pPr>
            <a:r>
              <a:t/>
            </a:r>
            <a:endParaRPr/>
          </a:p>
          <a:p>
            <a:pPr indent="-228600" lvl="0" marL="228600" rtl="0" algn="l">
              <a:lnSpc>
                <a:spcPct val="90000"/>
              </a:lnSpc>
              <a:spcBef>
                <a:spcPts val="1000"/>
              </a:spcBef>
              <a:spcAft>
                <a:spcPts val="0"/>
              </a:spcAft>
              <a:buClr>
                <a:srgbClr val="7F7F7F"/>
              </a:buClr>
              <a:buSzPct val="100000"/>
              <a:buChar char="•"/>
            </a:pPr>
            <a:r>
              <a:rPr lang="fr-CA"/>
              <a:t>In cloning, hardware must be identical.</a:t>
            </a:r>
            <a:endParaRPr/>
          </a:p>
          <a:p>
            <a:pPr indent="-228600" lvl="1" marL="685800" rtl="0" algn="l">
              <a:lnSpc>
                <a:spcPct val="90000"/>
              </a:lnSpc>
              <a:spcBef>
                <a:spcPts val="500"/>
              </a:spcBef>
              <a:spcAft>
                <a:spcPts val="0"/>
              </a:spcAft>
              <a:buClr>
                <a:srgbClr val="7F7F7F"/>
              </a:buClr>
              <a:buSzPct val="100000"/>
              <a:buChar char="•"/>
            </a:pPr>
            <a:r>
              <a:rPr lang="fr-CA"/>
              <a:t>What happens if the disks do not have the same size?</a:t>
            </a:r>
            <a:endParaRPr/>
          </a:p>
          <a:p>
            <a:pPr indent="-52387" lvl="0" marL="228600" rtl="0" algn="l">
              <a:lnSpc>
                <a:spcPct val="90000"/>
              </a:lnSpc>
              <a:spcBef>
                <a:spcPts val="1000"/>
              </a:spcBef>
              <a:spcAft>
                <a:spcPts val="0"/>
              </a:spcAft>
              <a:buClr>
                <a:srgbClr val="7F7F7F"/>
              </a:buClr>
              <a:buSzPct val="100000"/>
              <a:buNone/>
            </a:pPr>
            <a:r>
              <a:t/>
            </a:r>
            <a:endParaRPr/>
          </a:p>
        </p:txBody>
      </p:sp>
      <p:pic>
        <p:nvPicPr>
          <p:cNvPr id="715" name="Google Shape;715;p78"/>
          <p:cNvPicPr preferRelativeResize="0"/>
          <p:nvPr/>
        </p:nvPicPr>
        <p:blipFill rotWithShape="1">
          <a:blip r:embed="rId3">
            <a:alphaModFix/>
          </a:blip>
          <a:srcRect b="0" l="0" r="0" t="0"/>
          <a:stretch/>
        </p:blipFill>
        <p:spPr>
          <a:xfrm>
            <a:off x="6096000" y="2319207"/>
            <a:ext cx="5250833" cy="1821367"/>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79"/>
          <p:cNvSpPr txBox="1"/>
          <p:nvPr>
            <p:ph type="title"/>
          </p:nvPr>
        </p:nvSpPr>
        <p:spPr>
          <a:xfrm>
            <a:off x="609600" y="1"/>
            <a:ext cx="10744200" cy="1228436"/>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3600"/>
              <a:buFont typeface="Calibri"/>
              <a:buNone/>
            </a:pPr>
            <a:r>
              <a:rPr lang="fr-CA"/>
              <a:t>Imaging VS Cloning</a:t>
            </a:r>
            <a:endParaRPr/>
          </a:p>
        </p:txBody>
      </p:sp>
      <p:sp>
        <p:nvSpPr>
          <p:cNvPr id="721" name="Google Shape;721;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120000"/>
              </a:lnSpc>
              <a:spcBef>
                <a:spcPts val="0"/>
              </a:spcBef>
              <a:spcAft>
                <a:spcPts val="0"/>
              </a:spcAft>
              <a:buClr>
                <a:srgbClr val="7F7F7F"/>
              </a:buClr>
              <a:buSzPct val="100000"/>
              <a:buChar char="•"/>
            </a:pPr>
            <a:r>
              <a:rPr lang="fr-CA"/>
              <a:t>Both methods are used to create an exact replica of your hard drive.</a:t>
            </a:r>
            <a:endParaRPr/>
          </a:p>
          <a:p>
            <a:pPr indent="-228600" lvl="1" marL="685800" rtl="0" algn="l">
              <a:lnSpc>
                <a:spcPct val="120000"/>
              </a:lnSpc>
              <a:spcBef>
                <a:spcPts val="500"/>
              </a:spcBef>
              <a:spcAft>
                <a:spcPts val="0"/>
              </a:spcAft>
              <a:buClr>
                <a:srgbClr val="7F7F7F"/>
              </a:buClr>
              <a:buSzPct val="100000"/>
              <a:buChar char="•"/>
            </a:pPr>
            <a:r>
              <a:rPr lang="fr-CA"/>
              <a:t>Include files, master boot record, applications and OS.</a:t>
            </a:r>
            <a:endParaRPr/>
          </a:p>
          <a:p>
            <a:pPr indent="-228600" lvl="1" marL="685800" rtl="0" algn="l">
              <a:lnSpc>
                <a:spcPct val="120000"/>
              </a:lnSpc>
              <a:spcBef>
                <a:spcPts val="500"/>
              </a:spcBef>
              <a:spcAft>
                <a:spcPts val="0"/>
              </a:spcAft>
              <a:buClr>
                <a:srgbClr val="7F7F7F"/>
              </a:buClr>
              <a:buSzPct val="100000"/>
              <a:buChar char="•"/>
            </a:pPr>
            <a:r>
              <a:rPr lang="fr-CA"/>
              <a:t>Full system backup.</a:t>
            </a:r>
            <a:endParaRPr/>
          </a:p>
          <a:p>
            <a:pPr indent="-113030" lvl="1" marL="685800" rtl="0" algn="l">
              <a:lnSpc>
                <a:spcPct val="120000"/>
              </a:lnSpc>
              <a:spcBef>
                <a:spcPts val="500"/>
              </a:spcBef>
              <a:spcAft>
                <a:spcPts val="0"/>
              </a:spcAft>
              <a:buClr>
                <a:srgbClr val="7F7F7F"/>
              </a:buClr>
              <a:buSzPct val="100000"/>
              <a:buNone/>
            </a:pPr>
            <a:r>
              <a:t/>
            </a:r>
            <a:endParaRPr/>
          </a:p>
          <a:p>
            <a:pPr indent="-228600" lvl="0" marL="228600" rtl="0" algn="l">
              <a:lnSpc>
                <a:spcPct val="120000"/>
              </a:lnSpc>
              <a:spcBef>
                <a:spcPts val="1000"/>
              </a:spcBef>
              <a:spcAft>
                <a:spcPts val="0"/>
              </a:spcAft>
              <a:buClr>
                <a:srgbClr val="7F7F7F"/>
              </a:buClr>
              <a:buSzPct val="100000"/>
              <a:buChar char="•"/>
            </a:pPr>
            <a:r>
              <a:rPr lang="fr-CA"/>
              <a:t>Cloning: exact copy of everything bit by bit on the disk</a:t>
            </a:r>
            <a:endParaRPr/>
          </a:p>
          <a:p>
            <a:pPr indent="-228600" lvl="0" marL="228600" rtl="0" algn="l">
              <a:lnSpc>
                <a:spcPct val="120000"/>
              </a:lnSpc>
              <a:spcBef>
                <a:spcPts val="1000"/>
              </a:spcBef>
              <a:spcAft>
                <a:spcPts val="0"/>
              </a:spcAft>
              <a:buClr>
                <a:srgbClr val="7F7F7F"/>
              </a:buClr>
              <a:buSzPct val="100000"/>
              <a:buChar char="•"/>
            </a:pPr>
            <a:r>
              <a:rPr lang="fr-CA"/>
              <a:t>Imaging: creates one single compressed file (containing everything). </a:t>
            </a:r>
            <a:br>
              <a:rPr lang="fr-CA"/>
            </a:br>
            <a:endParaRPr/>
          </a:p>
          <a:p>
            <a:pPr indent="-228600" lvl="0" marL="228600" rtl="0" algn="l">
              <a:lnSpc>
                <a:spcPct val="120000"/>
              </a:lnSpc>
              <a:spcBef>
                <a:spcPts val="1000"/>
              </a:spcBef>
              <a:spcAft>
                <a:spcPts val="0"/>
              </a:spcAft>
              <a:buClr>
                <a:srgbClr val="7F7F7F"/>
              </a:buClr>
              <a:buSzPct val="100000"/>
              <a:buChar char="•"/>
            </a:pPr>
            <a:r>
              <a:rPr lang="fr-CA"/>
              <a:t>If your hard drive dies:</a:t>
            </a:r>
            <a:endParaRPr/>
          </a:p>
          <a:p>
            <a:pPr indent="-228600" lvl="1" marL="685800" rtl="0" algn="l">
              <a:lnSpc>
                <a:spcPct val="120000"/>
              </a:lnSpc>
              <a:spcBef>
                <a:spcPts val="500"/>
              </a:spcBef>
              <a:spcAft>
                <a:spcPts val="0"/>
              </a:spcAft>
              <a:buClr>
                <a:srgbClr val="7F7F7F"/>
              </a:buClr>
              <a:buSzPct val="100000"/>
              <a:buChar char="•"/>
            </a:pPr>
            <a:r>
              <a:rPr lang="fr-CA"/>
              <a:t>You can simply swap it with a clone (disk).</a:t>
            </a:r>
            <a:endParaRPr/>
          </a:p>
          <a:p>
            <a:pPr indent="-228600" lvl="1" marL="685800" rtl="0" algn="l">
              <a:lnSpc>
                <a:spcPct val="120000"/>
              </a:lnSpc>
              <a:spcBef>
                <a:spcPts val="500"/>
              </a:spcBef>
              <a:spcAft>
                <a:spcPts val="0"/>
              </a:spcAft>
              <a:buClr>
                <a:srgbClr val="7F7F7F"/>
              </a:buClr>
              <a:buSzPct val="100000"/>
              <a:buChar char="•"/>
            </a:pPr>
            <a:r>
              <a:rPr lang="fr-CA"/>
              <a:t>An image needs to be deployed on a new disk before you can go back to work.</a:t>
            </a:r>
            <a:br>
              <a:rPr lang="fr-CA"/>
            </a:br>
            <a:endParaRPr/>
          </a:p>
          <a:p>
            <a:pPr indent="-95250" lvl="0" marL="228600" rtl="0" algn="l">
              <a:lnSpc>
                <a:spcPct val="120000"/>
              </a:lnSpc>
              <a:spcBef>
                <a:spcPts val="1000"/>
              </a:spcBef>
              <a:spcAft>
                <a:spcPts val="0"/>
              </a:spcAft>
              <a:buClr>
                <a:srgbClr val="7F7F7F"/>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elcomeDoc">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2023-10-11T02:03:03Z</dcterms:created>
</cp:coreProperties>
</file>