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12192000"/>
  <p:notesSz cx="6858000" cy="9144000"/>
  <p:embeddedFontLst>
    <p:embeddedFont>
      <p:font typeface="Quattrocento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0" roundtripDataSignature="AMtx7mhxlKiGtT+KCFDYj9HYYZMtJCdf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37DDBD-8FC0-48EC-A8F4-F7EEC2CC227F}">
  <a:tblStyle styleId="{3B37DDBD-8FC0-48EC-A8F4-F7EEC2CC22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8EB3F8C-B320-440C-8557-970DBFDBC1E0}" styleName="Table_1">
    <a:wholeTbl>
      <a:tcTxStyle b="off" i="off">
        <a:font>
          <a:latin typeface="Segoe UI"/>
          <a:ea typeface="Segoe UI"/>
          <a:cs typeface="Segoe U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QuattrocentoSans-bold.fntdata"/><Relationship Id="rId14" Type="http://schemas.openxmlformats.org/officeDocument/2006/relationships/slide" Target="slides/slide8.xml"/><Relationship Id="rId36" Type="http://schemas.openxmlformats.org/officeDocument/2006/relationships/font" Target="fonts/QuattrocentoSans-regular.fntdata"/><Relationship Id="rId17" Type="http://schemas.openxmlformats.org/officeDocument/2006/relationships/slide" Target="slides/slide11.xml"/><Relationship Id="rId39" Type="http://schemas.openxmlformats.org/officeDocument/2006/relationships/font" Target="fonts/QuattrocentoSans-boldItalic.fntdata"/><Relationship Id="rId16" Type="http://schemas.openxmlformats.org/officeDocument/2006/relationships/slide" Target="slides/slide10.xml"/><Relationship Id="rId38" Type="http://schemas.openxmlformats.org/officeDocument/2006/relationships/font" Target="fonts/Quattrocento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There are situation where your system needs to use the keyboard before the operating system has loaded up to the RAM. </a:t>
            </a:r>
            <a:endParaRPr/>
          </a:p>
          <a:p>
            <a:pPr indent="0" lvl="0" marL="0" rtl="0" algn="l">
              <a:lnSpc>
                <a:spcPct val="100000"/>
              </a:lnSpc>
              <a:spcBef>
                <a:spcPts val="0"/>
              </a:spcBef>
              <a:spcAft>
                <a:spcPts val="0"/>
              </a:spcAft>
              <a:buSzPts val="1400"/>
              <a:buNone/>
            </a:pPr>
            <a:r>
              <a:rPr lang="en-US"/>
              <a:t>Odds are pretty good you are going use a keyboard, mouse, storage device.</a:t>
            </a:r>
            <a:endParaRPr/>
          </a:p>
          <a:p>
            <a:pPr indent="0" lvl="0" marL="0" rtl="0" algn="l">
              <a:lnSpc>
                <a:spcPct val="100000"/>
              </a:lnSpc>
              <a:spcBef>
                <a:spcPts val="0"/>
              </a:spcBef>
              <a:spcAft>
                <a:spcPts val="0"/>
              </a:spcAft>
              <a:buSzPts val="1400"/>
              <a:buNone/>
            </a:pPr>
            <a:r>
              <a:rPr lang="en-US"/>
              <a:t>Operating systems provide device drivers. However, before even installing the operating system. That's when we need the Basic Input and Output services (BIOS) a little bit of programming built into the motherboard. They are written in a special programming language and burnt on BIOS chips.</a:t>
            </a:r>
            <a:endParaRPr/>
          </a:p>
          <a:p>
            <a:pPr indent="0" lvl="0" marL="0" rtl="0" algn="l">
              <a:lnSpc>
                <a:spcPct val="100000"/>
              </a:lnSpc>
              <a:spcBef>
                <a:spcPts val="0"/>
              </a:spcBef>
              <a:spcAft>
                <a:spcPts val="0"/>
              </a:spcAft>
              <a:buSzPts val="1400"/>
              <a:buNone/>
            </a:pPr>
            <a:r>
              <a:t/>
            </a:r>
            <a:endParaRPr/>
          </a:p>
        </p:txBody>
      </p:sp>
      <p:sp>
        <p:nvSpPr>
          <p:cNvPr id="134" name="Google Shape;1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Some companies specializes in writing BIOS code and produce those BIOS chips</a:t>
            </a:r>
            <a:endParaRPr/>
          </a:p>
          <a:p>
            <a:pPr indent="-228600" lvl="0" marL="457200" marR="0" rtl="0" algn="l">
              <a:lnSpc>
                <a:spcPct val="100000"/>
              </a:lnSpc>
              <a:spcBef>
                <a:spcPts val="0"/>
              </a:spcBef>
              <a:spcAft>
                <a:spcPts val="0"/>
              </a:spcAft>
              <a:buSzPts val="1400"/>
              <a:buNone/>
            </a:pPr>
            <a:r>
              <a:rPr lang="en-US"/>
              <a:t>Common BIOS manufacturer are like AMI, American Megatrends. </a:t>
            </a:r>
            <a:endParaRPr/>
          </a:p>
          <a:p>
            <a:pPr indent="-228600" lvl="0" marL="457200" marR="0" rtl="0" algn="l">
              <a:lnSpc>
                <a:spcPct val="100000"/>
              </a:lnSpc>
              <a:spcBef>
                <a:spcPts val="0"/>
              </a:spcBef>
              <a:spcAft>
                <a:spcPts val="0"/>
              </a:spcAft>
              <a:buSzPts val="1400"/>
              <a:buNone/>
            </a:pPr>
            <a:r>
              <a:rPr lang="en-US"/>
              <a:t>Modern BIOS come in M BIOS and B BIOS (these are duplicates to provide redundance in case one breaks)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We use the word firmware which means it’s burnt on a chip as opposed to stored on the storage device. </a:t>
            </a:r>
            <a:endParaRPr/>
          </a:p>
        </p:txBody>
      </p:sp>
      <p:sp>
        <p:nvSpPr>
          <p:cNvPr id="141" name="Google Shape;141;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Those chips are ROM (Read-only memory)</a:t>
            </a:r>
            <a:endParaRPr/>
          </a:p>
          <a:p>
            <a:pPr indent="0" lvl="0" marL="0" rtl="0" algn="l">
              <a:lnSpc>
                <a:spcPct val="100000"/>
              </a:lnSpc>
              <a:spcBef>
                <a:spcPts val="0"/>
              </a:spcBef>
              <a:spcAft>
                <a:spcPts val="0"/>
              </a:spcAft>
              <a:buSzPts val="1400"/>
              <a:buNone/>
            </a:pPr>
            <a:r>
              <a:t/>
            </a:r>
            <a:endParaRPr/>
          </a:p>
        </p:txBody>
      </p:sp>
      <p:sp>
        <p:nvSpPr>
          <p:cNvPr id="148" name="Google Shape;14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BIOS can’t be really be studied from a programming perspective since it’s very different from one manufacturer to another. </a:t>
            </a:r>
            <a:endParaRPr/>
          </a:p>
          <a:p>
            <a:pPr indent="0" lvl="0" marL="0" rtl="0" algn="l">
              <a:lnSpc>
                <a:spcPct val="100000"/>
              </a:lnSpc>
              <a:spcBef>
                <a:spcPts val="0"/>
              </a:spcBef>
              <a:spcAft>
                <a:spcPts val="0"/>
              </a:spcAft>
              <a:buSzPts val="1400"/>
              <a:buNone/>
            </a:pPr>
            <a:r>
              <a:rPr lang="en-US"/>
              <a:t>But one thing we can do to study the BIOS is to understand what it can do and how to use it.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For example, on the BIOS you can talk to a storage device without even loading windows. The reason behind this, is we need to make sure that the hardware components are all functional before even loading the OS.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Power-On-Self-Test.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Have you ever noticed that there’s no “Run” button on a computer, sure there’s an on/off button that provides electricity to the motherboard.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There must be an instruction that tells the CPU start running? That’s done by the CPU itself by a wire called the Power-good wire built-into the CPU, once it receives enough voltage it starts running and then run the POST (Power on self test) which is on the BIOS chip.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Power on self test is a simple program, where every instruction will verify every controller on the motherboard (RAM, Storage device controllers, USB Controllers, whatever controllers your motherboard supports will be checked.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Have you ever heard those beeps sounds coming out of a computer that boots up? Especially if it has a problem?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beep sound is a code for a specific error. Beep (can’t find RAM), refer to the manufacturer datasheet for that. There’s a little speaker inside the computer that beeps during the POST.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Now do you remember this little POST card that we saw in the Hardware Mystery game?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is a card used exactly for this purpose, when you are building a computer and may not have plugged the monitor yet and want to verify if your system unit is correctly assembled.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You can use this little POST card. </a:t>
            </a:r>
            <a:endParaRPr/>
          </a:p>
          <a:p>
            <a:pPr indent="0" lvl="0" marL="0" rtl="0" algn="l">
              <a:lnSpc>
                <a:spcPct val="100000"/>
              </a:lnSpc>
              <a:spcBef>
                <a:spcPts val="0"/>
              </a:spcBef>
              <a:spcAft>
                <a:spcPts val="0"/>
              </a:spcAft>
              <a:buSzPts val="1400"/>
              <a:buNone/>
            </a:pPr>
            <a:r>
              <a:t/>
            </a:r>
            <a:endParaRPr/>
          </a:p>
          <a:p>
            <a:pPr indent="0" lvl="0" marL="0" marR="0" rtl="0" algn="l">
              <a:lnSpc>
                <a:spcPct val="100000"/>
              </a:lnSpc>
              <a:spcBef>
                <a:spcPts val="0"/>
              </a:spcBef>
              <a:spcAft>
                <a:spcPts val="0"/>
              </a:spcAft>
              <a:buClr>
                <a:srgbClr val="000000"/>
              </a:buClr>
              <a:buSzPts val="1400"/>
              <a:buFont typeface="Arial"/>
              <a:buNone/>
            </a:pPr>
            <a:r>
              <a:rPr lang="en-US"/>
              <a:t>All post cards display errors in Hexadecimal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10" name="Google Shape;21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https://f5k.fandom.com/wiki/Front_Panel_Lights_-_Optiplex_990</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If power button is on: There’s a possible coin cell battery error</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If power button is off: </a:t>
            </a:r>
            <a:endParaRPr/>
          </a:p>
        </p:txBody>
      </p:sp>
      <p:sp>
        <p:nvSpPr>
          <p:cNvPr id="217" name="Google Shape;21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Another thing that’s part of the BIOS, is the System Setup</a:t>
            </a:r>
            <a:endParaRPr/>
          </a:p>
        </p:txBody>
      </p:sp>
      <p:sp>
        <p:nvSpPr>
          <p:cNvPr id="236" name="Google Shape;2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The system setup is located on a memory chip called  CMOS (complementary metal-oxide semiconductor).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US"/>
              <a:t>BIOS is designed to talk to our assumed hardware (but this hardware can change ex: different harddrives, different usbs, etc.), maybe new security updates will change how the hardware is interacted with.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US"/>
              <a:t>The system setup is an interface that we get to on our computers and make changes to (part of the BIOS that can actually change).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US"/>
              <a:t>To get to the BIOS changeable part, you need to hold a key. F2 or F3 keys.</a:t>
            </a:r>
            <a:endParaRPr/>
          </a:p>
          <a:p>
            <a:pPr indent="0" lvl="0" marL="0" rtl="0" algn="l">
              <a:lnSpc>
                <a:spcPct val="100000"/>
              </a:lnSpc>
              <a:spcBef>
                <a:spcPts val="0"/>
              </a:spcBef>
              <a:spcAft>
                <a:spcPts val="0"/>
              </a:spcAft>
              <a:buSzPts val="1400"/>
              <a:buNone/>
            </a:pPr>
            <a:r>
              <a:t/>
            </a:r>
            <a:endParaRPr/>
          </a:p>
        </p:txBody>
      </p:sp>
      <p:sp>
        <p:nvSpPr>
          <p:cNvPr id="243" name="Google Shape;24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 The easiest quick fix is to clear cmos settings via motherboard jumper RTCRST.  I think these pc have a dying cmos battery which cannot hold nonvolatile memory well. The battery may not be quite dead but is getting old thus the rom is losing memory kind of like getting demented.  If clear cmos fixes problem, replace cmos battery with a brand new one at your earliest convenience. </a:t>
            </a:r>
            <a:endParaRPr/>
          </a:p>
          <a:p>
            <a:pPr indent="-228600" lvl="0" marL="457200" rtl="0" algn="l">
              <a:lnSpc>
                <a:spcPct val="100000"/>
              </a:lnSpc>
              <a:spcBef>
                <a:spcPts val="0"/>
              </a:spcBef>
              <a:spcAft>
                <a:spcPts val="0"/>
              </a:spcAft>
              <a:buSzPts val="1400"/>
              <a:buAutoNum type="arabicPeriod"/>
            </a:pPr>
            <a:r>
              <a:rPr lang="en-US"/>
              <a:t>Identify the problem: Computer unable to start due an unknown error. The computer keeps power ON and OFF while beeping. The POST Diagnostic card indicates no error code which indicate that the problem might be happening before the Power-on-self-test.</a:t>
            </a:r>
            <a:endParaRPr/>
          </a:p>
          <a:p>
            <a:pPr indent="-228600" lvl="0" marL="457200" rtl="0" algn="l">
              <a:lnSpc>
                <a:spcPct val="100000"/>
              </a:lnSpc>
              <a:spcBef>
                <a:spcPts val="0"/>
              </a:spcBef>
              <a:spcAft>
                <a:spcPts val="0"/>
              </a:spcAft>
              <a:buSzPts val="1400"/>
              <a:buAutoNum type="arabicPeriod"/>
            </a:pPr>
            <a:r>
              <a:rPr lang="en-US"/>
              <a:t>Plausible theory: based on similar issues found online, the plausible cause of this is a dying CMOS battery preventing the CMOS to hold nonvolatile memory. The fix is to clear the CMOS via the RTCRST jumper. Eventually the CMOS battery needs to be replaced.</a:t>
            </a:r>
            <a:endParaRPr/>
          </a:p>
          <a:p>
            <a:pPr indent="-228600" lvl="0" marL="457200" rtl="0" algn="l">
              <a:lnSpc>
                <a:spcPct val="100000"/>
              </a:lnSpc>
              <a:spcBef>
                <a:spcPts val="0"/>
              </a:spcBef>
              <a:spcAft>
                <a:spcPts val="0"/>
              </a:spcAft>
              <a:buSzPts val="1400"/>
              <a:buAutoNum type="arabicPeriod"/>
            </a:pPr>
            <a:r>
              <a:rPr lang="en-US"/>
              <a:t>Implementing the solution: ….</a:t>
            </a:r>
            <a:endParaRPr/>
          </a:p>
          <a:p>
            <a:pPr indent="-228600" lvl="0" marL="457200" rtl="0" algn="l">
              <a:lnSpc>
                <a:spcPct val="100000"/>
              </a:lnSpc>
              <a:spcBef>
                <a:spcPts val="0"/>
              </a:spcBef>
              <a:spcAft>
                <a:spcPts val="0"/>
              </a:spcAft>
              <a:buSzPts val="1400"/>
              <a:buAutoNum type="arabicPeriod"/>
            </a:pPr>
            <a:r>
              <a:rPr lang="en-US"/>
              <a:t>Validating: ………</a:t>
            </a:r>
            <a:endParaRPr/>
          </a:p>
          <a:p>
            <a:pPr indent="-139700" lvl="0" marL="457200" rtl="0" algn="l">
              <a:lnSpc>
                <a:spcPct val="100000"/>
              </a:lnSpc>
              <a:spcBef>
                <a:spcPts val="0"/>
              </a:spcBef>
              <a:spcAft>
                <a:spcPts val="0"/>
              </a:spcAft>
              <a:buSzPts val="1400"/>
              <a:buNone/>
            </a:pPr>
            <a:r>
              <a:t/>
            </a:r>
            <a:endParaRPr/>
          </a:p>
          <a:p>
            <a:pPr indent="-139700" lvl="0" marL="457200" rtl="0" algn="l">
              <a:lnSpc>
                <a:spcPct val="100000"/>
              </a:lnSpc>
              <a:spcBef>
                <a:spcPts val="0"/>
              </a:spcBef>
              <a:spcAft>
                <a:spcPts val="0"/>
              </a:spcAft>
              <a:buSzPts val="1400"/>
              <a:buNone/>
            </a:pPr>
            <a:r>
              <a:t/>
            </a:r>
            <a:endParaRPr/>
          </a:p>
        </p:txBody>
      </p:sp>
      <p:sp>
        <p:nvSpPr>
          <p:cNvPr id="301" name="Google Shape;30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Slide Show mode, click the arrow to enter the PowerPoint Getting Started Center.</a:t>
            </a:r>
            <a:endParaRPr/>
          </a:p>
        </p:txBody>
      </p:sp>
      <p:sp>
        <p:nvSpPr>
          <p:cNvPr id="316" name="Google Shape;31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565655"/>
        </a:solidFill>
      </p:bgPr>
    </p:bg>
    <p:spTree>
      <p:nvGrpSpPr>
        <p:cNvPr id="15" name="Shape 15"/>
        <p:cNvGrpSpPr/>
        <p:nvPr/>
      </p:nvGrpSpPr>
      <p:grpSpPr>
        <a:xfrm>
          <a:off x="0" y="0"/>
          <a:ext cx="0" cy="0"/>
          <a:chOff x="0" y="0"/>
          <a:chExt cx="0" cy="0"/>
        </a:xfrm>
      </p:grpSpPr>
      <p:sp>
        <p:nvSpPr>
          <p:cNvPr id="16" name="Google Shape;16;p20"/>
          <p:cNvSpPr/>
          <p:nvPr/>
        </p:nvSpPr>
        <p:spPr>
          <a:xfrm>
            <a:off x="0" y="0"/>
            <a:ext cx="12192000" cy="4866468"/>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7" name="Google Shape;17;p20"/>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Quattrocento Sans"/>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0"/>
          <p:cNvSpPr txBox="1"/>
          <p:nvPr>
            <p:ph idx="1" type="subTitle"/>
          </p:nvPr>
        </p:nvSpPr>
        <p:spPr>
          <a:xfrm>
            <a:off x="838202" y="5110609"/>
            <a:ext cx="10515598" cy="1137793"/>
          </a:xfrm>
          <a:prstGeom prst="rect">
            <a:avLst/>
          </a:prstGeom>
          <a:noFill/>
          <a:ln>
            <a:noFill/>
          </a:ln>
        </p:spPr>
        <p:txBody>
          <a:bodyPr anchorCtr="0" anchor="t" bIns="45700" lIns="91425" spcFirstLastPara="1" rIns="91425" wrap="square" tIns="45700">
            <a:normAutofit/>
          </a:bodyPr>
          <a:lstStyle>
            <a:lvl1pPr lvl="0" algn="r">
              <a:lnSpc>
                <a:spcPct val="150000"/>
              </a:lnSpc>
              <a:spcBef>
                <a:spcPts val="60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lvl="1" algn="ctr">
              <a:lnSpc>
                <a:spcPct val="90000"/>
              </a:lnSpc>
              <a:spcBef>
                <a:spcPts val="600"/>
              </a:spcBef>
              <a:spcAft>
                <a:spcPts val="0"/>
              </a:spcAft>
              <a:buClr>
                <a:schemeClr val="dk1"/>
              </a:buClr>
              <a:buSzPts val="2000"/>
              <a:buNone/>
              <a:defRPr sz="2000"/>
            </a:lvl2pPr>
            <a:lvl3pPr lvl="2" algn="ctr">
              <a:lnSpc>
                <a:spcPct val="90000"/>
              </a:lnSpc>
              <a:spcBef>
                <a:spcPts val="540"/>
              </a:spcBef>
              <a:spcAft>
                <a:spcPts val="0"/>
              </a:spcAft>
              <a:buClr>
                <a:schemeClr val="dk1"/>
              </a:buClr>
              <a:buSzPts val="1800"/>
              <a:buNone/>
              <a:defRPr sz="1800"/>
            </a:lvl3pPr>
            <a:lvl4pPr lvl="3" algn="ctr">
              <a:lnSpc>
                <a:spcPct val="90000"/>
              </a:lnSpc>
              <a:spcBef>
                <a:spcPts val="480"/>
              </a:spcBef>
              <a:spcAft>
                <a:spcPts val="0"/>
              </a:spcAft>
              <a:buClr>
                <a:schemeClr val="dk1"/>
              </a:buClr>
              <a:buSzPts val="1600"/>
              <a:buNone/>
              <a:defRPr sz="1600"/>
            </a:lvl4pPr>
            <a:lvl5pPr lvl="4" algn="ctr">
              <a:lnSpc>
                <a:spcPct val="90000"/>
              </a:lnSpc>
              <a:spcBef>
                <a:spcPts val="480"/>
              </a:spcBef>
              <a:spcAft>
                <a:spcPts val="0"/>
              </a:spcAft>
              <a:buClr>
                <a:schemeClr val="dk1"/>
              </a:buClr>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p:txBody>
      </p:sp>
      <p:sp>
        <p:nvSpPr>
          <p:cNvPr id="19" name="Google Shape;19;p2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20"/>
          <p:cNvSpPr/>
          <p:nvPr/>
        </p:nvSpPr>
        <p:spPr>
          <a:xfrm>
            <a:off x="0" y="0"/>
            <a:ext cx="12192000" cy="4866468"/>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23" name="Google Shape;23;p20"/>
          <p:cNvPicPr preferRelativeResize="0"/>
          <p:nvPr/>
        </p:nvPicPr>
        <p:blipFill rotWithShape="1">
          <a:blip r:embed="rId2">
            <a:alphaModFix/>
          </a:blip>
          <a:srcRect b="0" l="0" r="0" t="0"/>
          <a:stretch/>
        </p:blipFill>
        <p:spPr>
          <a:xfrm>
            <a:off x="390525" y="315939"/>
            <a:ext cx="4686300" cy="923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4" name="Shape 24"/>
        <p:cNvGrpSpPr/>
        <p:nvPr/>
      </p:nvGrpSpPr>
      <p:grpSpPr>
        <a:xfrm>
          <a:off x="0" y="0"/>
          <a:ext cx="0" cy="0"/>
          <a:chOff x="0" y="0"/>
          <a:chExt cx="0" cy="0"/>
        </a:xfrm>
      </p:grpSpPr>
      <p:sp>
        <p:nvSpPr>
          <p:cNvPr id="25" name="Google Shape;25;p21"/>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6" name="Google Shape;26;p2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8" name="Google Shape;28;p2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21"/>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32" name="Google Shape;32;p21"/>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5" name="Google Shape;35;p2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37" name="Google Shape;37;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38" name="Google Shape;38;p2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41" name="Google Shape;41;p22"/>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42" name="Google Shape;42;p22"/>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23"/>
          <p:cNvSpPr/>
          <p:nvPr/>
        </p:nvSpPr>
        <p:spPr>
          <a:xfrm>
            <a:off x="5656882" y="1709738"/>
            <a:ext cx="6535119" cy="357518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5" name="Google Shape;45;p23"/>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55A4"/>
              </a:buClr>
              <a:buSzPts val="4800"/>
              <a:buFont typeface="Quattrocento Sans"/>
              <a:buNone/>
              <a:defRPr sz="4800">
                <a:solidFill>
                  <a:srgbClr val="0055A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3"/>
          <p:cNvSpPr txBox="1"/>
          <p:nvPr>
            <p:ph idx="1" type="body"/>
          </p:nvPr>
        </p:nvSpPr>
        <p:spPr>
          <a:xfrm>
            <a:off x="6323308" y="2402237"/>
            <a:ext cx="5269424" cy="2187226"/>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84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indent="-228600" lvl="1" marL="914400" algn="l">
              <a:lnSpc>
                <a:spcPct val="90000"/>
              </a:lnSpc>
              <a:spcBef>
                <a:spcPts val="600"/>
              </a:spcBef>
              <a:spcAft>
                <a:spcPts val="0"/>
              </a:spcAft>
              <a:buClr>
                <a:schemeClr val="dk1"/>
              </a:buClr>
              <a:buSzPts val="2000"/>
              <a:buNone/>
              <a:defRPr sz="2000"/>
            </a:lvl2pPr>
            <a:lvl3pPr indent="-228600" lvl="2" marL="1371600" algn="l">
              <a:lnSpc>
                <a:spcPct val="90000"/>
              </a:lnSpc>
              <a:spcBef>
                <a:spcPts val="540"/>
              </a:spcBef>
              <a:spcAft>
                <a:spcPts val="0"/>
              </a:spcAft>
              <a:buClr>
                <a:schemeClr val="dk1"/>
              </a:buClr>
              <a:buSzPts val="1800"/>
              <a:buNone/>
              <a:defRPr sz="1800"/>
            </a:lvl3pPr>
            <a:lvl4pPr indent="-228600" lvl="3" marL="1828800" algn="l">
              <a:lnSpc>
                <a:spcPct val="90000"/>
              </a:lnSpc>
              <a:spcBef>
                <a:spcPts val="480"/>
              </a:spcBef>
              <a:spcAft>
                <a:spcPts val="0"/>
              </a:spcAft>
              <a:buClr>
                <a:schemeClr val="dk1"/>
              </a:buClr>
              <a:buSzPts val="1600"/>
              <a:buNone/>
              <a:defRPr sz="1600"/>
            </a:lvl4pPr>
            <a:lvl5pPr indent="-228600" lvl="4" marL="2286000" algn="l">
              <a:lnSpc>
                <a:spcPct val="90000"/>
              </a:lnSpc>
              <a:spcBef>
                <a:spcPts val="480"/>
              </a:spcBef>
              <a:spcAft>
                <a:spcPts val="0"/>
              </a:spcAft>
              <a:buClr>
                <a:schemeClr val="dk1"/>
              </a:buClr>
              <a:buSzPts val="1600"/>
              <a:buNone/>
              <a:defRPr sz="1600"/>
            </a:lvl5pPr>
            <a:lvl6pPr indent="-228600" lvl="5" marL="2743200" algn="l">
              <a:lnSpc>
                <a:spcPct val="90000"/>
              </a:lnSpc>
              <a:spcBef>
                <a:spcPts val="480"/>
              </a:spcBef>
              <a:spcAft>
                <a:spcPts val="0"/>
              </a:spcAft>
              <a:buClr>
                <a:schemeClr val="dk1"/>
              </a:buClr>
              <a:buSzPts val="1600"/>
              <a:buNone/>
              <a:defRPr sz="1600"/>
            </a:lvl6pPr>
            <a:lvl7pPr indent="-228600" lvl="6" marL="3200400" algn="l">
              <a:lnSpc>
                <a:spcPct val="90000"/>
              </a:lnSpc>
              <a:spcBef>
                <a:spcPts val="480"/>
              </a:spcBef>
              <a:spcAft>
                <a:spcPts val="0"/>
              </a:spcAft>
              <a:buClr>
                <a:schemeClr val="dk1"/>
              </a:buClr>
              <a:buSzPts val="1600"/>
              <a:buNone/>
              <a:defRPr sz="1600"/>
            </a:lvl7pPr>
            <a:lvl8pPr indent="-228600" lvl="7" marL="3657600" algn="l">
              <a:lnSpc>
                <a:spcPct val="90000"/>
              </a:lnSpc>
              <a:spcBef>
                <a:spcPts val="480"/>
              </a:spcBef>
              <a:spcAft>
                <a:spcPts val="0"/>
              </a:spcAft>
              <a:buClr>
                <a:schemeClr val="dk1"/>
              </a:buClr>
              <a:buSzPts val="1600"/>
              <a:buNone/>
              <a:defRPr sz="1600"/>
            </a:lvl8pPr>
            <a:lvl9pPr indent="-228600" lvl="8" marL="4114800" algn="l">
              <a:lnSpc>
                <a:spcPct val="90000"/>
              </a:lnSpc>
              <a:spcBef>
                <a:spcPts val="480"/>
              </a:spcBef>
              <a:spcAft>
                <a:spcPts val="0"/>
              </a:spcAft>
              <a:buClr>
                <a:schemeClr val="dk1"/>
              </a:buClr>
              <a:buSzPts val="1600"/>
              <a:buNone/>
              <a:defRPr sz="1600"/>
            </a:lvl9pPr>
          </a:lstStyle>
          <a:p/>
        </p:txBody>
      </p:sp>
      <p:sp>
        <p:nvSpPr>
          <p:cNvPr id="47" name="Google Shape;47;p2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50" name="Google Shape;50;p23"/>
          <p:cNvSpPr/>
          <p:nvPr/>
        </p:nvSpPr>
        <p:spPr>
          <a:xfrm>
            <a:off x="5656882" y="1709738"/>
            <a:ext cx="6535119"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51" name="Google Shape;51;p23"/>
          <p:cNvPicPr preferRelativeResize="0"/>
          <p:nvPr/>
        </p:nvPicPr>
        <p:blipFill rotWithShape="1">
          <a:blip r:embed="rId2">
            <a:alphaModFix/>
          </a:blip>
          <a:srcRect b="0" l="0" r="0" t="0"/>
          <a:stretch/>
        </p:blipFill>
        <p:spPr>
          <a:xfrm>
            <a:off x="6787643" y="3074570"/>
            <a:ext cx="4273596" cy="84255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24"/>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 name="Google Shape;54;p24"/>
          <p:cNvSpPr txBox="1"/>
          <p:nvPr>
            <p:ph type="title"/>
          </p:nvPr>
        </p:nvSpPr>
        <p:spPr>
          <a:xfrm>
            <a:off x="604434" y="0"/>
            <a:ext cx="10749367" cy="12088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4"/>
          <p:cNvSpPr txBox="1"/>
          <p:nvPr>
            <p:ph idx="1" type="body"/>
          </p:nvPr>
        </p:nvSpPr>
        <p:spPr>
          <a:xfrm>
            <a:off x="838201" y="1825625"/>
            <a:ext cx="4167753"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660"/>
              </a:spcBef>
              <a:spcAft>
                <a:spcPts val="0"/>
              </a:spcAft>
              <a:buClr>
                <a:srgbClr val="7F7F7F"/>
              </a:buClr>
              <a:buSzPts val="2200"/>
              <a:buNone/>
              <a:defRPr sz="2200">
                <a:solidFill>
                  <a:srgbClr val="7F7F7F"/>
                </a:solidFill>
              </a:defRPr>
            </a:lvl1pPr>
            <a:lvl2pPr indent="-342900" lvl="1" marL="914400" algn="l">
              <a:lnSpc>
                <a:spcPct val="150000"/>
              </a:lnSpc>
              <a:spcBef>
                <a:spcPts val="1200"/>
              </a:spcBef>
              <a:spcAft>
                <a:spcPts val="0"/>
              </a:spcAft>
              <a:buClr>
                <a:srgbClr val="7F7F7F"/>
              </a:buClr>
              <a:buSzPts val="1800"/>
              <a:buChar char="•"/>
              <a:defRPr sz="1800">
                <a:solidFill>
                  <a:srgbClr val="7F7F7F"/>
                </a:solidFill>
              </a:defRPr>
            </a:lvl2pPr>
            <a:lvl3pPr indent="-304800" lvl="2" marL="1371600" algn="l">
              <a:lnSpc>
                <a:spcPct val="150000"/>
              </a:lnSpc>
              <a:spcBef>
                <a:spcPts val="1200"/>
              </a:spcBef>
              <a:spcAft>
                <a:spcPts val="0"/>
              </a:spcAft>
              <a:buClr>
                <a:srgbClr val="7F7F7F"/>
              </a:buClr>
              <a:buSzPts val="1200"/>
              <a:buChar char="•"/>
              <a:defRPr sz="1200">
                <a:solidFill>
                  <a:srgbClr val="7F7F7F"/>
                </a:solidFill>
              </a:defRPr>
            </a:lvl3pPr>
            <a:lvl4pPr indent="-298450" lvl="3" marL="1828800" algn="l">
              <a:lnSpc>
                <a:spcPct val="150000"/>
              </a:lnSpc>
              <a:spcBef>
                <a:spcPts val="1200"/>
              </a:spcBef>
              <a:spcAft>
                <a:spcPts val="0"/>
              </a:spcAft>
              <a:buClr>
                <a:srgbClr val="7F7F7F"/>
              </a:buClr>
              <a:buSzPts val="1100"/>
              <a:buChar char="•"/>
              <a:defRPr sz="1100">
                <a:solidFill>
                  <a:srgbClr val="7F7F7F"/>
                </a:solidFill>
              </a:defRPr>
            </a:lvl4pPr>
            <a:lvl5pPr indent="-298450" lvl="4" marL="2286000" algn="l">
              <a:lnSpc>
                <a:spcPct val="150000"/>
              </a:lnSpc>
              <a:spcBef>
                <a:spcPts val="1200"/>
              </a:spcBef>
              <a:spcAft>
                <a:spcPts val="0"/>
              </a:spcAft>
              <a:buClr>
                <a:srgbClr val="7F7F7F"/>
              </a:buClr>
              <a:buSzPts val="1100"/>
              <a:buChar char="•"/>
              <a:defRPr sz="1100">
                <a:solidFill>
                  <a:srgbClr val="7F7F7F"/>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56" name="Google Shape;56;p2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24"/>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60" name="Google Shape;60;p24"/>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25"/>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3" name="Google Shape;63;p25"/>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65" name="Google Shape;65;p25"/>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66" name="Google Shape;66;p25"/>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67" name="Google Shape;67;p25"/>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68" name="Google Shape;68;p25"/>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5"/>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71" name="Google Shape;71;p25"/>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72" name="Google Shape;72;p25"/>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26"/>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5" name="Google Shape;75;p2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26"/>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80" name="Google Shape;80;p26"/>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 name="Shape 81"/>
        <p:cNvGrpSpPr/>
        <p:nvPr/>
      </p:nvGrpSpPr>
      <p:grpSpPr>
        <a:xfrm>
          <a:off x="0" y="0"/>
          <a:ext cx="0" cy="0"/>
          <a:chOff x="0" y="0"/>
          <a:chExt cx="0" cy="0"/>
        </a:xfrm>
      </p:grpSpPr>
      <p:sp>
        <p:nvSpPr>
          <p:cNvPr id="82" name="Google Shape;82;p2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5" name="Shape 85"/>
        <p:cNvGrpSpPr/>
        <p:nvPr/>
      </p:nvGrpSpPr>
      <p:grpSpPr>
        <a:xfrm>
          <a:off x="0" y="0"/>
          <a:ext cx="0" cy="0"/>
          <a:chOff x="0" y="0"/>
          <a:chExt cx="0" cy="0"/>
        </a:xfrm>
      </p:grpSpPr>
      <p:sp>
        <p:nvSpPr>
          <p:cNvPr id="86" name="Google Shape;86;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8"/>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88" name="Google Shape;88;p28"/>
          <p:cNvSpPr txBox="1"/>
          <p:nvPr>
            <p:ph idx="2"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89" name="Google Shape;89;p2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2" name="Shape 92"/>
        <p:cNvGrpSpPr/>
        <p:nvPr/>
      </p:nvGrpSpPr>
      <p:grpSpPr>
        <a:xfrm>
          <a:off x="0" y="0"/>
          <a:ext cx="0" cy="0"/>
          <a:chOff x="0" y="0"/>
          <a:chExt cx="0" cy="0"/>
        </a:xfrm>
      </p:grpSpPr>
      <p:sp>
        <p:nvSpPr>
          <p:cNvPr id="93" name="Google Shape;93;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9"/>
          <p:cNvSpPr/>
          <p:nvPr>
            <p:ph idx="2" type="pic"/>
          </p:nvPr>
        </p:nvSpPr>
        <p:spPr>
          <a:xfrm>
            <a:off x="5183188" y="987427"/>
            <a:ext cx="6172200" cy="4873625"/>
          </a:xfrm>
          <a:prstGeom prst="rect">
            <a:avLst/>
          </a:prstGeom>
          <a:noFill/>
          <a:ln>
            <a:noFill/>
          </a:ln>
        </p:spPr>
      </p:sp>
      <p:sp>
        <p:nvSpPr>
          <p:cNvPr id="95" name="Google Shape;95;p29"/>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96" name="Google Shape;96;p2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9" name="Shape 99"/>
        <p:cNvGrpSpPr/>
        <p:nvPr/>
      </p:nvGrpSpPr>
      <p:grpSpPr>
        <a:xfrm>
          <a:off x="0" y="0"/>
          <a:ext cx="0" cy="0"/>
          <a:chOff x="0" y="0"/>
          <a:chExt cx="0" cy="0"/>
        </a:xfrm>
      </p:grpSpPr>
      <p:sp>
        <p:nvSpPr>
          <p:cNvPr id="100" name="Google Shape;100;p30"/>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01" name="Google Shape;101;p3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03" name="Google Shape;103;p3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06" name="Google Shape;106;p30"/>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107" name="Google Shape;107;p30"/>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8" name="Shape 108"/>
        <p:cNvGrpSpPr/>
        <p:nvPr/>
      </p:nvGrpSpPr>
      <p:grpSpPr>
        <a:xfrm>
          <a:off x="0" y="0"/>
          <a:ext cx="0" cy="0"/>
          <a:chOff x="0" y="0"/>
          <a:chExt cx="0" cy="0"/>
        </a:xfrm>
      </p:grpSpPr>
      <p:sp>
        <p:nvSpPr>
          <p:cNvPr id="109" name="Google Shape;109;p31"/>
          <p:cNvSpPr/>
          <p:nvPr/>
        </p:nvSpPr>
        <p:spPr>
          <a:xfrm>
            <a:off x="10095346" y="0"/>
            <a:ext cx="2096655" cy="6858000"/>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10" name="Google Shape;110;p31"/>
          <p:cNvSpPr txBox="1"/>
          <p:nvPr>
            <p:ph type="title"/>
          </p:nvPr>
        </p:nvSpPr>
        <p:spPr>
          <a:xfrm rot="5400000">
            <a:off x="8219282" y="2361262"/>
            <a:ext cx="5811838" cy="18195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1"/>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12" name="Google Shape;112;p3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3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15" name="Google Shape;115;p31"/>
          <p:cNvSpPr/>
          <p:nvPr/>
        </p:nvSpPr>
        <p:spPr>
          <a:xfrm>
            <a:off x="10095346" y="0"/>
            <a:ext cx="2096655" cy="6858000"/>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6" name="Shape 116"/>
        <p:cNvGrpSpPr/>
        <p:nvPr/>
      </p:nvGrpSpPr>
      <p:grpSpPr>
        <a:xfrm>
          <a:off x="0" y="0"/>
          <a:ext cx="0" cy="0"/>
          <a:chOff x="0" y="0"/>
          <a:chExt cx="0" cy="0"/>
        </a:xfrm>
      </p:grpSpPr>
      <p:sp>
        <p:nvSpPr>
          <p:cNvPr id="117" name="Google Shape;117;p32"/>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Quattrocento Sans"/>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32"/>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2133"/>
              </a:spcBef>
              <a:spcAft>
                <a:spcPts val="0"/>
              </a:spcAft>
              <a:buClr>
                <a:schemeClr val="dk1"/>
              </a:buClr>
              <a:buSzPts val="1400"/>
              <a:buChar char="○"/>
              <a:defRPr/>
            </a:lvl2pPr>
            <a:lvl3pPr indent="-317500" lvl="2" marL="1371600" algn="l">
              <a:lnSpc>
                <a:spcPct val="90000"/>
              </a:lnSpc>
              <a:spcBef>
                <a:spcPts val="2133"/>
              </a:spcBef>
              <a:spcAft>
                <a:spcPts val="0"/>
              </a:spcAft>
              <a:buClr>
                <a:schemeClr val="dk1"/>
              </a:buClr>
              <a:buSzPts val="1400"/>
              <a:buChar char="■"/>
              <a:defRPr/>
            </a:lvl3pPr>
            <a:lvl4pPr indent="-317500" lvl="3" marL="1828800" algn="l">
              <a:lnSpc>
                <a:spcPct val="90000"/>
              </a:lnSpc>
              <a:spcBef>
                <a:spcPts val="2133"/>
              </a:spcBef>
              <a:spcAft>
                <a:spcPts val="0"/>
              </a:spcAft>
              <a:buClr>
                <a:schemeClr val="dk1"/>
              </a:buClr>
              <a:buSzPts val="1400"/>
              <a:buChar char="●"/>
              <a:defRPr/>
            </a:lvl4pPr>
            <a:lvl5pPr indent="-317500" lvl="4" marL="2286000" algn="l">
              <a:lnSpc>
                <a:spcPct val="90000"/>
              </a:lnSpc>
              <a:spcBef>
                <a:spcPts val="2133"/>
              </a:spcBef>
              <a:spcAft>
                <a:spcPts val="0"/>
              </a:spcAft>
              <a:buClr>
                <a:schemeClr val="dk1"/>
              </a:buClr>
              <a:buSzPts val="1400"/>
              <a:buChar char="○"/>
              <a:defRPr/>
            </a:lvl5pPr>
            <a:lvl6pPr indent="-317500" lvl="5" marL="2743200" algn="l">
              <a:lnSpc>
                <a:spcPct val="90000"/>
              </a:lnSpc>
              <a:spcBef>
                <a:spcPts val="2133"/>
              </a:spcBef>
              <a:spcAft>
                <a:spcPts val="0"/>
              </a:spcAft>
              <a:buClr>
                <a:schemeClr val="dk1"/>
              </a:buClr>
              <a:buSzPts val="1400"/>
              <a:buChar char="■"/>
              <a:defRPr/>
            </a:lvl6pPr>
            <a:lvl7pPr indent="-317500" lvl="6" marL="3200400" algn="l">
              <a:lnSpc>
                <a:spcPct val="90000"/>
              </a:lnSpc>
              <a:spcBef>
                <a:spcPts val="2133"/>
              </a:spcBef>
              <a:spcAft>
                <a:spcPts val="0"/>
              </a:spcAft>
              <a:buClr>
                <a:schemeClr val="dk1"/>
              </a:buClr>
              <a:buSzPts val="1400"/>
              <a:buChar char="●"/>
              <a:defRPr/>
            </a:lvl7pPr>
            <a:lvl8pPr indent="-317500" lvl="7" marL="3657600" algn="l">
              <a:lnSpc>
                <a:spcPct val="90000"/>
              </a:lnSpc>
              <a:spcBef>
                <a:spcPts val="2133"/>
              </a:spcBef>
              <a:spcAft>
                <a:spcPts val="0"/>
              </a:spcAft>
              <a:buClr>
                <a:schemeClr val="dk1"/>
              </a:buClr>
              <a:buSzPts val="1400"/>
              <a:buChar char="○"/>
              <a:defRPr/>
            </a:lvl8pPr>
            <a:lvl9pPr indent="-317500" lvl="8" marL="4114800" algn="l">
              <a:lnSpc>
                <a:spcPct val="90000"/>
              </a:lnSpc>
              <a:spcBef>
                <a:spcPts val="2133"/>
              </a:spcBef>
              <a:spcAft>
                <a:spcPts val="2133"/>
              </a:spcAft>
              <a:buClr>
                <a:schemeClr val="dk1"/>
              </a:buClr>
              <a:buSzPts val="1400"/>
              <a:buChar char="■"/>
              <a:defRPr/>
            </a:lvl9pPr>
          </a:lstStyle>
          <a:p/>
        </p:txBody>
      </p:sp>
      <p:sp>
        <p:nvSpPr>
          <p:cNvPr id="119" name="Google Shape;119;p3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0" name="Shape 120"/>
        <p:cNvGrpSpPr/>
        <p:nvPr/>
      </p:nvGrpSpPr>
      <p:grpSpPr>
        <a:xfrm>
          <a:off x="0" y="0"/>
          <a:ext cx="0" cy="0"/>
          <a:chOff x="0" y="0"/>
          <a:chExt cx="0" cy="0"/>
        </a:xfrm>
      </p:grpSpPr>
      <p:sp>
        <p:nvSpPr>
          <p:cNvPr id="121" name="Google Shape;121;p33"/>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Quattrocento Sans"/>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2" name="Google Shape;122;p33"/>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90000"/>
              </a:lnSpc>
              <a:spcBef>
                <a:spcPts val="0"/>
              </a:spcBef>
              <a:spcAft>
                <a:spcPts val="0"/>
              </a:spcAft>
              <a:buClr>
                <a:schemeClr val="dk1"/>
              </a:buClr>
              <a:buSzPts val="1400"/>
              <a:buChar char="●"/>
              <a:defRPr sz="1867"/>
            </a:lvl1pPr>
            <a:lvl2pPr indent="-304800" lvl="1" marL="914400" algn="l">
              <a:lnSpc>
                <a:spcPct val="90000"/>
              </a:lnSpc>
              <a:spcBef>
                <a:spcPts val="2133"/>
              </a:spcBef>
              <a:spcAft>
                <a:spcPts val="0"/>
              </a:spcAft>
              <a:buClr>
                <a:schemeClr val="dk1"/>
              </a:buClr>
              <a:buSzPts val="1200"/>
              <a:buChar char="○"/>
              <a:defRPr sz="1600"/>
            </a:lvl2pPr>
            <a:lvl3pPr indent="-304800" lvl="2" marL="1371600" algn="l">
              <a:lnSpc>
                <a:spcPct val="90000"/>
              </a:lnSpc>
              <a:spcBef>
                <a:spcPts val="2133"/>
              </a:spcBef>
              <a:spcAft>
                <a:spcPts val="0"/>
              </a:spcAft>
              <a:buClr>
                <a:schemeClr val="dk1"/>
              </a:buClr>
              <a:buSzPts val="1200"/>
              <a:buChar char="■"/>
              <a:defRPr sz="1600"/>
            </a:lvl3pPr>
            <a:lvl4pPr indent="-304800" lvl="3" marL="1828800" algn="l">
              <a:lnSpc>
                <a:spcPct val="90000"/>
              </a:lnSpc>
              <a:spcBef>
                <a:spcPts val="2133"/>
              </a:spcBef>
              <a:spcAft>
                <a:spcPts val="0"/>
              </a:spcAft>
              <a:buClr>
                <a:schemeClr val="dk1"/>
              </a:buClr>
              <a:buSzPts val="1200"/>
              <a:buChar char="●"/>
              <a:defRPr sz="1600"/>
            </a:lvl4pPr>
            <a:lvl5pPr indent="-304800" lvl="4" marL="2286000" algn="l">
              <a:lnSpc>
                <a:spcPct val="90000"/>
              </a:lnSpc>
              <a:spcBef>
                <a:spcPts val="2133"/>
              </a:spcBef>
              <a:spcAft>
                <a:spcPts val="0"/>
              </a:spcAft>
              <a:buClr>
                <a:schemeClr val="dk1"/>
              </a:buClr>
              <a:buSzPts val="1200"/>
              <a:buChar char="○"/>
              <a:defRPr sz="1600"/>
            </a:lvl5pPr>
            <a:lvl6pPr indent="-304800" lvl="5" marL="2743200" algn="l">
              <a:lnSpc>
                <a:spcPct val="90000"/>
              </a:lnSpc>
              <a:spcBef>
                <a:spcPts val="2133"/>
              </a:spcBef>
              <a:spcAft>
                <a:spcPts val="0"/>
              </a:spcAft>
              <a:buClr>
                <a:schemeClr val="dk1"/>
              </a:buClr>
              <a:buSzPts val="1200"/>
              <a:buChar char="■"/>
              <a:defRPr sz="1600"/>
            </a:lvl6pPr>
            <a:lvl7pPr indent="-304800" lvl="6" marL="3200400" algn="l">
              <a:lnSpc>
                <a:spcPct val="90000"/>
              </a:lnSpc>
              <a:spcBef>
                <a:spcPts val="2133"/>
              </a:spcBef>
              <a:spcAft>
                <a:spcPts val="0"/>
              </a:spcAft>
              <a:buClr>
                <a:schemeClr val="dk1"/>
              </a:buClr>
              <a:buSzPts val="1200"/>
              <a:buChar char="●"/>
              <a:defRPr sz="1600"/>
            </a:lvl7pPr>
            <a:lvl8pPr indent="-304800" lvl="7" marL="3657600" algn="l">
              <a:lnSpc>
                <a:spcPct val="90000"/>
              </a:lnSpc>
              <a:spcBef>
                <a:spcPts val="2133"/>
              </a:spcBef>
              <a:spcAft>
                <a:spcPts val="0"/>
              </a:spcAft>
              <a:buClr>
                <a:schemeClr val="dk1"/>
              </a:buClr>
              <a:buSzPts val="1200"/>
              <a:buChar char="○"/>
              <a:defRPr sz="1600"/>
            </a:lvl8pPr>
            <a:lvl9pPr indent="-304800" lvl="8" marL="4114800" algn="l">
              <a:lnSpc>
                <a:spcPct val="90000"/>
              </a:lnSpc>
              <a:spcBef>
                <a:spcPts val="2133"/>
              </a:spcBef>
              <a:spcAft>
                <a:spcPts val="2133"/>
              </a:spcAft>
              <a:buClr>
                <a:schemeClr val="dk1"/>
              </a:buClr>
              <a:buSzPts val="1200"/>
              <a:buChar char="■"/>
              <a:defRPr sz="1600"/>
            </a:lvl9pPr>
          </a:lstStyle>
          <a:p/>
        </p:txBody>
      </p:sp>
      <p:sp>
        <p:nvSpPr>
          <p:cNvPr id="123" name="Google Shape;123;p33"/>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90000"/>
              </a:lnSpc>
              <a:spcBef>
                <a:spcPts val="0"/>
              </a:spcBef>
              <a:spcAft>
                <a:spcPts val="0"/>
              </a:spcAft>
              <a:buClr>
                <a:schemeClr val="dk1"/>
              </a:buClr>
              <a:buSzPts val="1400"/>
              <a:buChar char="●"/>
              <a:defRPr sz="1867"/>
            </a:lvl1pPr>
            <a:lvl2pPr indent="-304800" lvl="1" marL="914400" algn="l">
              <a:lnSpc>
                <a:spcPct val="90000"/>
              </a:lnSpc>
              <a:spcBef>
                <a:spcPts val="2133"/>
              </a:spcBef>
              <a:spcAft>
                <a:spcPts val="0"/>
              </a:spcAft>
              <a:buClr>
                <a:schemeClr val="dk1"/>
              </a:buClr>
              <a:buSzPts val="1200"/>
              <a:buChar char="○"/>
              <a:defRPr sz="1600"/>
            </a:lvl2pPr>
            <a:lvl3pPr indent="-304800" lvl="2" marL="1371600" algn="l">
              <a:lnSpc>
                <a:spcPct val="90000"/>
              </a:lnSpc>
              <a:spcBef>
                <a:spcPts val="2133"/>
              </a:spcBef>
              <a:spcAft>
                <a:spcPts val="0"/>
              </a:spcAft>
              <a:buClr>
                <a:schemeClr val="dk1"/>
              </a:buClr>
              <a:buSzPts val="1200"/>
              <a:buChar char="■"/>
              <a:defRPr sz="1600"/>
            </a:lvl3pPr>
            <a:lvl4pPr indent="-304800" lvl="3" marL="1828800" algn="l">
              <a:lnSpc>
                <a:spcPct val="90000"/>
              </a:lnSpc>
              <a:spcBef>
                <a:spcPts val="2133"/>
              </a:spcBef>
              <a:spcAft>
                <a:spcPts val="0"/>
              </a:spcAft>
              <a:buClr>
                <a:schemeClr val="dk1"/>
              </a:buClr>
              <a:buSzPts val="1200"/>
              <a:buChar char="●"/>
              <a:defRPr sz="1600"/>
            </a:lvl4pPr>
            <a:lvl5pPr indent="-304800" lvl="4" marL="2286000" algn="l">
              <a:lnSpc>
                <a:spcPct val="90000"/>
              </a:lnSpc>
              <a:spcBef>
                <a:spcPts val="2133"/>
              </a:spcBef>
              <a:spcAft>
                <a:spcPts val="0"/>
              </a:spcAft>
              <a:buClr>
                <a:schemeClr val="dk1"/>
              </a:buClr>
              <a:buSzPts val="1200"/>
              <a:buChar char="○"/>
              <a:defRPr sz="1600"/>
            </a:lvl5pPr>
            <a:lvl6pPr indent="-304800" lvl="5" marL="2743200" algn="l">
              <a:lnSpc>
                <a:spcPct val="90000"/>
              </a:lnSpc>
              <a:spcBef>
                <a:spcPts val="2133"/>
              </a:spcBef>
              <a:spcAft>
                <a:spcPts val="0"/>
              </a:spcAft>
              <a:buClr>
                <a:schemeClr val="dk1"/>
              </a:buClr>
              <a:buSzPts val="1200"/>
              <a:buChar char="■"/>
              <a:defRPr sz="1600"/>
            </a:lvl6pPr>
            <a:lvl7pPr indent="-304800" lvl="6" marL="3200400" algn="l">
              <a:lnSpc>
                <a:spcPct val="90000"/>
              </a:lnSpc>
              <a:spcBef>
                <a:spcPts val="2133"/>
              </a:spcBef>
              <a:spcAft>
                <a:spcPts val="0"/>
              </a:spcAft>
              <a:buClr>
                <a:schemeClr val="dk1"/>
              </a:buClr>
              <a:buSzPts val="1200"/>
              <a:buChar char="●"/>
              <a:defRPr sz="1600"/>
            </a:lvl7pPr>
            <a:lvl8pPr indent="-304800" lvl="7" marL="3657600" algn="l">
              <a:lnSpc>
                <a:spcPct val="90000"/>
              </a:lnSpc>
              <a:spcBef>
                <a:spcPts val="2133"/>
              </a:spcBef>
              <a:spcAft>
                <a:spcPts val="0"/>
              </a:spcAft>
              <a:buClr>
                <a:schemeClr val="dk1"/>
              </a:buClr>
              <a:buSzPts val="1200"/>
              <a:buChar char="○"/>
              <a:defRPr sz="1600"/>
            </a:lvl8pPr>
            <a:lvl9pPr indent="-304800" lvl="8" marL="4114800" algn="l">
              <a:lnSpc>
                <a:spcPct val="90000"/>
              </a:lnSpc>
              <a:spcBef>
                <a:spcPts val="2133"/>
              </a:spcBef>
              <a:spcAft>
                <a:spcPts val="2133"/>
              </a:spcAft>
              <a:buClr>
                <a:schemeClr val="dk1"/>
              </a:buClr>
              <a:buSzPts val="1200"/>
              <a:buChar char="■"/>
              <a:defRPr sz="1600"/>
            </a:lvl9pPr>
          </a:lstStyle>
          <a:p/>
        </p:txBody>
      </p:sp>
      <p:sp>
        <p:nvSpPr>
          <p:cNvPr id="124" name="Google Shape;124;p3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500"/>
              <a:buFont typeface="Quattrocento Sans"/>
              <a:buNone/>
              <a:defRPr b="0" i="0" sz="45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84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72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1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1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1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Quattrocento Sans"/>
              <a:buNone/>
            </a:pPr>
            <a:br>
              <a:rPr lang="en-US"/>
            </a:br>
            <a:r>
              <a:rPr lang="en-US"/>
              <a:t>Technical Support (420-1N6-AB)</a:t>
            </a:r>
            <a:br>
              <a:rPr lang="en-US"/>
            </a:br>
            <a:r>
              <a:rPr lang="en-US"/>
              <a:t>Computer Hardware: </a:t>
            </a:r>
            <a:br>
              <a:rPr lang="en-US"/>
            </a:br>
            <a:r>
              <a:rPr lang="en-US"/>
              <a:t>BIOS, CMOS &amp; UEFI</a:t>
            </a:r>
            <a:endParaRPr/>
          </a:p>
        </p:txBody>
      </p:sp>
      <p:sp>
        <p:nvSpPr>
          <p:cNvPr id="131" name="Google Shape;131;p1"/>
          <p:cNvSpPr txBox="1"/>
          <p:nvPr>
            <p:ph idx="1" type="subTitle"/>
          </p:nvPr>
        </p:nvSpPr>
        <p:spPr>
          <a:xfrm>
            <a:off x="838200" y="5110609"/>
            <a:ext cx="11074877" cy="1376455"/>
          </a:xfrm>
          <a:prstGeom prst="rect">
            <a:avLst/>
          </a:prstGeom>
          <a:noFill/>
          <a:ln>
            <a:noFill/>
          </a:ln>
        </p:spPr>
        <p:txBody>
          <a:bodyPr anchorCtr="0" anchor="t" bIns="45700" lIns="91425" spcFirstLastPara="1" rIns="91425" wrap="square" tIns="45700">
            <a:normAutofit/>
          </a:bodyPr>
          <a:lstStyle/>
          <a:p>
            <a:pPr indent="0" lvl="0" marL="0" rtl="0" algn="r">
              <a:lnSpc>
                <a:spcPct val="150000"/>
              </a:lnSpc>
              <a:spcBef>
                <a:spcPts val="0"/>
              </a:spcBef>
              <a:spcAft>
                <a:spcPts val="0"/>
              </a:spcAft>
              <a:buClr>
                <a:schemeClr val="lt1"/>
              </a:buClr>
              <a:buSzPts val="2800"/>
              <a:buNone/>
            </a:pPr>
            <a:r>
              <a:rPr lang="en-US"/>
              <a:t>Fall 2023</a:t>
            </a:r>
            <a:endParaRPr/>
          </a:p>
          <a:p>
            <a:pPr indent="0" lvl="0" marL="0" rtl="0" algn="r">
              <a:lnSpc>
                <a:spcPct val="150000"/>
              </a:lnSpc>
              <a:spcBef>
                <a:spcPts val="0"/>
              </a:spcBef>
              <a:spcAft>
                <a:spcPts val="0"/>
              </a:spcAft>
              <a:buClr>
                <a:schemeClr val="lt1"/>
              </a:buClr>
              <a:buSzPts val="2800"/>
              <a:buNone/>
            </a:pPr>
            <a:r>
              <a:rPr lang="en-US"/>
              <a:t>Adapted for Fall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Outline</a:t>
            </a:r>
            <a:endParaRPr/>
          </a:p>
        </p:txBody>
      </p:sp>
      <p:sp>
        <p:nvSpPr>
          <p:cNvPr id="137" name="Google Shape;13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rgbClr val="7F7F7F"/>
              </a:buClr>
              <a:buSzPts val="3000"/>
              <a:buChar char="•"/>
            </a:pPr>
            <a:r>
              <a:rPr lang="en-US"/>
              <a:t>BIOS</a:t>
            </a:r>
            <a:endParaRPr/>
          </a:p>
          <a:p>
            <a:pPr indent="-228600" lvl="0" marL="228600" rtl="0" algn="l">
              <a:lnSpc>
                <a:spcPct val="80000"/>
              </a:lnSpc>
              <a:spcBef>
                <a:spcPts val="900"/>
              </a:spcBef>
              <a:spcAft>
                <a:spcPts val="0"/>
              </a:spcAft>
              <a:buClr>
                <a:srgbClr val="7F7F7F"/>
              </a:buClr>
              <a:buSzPts val="3000"/>
              <a:buChar char="•"/>
            </a:pPr>
            <a:r>
              <a:rPr lang="en-US"/>
              <a:t>CMOS</a:t>
            </a:r>
            <a:endParaRPr/>
          </a:p>
          <a:p>
            <a:pPr indent="-228600" lvl="0" marL="228600" rtl="0" algn="l">
              <a:lnSpc>
                <a:spcPct val="80000"/>
              </a:lnSpc>
              <a:spcBef>
                <a:spcPts val="900"/>
              </a:spcBef>
              <a:spcAft>
                <a:spcPts val="0"/>
              </a:spcAft>
              <a:buClr>
                <a:srgbClr val="7F7F7F"/>
              </a:buClr>
              <a:buSzPts val="3000"/>
              <a:buChar char="•"/>
            </a:pPr>
            <a:r>
              <a:rPr lang="en-US"/>
              <a:t>UEFI</a:t>
            </a:r>
            <a:endParaRPr/>
          </a:p>
          <a:p>
            <a:pPr indent="-38100" lvl="0" marL="228600" rtl="0" algn="l">
              <a:lnSpc>
                <a:spcPct val="80000"/>
              </a:lnSpc>
              <a:spcBef>
                <a:spcPts val="900"/>
              </a:spcBef>
              <a:spcAft>
                <a:spcPts val="0"/>
              </a:spcAft>
              <a:buClr>
                <a:srgbClr val="7F7F7F"/>
              </a:buClr>
              <a:buSzPts val="3000"/>
              <a:buNone/>
            </a:pPr>
            <a:r>
              <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BIOS Chip</a:t>
            </a:r>
            <a:endParaRPr/>
          </a:p>
        </p:txBody>
      </p:sp>
      <p:sp>
        <p:nvSpPr>
          <p:cNvPr id="144" name="Google Shape;144;p34"/>
          <p:cNvSpPr txBox="1"/>
          <p:nvPr>
            <p:ph idx="1" type="body"/>
          </p:nvPr>
        </p:nvSpPr>
        <p:spPr>
          <a:xfrm>
            <a:off x="838200" y="1825625"/>
            <a:ext cx="5736772"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BIOS stands for Basic Input/Output services</a:t>
            </a:r>
            <a:endParaRPr/>
          </a:p>
          <a:p>
            <a:pPr indent="-419100" lvl="0" marL="457200" rtl="0" algn="l">
              <a:lnSpc>
                <a:spcPct val="90000"/>
              </a:lnSpc>
              <a:spcBef>
                <a:spcPts val="900"/>
              </a:spcBef>
              <a:spcAft>
                <a:spcPts val="0"/>
              </a:spcAft>
              <a:buClr>
                <a:srgbClr val="7F7F7F"/>
              </a:buClr>
              <a:buSzPts val="3000"/>
              <a:buChar char="•"/>
            </a:pPr>
            <a:r>
              <a:rPr lang="en-US"/>
              <a:t>Built-into the motherboard</a:t>
            </a:r>
            <a:endParaRPr/>
          </a:p>
          <a:p>
            <a:pPr indent="-228600" lvl="0" marL="457200" rtl="0" algn="l">
              <a:lnSpc>
                <a:spcPct val="90000"/>
              </a:lnSpc>
              <a:spcBef>
                <a:spcPts val="900"/>
              </a:spcBef>
              <a:spcAft>
                <a:spcPts val="0"/>
              </a:spcAft>
              <a:buClr>
                <a:srgbClr val="7F7F7F"/>
              </a:buClr>
              <a:buSzPts val="3000"/>
              <a:buNone/>
            </a:pPr>
            <a:r>
              <a:t/>
            </a:r>
            <a:endParaRPr/>
          </a:p>
        </p:txBody>
      </p:sp>
      <p:pic>
        <p:nvPicPr>
          <p:cNvPr descr="BIOS chips close-up macro on the motherboard of the computer, the firmware  of the electronic device gadget Photos | Adobe Stock" id="145" name="Google Shape;145;p34"/>
          <p:cNvPicPr preferRelativeResize="0"/>
          <p:nvPr/>
        </p:nvPicPr>
        <p:blipFill rotWithShape="1">
          <a:blip r:embed="rId3">
            <a:alphaModFix/>
          </a:blip>
          <a:srcRect b="0" l="0" r="0" t="0"/>
          <a:stretch/>
        </p:blipFill>
        <p:spPr>
          <a:xfrm>
            <a:off x="7108721" y="2661310"/>
            <a:ext cx="3877597" cy="258635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Read Only Memory (ROM)</a:t>
            </a:r>
            <a:endParaRPr/>
          </a:p>
        </p:txBody>
      </p:sp>
      <p:sp>
        <p:nvSpPr>
          <p:cNvPr id="151" name="Google Shape;151;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ROM chips contain instructions that are directly accessed by the CPU.</a:t>
            </a:r>
            <a:endParaRPr/>
          </a:p>
          <a:p>
            <a:pPr indent="-228600" lvl="1" marL="685800" rtl="0" algn="l">
              <a:lnSpc>
                <a:spcPct val="90000"/>
              </a:lnSpc>
              <a:spcBef>
                <a:spcPts val="780"/>
              </a:spcBef>
              <a:spcAft>
                <a:spcPts val="0"/>
              </a:spcAft>
              <a:buClr>
                <a:srgbClr val="7F7F7F"/>
              </a:buClr>
              <a:buSzPts val="2600"/>
              <a:buChar char="•"/>
            </a:pPr>
            <a:r>
              <a:rPr lang="en-US"/>
              <a:t>e.g. booting the computer, loading the operating system.</a:t>
            </a:r>
            <a:endParaRPr/>
          </a:p>
          <a:p>
            <a:pPr indent="0" lvl="0" marL="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US"/>
              <a:t>ROM chips retain their contents even when the computer is powered down.</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ROM Types</a:t>
            </a:r>
            <a:endParaRPr/>
          </a:p>
        </p:txBody>
      </p:sp>
      <p:graphicFrame>
        <p:nvGraphicFramePr>
          <p:cNvPr id="157" name="Google Shape;157;p36"/>
          <p:cNvGraphicFramePr/>
          <p:nvPr/>
        </p:nvGraphicFramePr>
        <p:xfrm>
          <a:off x="838200" y="1825625"/>
          <a:ext cx="3000000" cy="3000000"/>
        </p:xfrm>
        <a:graphic>
          <a:graphicData uri="http://schemas.openxmlformats.org/drawingml/2006/table">
            <a:tbl>
              <a:tblPr>
                <a:noFill/>
                <a:tableStyleId>{3B37DDBD-8FC0-48EC-A8F4-F7EEC2CC227F}</a:tableStyleId>
              </a:tblPr>
              <a:tblGrid>
                <a:gridCol w="1208725"/>
                <a:gridCol w="9306875"/>
              </a:tblGrid>
              <a:tr h="1014375">
                <a:tc>
                  <a:txBody>
                    <a:bodyPr/>
                    <a:lstStyle/>
                    <a:p>
                      <a:pPr indent="0" lvl="0" marL="0" marR="0" rtl="0" algn="just">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ROM</a:t>
                      </a:r>
                      <a:endParaRPr sz="1400" u="none" cap="none" strike="noStrike"/>
                    </a:p>
                  </a:txBody>
                  <a:tcPr marT="63500" marB="63500" marR="63500" marL="63500"/>
                </a:tc>
                <a:tc>
                  <a:txBody>
                    <a:bodyPr/>
                    <a:lstStyle/>
                    <a:p>
                      <a:pPr indent="-285750" lvl="0" marL="285750" marR="0" rtl="0" algn="just">
                        <a:lnSpc>
                          <a:spcPct val="115000"/>
                        </a:lnSpc>
                        <a:spcBef>
                          <a:spcPts val="0"/>
                        </a:spcBef>
                        <a:spcAft>
                          <a:spcPts val="0"/>
                        </a:spcAft>
                        <a:buClr>
                          <a:schemeClr val="dk1"/>
                        </a:buClr>
                        <a:buSzPts val="1800"/>
                        <a:buFont typeface="Arial"/>
                        <a:buChar char="•"/>
                      </a:pPr>
                      <a:r>
                        <a:rPr lang="en-US" sz="1800" u="none" cap="none" strike="noStrike">
                          <a:latin typeface="Quattrocento Sans"/>
                          <a:ea typeface="Quattrocento Sans"/>
                          <a:cs typeface="Quattrocento Sans"/>
                          <a:sym typeface="Quattrocento Sans"/>
                        </a:rPr>
                        <a:t>Read only memory.</a:t>
                      </a:r>
                      <a:endParaRPr sz="1400" u="none" cap="none" strike="noStrike"/>
                    </a:p>
                    <a:p>
                      <a:pPr indent="-285750" lvl="0" marL="285750" marR="0" rtl="0" algn="just">
                        <a:lnSpc>
                          <a:spcPct val="115000"/>
                        </a:lnSpc>
                        <a:spcBef>
                          <a:spcPts val="0"/>
                        </a:spcBef>
                        <a:spcAft>
                          <a:spcPts val="0"/>
                        </a:spcAft>
                        <a:buClr>
                          <a:schemeClr val="dk1"/>
                        </a:buClr>
                        <a:buSzPts val="1800"/>
                        <a:buFont typeface="Arial"/>
                        <a:buChar char="•"/>
                      </a:pPr>
                      <a:r>
                        <a:rPr lang="en-US" sz="1800" u="none" cap="none" strike="noStrike">
                          <a:latin typeface="Quattrocento Sans"/>
                          <a:ea typeface="Quattrocento Sans"/>
                          <a:cs typeface="Quattrocento Sans"/>
                          <a:sym typeface="Quattrocento Sans"/>
                        </a:rPr>
                        <a:t>Information is written to a ROM chip when it is manufactured, it cannot be erased or rewritten, now obsolete.</a:t>
                      </a:r>
                      <a:endParaRPr sz="1400" u="none" cap="none" strike="noStrike"/>
                    </a:p>
                  </a:txBody>
                  <a:tcPr marT="63500" marB="63500" marR="63500" marL="63500"/>
                </a:tc>
              </a:tr>
              <a:tr h="1014375">
                <a:tc>
                  <a:txBody>
                    <a:bodyPr/>
                    <a:lstStyle/>
                    <a:p>
                      <a:pPr indent="0" lvl="0" marL="0" marR="0" rtl="0" algn="just">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PROM</a:t>
                      </a:r>
                      <a:endParaRPr sz="1400" u="none" cap="none" strike="noStrike"/>
                    </a:p>
                  </a:txBody>
                  <a:tcPr marT="63500" marB="63500" marR="63500" marL="63500"/>
                </a:tc>
                <a:tc>
                  <a:txBody>
                    <a:bodyPr/>
                    <a:lstStyle/>
                    <a:p>
                      <a:pPr indent="-285750" lvl="0" marL="285750" marR="0" rtl="0" algn="just">
                        <a:lnSpc>
                          <a:spcPct val="115000"/>
                        </a:lnSpc>
                        <a:spcBef>
                          <a:spcPts val="0"/>
                        </a:spcBef>
                        <a:spcAft>
                          <a:spcPts val="0"/>
                        </a:spcAft>
                        <a:buClr>
                          <a:schemeClr val="dk1"/>
                        </a:buClr>
                        <a:buSzPts val="1800"/>
                        <a:buFont typeface="Arial"/>
                        <a:buChar char="•"/>
                      </a:pPr>
                      <a:r>
                        <a:rPr lang="en-US" sz="1800" u="none" cap="none" strike="noStrike">
                          <a:latin typeface="Quattrocento Sans"/>
                          <a:ea typeface="Quattrocento Sans"/>
                          <a:cs typeface="Quattrocento Sans"/>
                          <a:sym typeface="Quattrocento Sans"/>
                        </a:rPr>
                        <a:t>Programmable read only memory</a:t>
                      </a:r>
                      <a:endParaRPr sz="1400" u="none" cap="none" strike="noStrike"/>
                    </a:p>
                    <a:p>
                      <a:pPr indent="-285750" lvl="0" marL="285750" marR="0" rtl="0" algn="just">
                        <a:lnSpc>
                          <a:spcPct val="115000"/>
                        </a:lnSpc>
                        <a:spcBef>
                          <a:spcPts val="0"/>
                        </a:spcBef>
                        <a:spcAft>
                          <a:spcPts val="0"/>
                        </a:spcAft>
                        <a:buClr>
                          <a:schemeClr val="dk1"/>
                        </a:buClr>
                        <a:buSzPts val="1800"/>
                        <a:buFont typeface="Arial"/>
                        <a:buChar char="•"/>
                      </a:pPr>
                      <a:r>
                        <a:rPr lang="en-US" sz="1800" u="none" cap="none" strike="noStrike">
                          <a:latin typeface="Quattrocento Sans"/>
                          <a:ea typeface="Quattrocento Sans"/>
                          <a:cs typeface="Quattrocento Sans"/>
                          <a:sym typeface="Quattrocento Sans"/>
                        </a:rPr>
                        <a:t>Information is written to a PROM chip after it is manufactured, it cannot be erased or rewritten.</a:t>
                      </a:r>
                      <a:endParaRPr sz="1400" u="none" cap="none" strike="noStrike"/>
                    </a:p>
                  </a:txBody>
                  <a:tcPr marT="63500" marB="63500" marR="63500" marL="63500"/>
                </a:tc>
              </a:tr>
              <a:tr h="1014375">
                <a:tc>
                  <a:txBody>
                    <a:bodyPr/>
                    <a:lstStyle/>
                    <a:p>
                      <a:pPr indent="0" lvl="0" marL="0" marR="0" rtl="0" algn="just">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EPROM</a:t>
                      </a:r>
                      <a:endParaRPr sz="1400" u="none" cap="none" strike="noStrike"/>
                    </a:p>
                  </a:txBody>
                  <a:tcPr marT="63500" marB="63500" marR="63500" marL="63500"/>
                </a:tc>
                <a:tc>
                  <a:txBody>
                    <a:bodyPr/>
                    <a:lstStyle/>
                    <a:p>
                      <a:pPr indent="-285750" lvl="0" marL="285750" marR="0" rtl="0" algn="just">
                        <a:lnSpc>
                          <a:spcPct val="115000"/>
                        </a:lnSpc>
                        <a:spcBef>
                          <a:spcPts val="0"/>
                        </a:spcBef>
                        <a:spcAft>
                          <a:spcPts val="0"/>
                        </a:spcAft>
                        <a:buClr>
                          <a:schemeClr val="dk1"/>
                        </a:buClr>
                        <a:buSzPts val="1800"/>
                        <a:buFont typeface="Arial"/>
                        <a:buChar char="•"/>
                      </a:pPr>
                      <a:r>
                        <a:rPr lang="en-US" sz="1800" u="none" cap="none" strike="noStrike">
                          <a:latin typeface="Quattrocento Sans"/>
                          <a:ea typeface="Quattrocento Sans"/>
                          <a:cs typeface="Quattrocento Sans"/>
                          <a:sym typeface="Quattrocento Sans"/>
                        </a:rPr>
                        <a:t>Erasable programmable read only memory</a:t>
                      </a:r>
                      <a:endParaRPr sz="1400" u="none" cap="none" strike="noStrike"/>
                    </a:p>
                    <a:p>
                      <a:pPr indent="-285750" lvl="0" marL="285750" marR="0" rtl="0" algn="just">
                        <a:lnSpc>
                          <a:spcPct val="115000"/>
                        </a:lnSpc>
                        <a:spcBef>
                          <a:spcPts val="0"/>
                        </a:spcBef>
                        <a:spcAft>
                          <a:spcPts val="0"/>
                        </a:spcAft>
                        <a:buClr>
                          <a:schemeClr val="dk1"/>
                        </a:buClr>
                        <a:buSzPts val="1800"/>
                        <a:buFont typeface="Arial"/>
                        <a:buChar char="•"/>
                      </a:pPr>
                      <a:r>
                        <a:rPr lang="en-US" sz="1800" u="none" cap="none" strike="noStrike">
                          <a:latin typeface="Quattrocento Sans"/>
                          <a:ea typeface="Quattrocento Sans"/>
                          <a:cs typeface="Quattrocento Sans"/>
                          <a:sym typeface="Quattrocento Sans"/>
                        </a:rPr>
                        <a:t>Information is written to an EPROM chip after it is manufactured, can be erased with exposure to UV light using special equipment.</a:t>
                      </a:r>
                      <a:endParaRPr sz="1400" u="none" cap="none" strike="noStrike"/>
                    </a:p>
                  </a:txBody>
                  <a:tcPr marT="63500" marB="63500" marR="63500" marL="63500"/>
                </a:tc>
              </a:tr>
              <a:tr h="1263575">
                <a:tc>
                  <a:txBody>
                    <a:bodyPr/>
                    <a:lstStyle/>
                    <a:p>
                      <a:pPr indent="0" lvl="0" marL="0" marR="0" rtl="0" algn="just">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EEPROM</a:t>
                      </a:r>
                      <a:endParaRPr sz="1400" u="none" cap="none" strike="noStrike"/>
                    </a:p>
                  </a:txBody>
                  <a:tcPr marT="63500" marB="63500" marR="63500" marL="63500"/>
                </a:tc>
                <a:tc>
                  <a:txBody>
                    <a:bodyPr/>
                    <a:lstStyle/>
                    <a:p>
                      <a:pPr indent="-285750" lvl="0" marL="285750" marR="0" rtl="0" algn="just">
                        <a:lnSpc>
                          <a:spcPct val="115000"/>
                        </a:lnSpc>
                        <a:spcBef>
                          <a:spcPts val="0"/>
                        </a:spcBef>
                        <a:spcAft>
                          <a:spcPts val="0"/>
                        </a:spcAft>
                        <a:buClr>
                          <a:schemeClr val="dk1"/>
                        </a:buClr>
                        <a:buSzPts val="1800"/>
                        <a:buFont typeface="Arial"/>
                        <a:buChar char="•"/>
                      </a:pPr>
                      <a:r>
                        <a:rPr lang="en-US" sz="1800" u="none" cap="none" strike="noStrike">
                          <a:latin typeface="Quattrocento Sans"/>
                          <a:ea typeface="Quattrocento Sans"/>
                          <a:cs typeface="Quattrocento Sans"/>
                          <a:sym typeface="Quattrocento Sans"/>
                        </a:rPr>
                        <a:t>Electronically erasable programmable read only memory</a:t>
                      </a:r>
                      <a:endParaRPr sz="1400" u="none" cap="none" strike="noStrike"/>
                    </a:p>
                    <a:p>
                      <a:pPr indent="-285750" lvl="0" marL="285750" marR="0" rtl="0" algn="just">
                        <a:lnSpc>
                          <a:spcPct val="115000"/>
                        </a:lnSpc>
                        <a:spcBef>
                          <a:spcPts val="0"/>
                        </a:spcBef>
                        <a:spcAft>
                          <a:spcPts val="0"/>
                        </a:spcAft>
                        <a:buClr>
                          <a:schemeClr val="dk1"/>
                        </a:buClr>
                        <a:buSzPts val="1800"/>
                        <a:buFont typeface="Arial"/>
                        <a:buChar char="•"/>
                      </a:pPr>
                      <a:r>
                        <a:rPr lang="en-US" sz="1800" u="none" cap="none" strike="noStrike">
                          <a:latin typeface="Quattrocento Sans"/>
                          <a:ea typeface="Quattrocento Sans"/>
                          <a:cs typeface="Quattrocento Sans"/>
                          <a:sym typeface="Quattrocento Sans"/>
                        </a:rPr>
                        <a:t>Information is written to an EEPROM chip after it is manufactured. Also called flash ROM. An EEPROM chip can be erased and rewritten without having to be removed from the computer.</a:t>
                      </a:r>
                      <a:endParaRPr sz="1400" u="none" cap="none" strike="noStrike"/>
                    </a:p>
                  </a:txBody>
                  <a:tcPr marT="63500" marB="63500" marR="63500" marL="6350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What do we have so far..</a:t>
            </a:r>
            <a:endParaRPr/>
          </a:p>
        </p:txBody>
      </p:sp>
      <p:sp>
        <p:nvSpPr>
          <p:cNvPr id="163" name="Google Shape;16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00025" lvl="0" marL="228600" rtl="0" algn="l">
              <a:lnSpc>
                <a:spcPct val="115000"/>
              </a:lnSpc>
              <a:spcBef>
                <a:spcPts val="0"/>
              </a:spcBef>
              <a:spcAft>
                <a:spcPts val="0"/>
              </a:spcAft>
              <a:buClr>
                <a:srgbClr val="7F7F7F"/>
              </a:buClr>
              <a:buSzPct val="100000"/>
              <a:buChar char="•"/>
            </a:pPr>
            <a:r>
              <a:rPr lang="en-US"/>
              <a:t>Computers consist of different hardware components:</a:t>
            </a:r>
            <a:endParaRPr/>
          </a:p>
          <a:p>
            <a:pPr indent="-203834" lvl="1" marL="685800" rtl="0" algn="l">
              <a:lnSpc>
                <a:spcPct val="115000"/>
              </a:lnSpc>
              <a:spcBef>
                <a:spcPts val="780"/>
              </a:spcBef>
              <a:spcAft>
                <a:spcPts val="0"/>
              </a:spcAft>
              <a:buClr>
                <a:srgbClr val="7F7F7F"/>
              </a:buClr>
              <a:buSzPct val="100000"/>
              <a:buChar char="•"/>
            </a:pPr>
            <a:r>
              <a:rPr lang="en-US"/>
              <a:t>Keyboards and mice for input.</a:t>
            </a:r>
            <a:endParaRPr/>
          </a:p>
          <a:p>
            <a:pPr indent="-203834" lvl="1" marL="685800" rtl="0" algn="l">
              <a:lnSpc>
                <a:spcPct val="115000"/>
              </a:lnSpc>
              <a:spcBef>
                <a:spcPts val="780"/>
              </a:spcBef>
              <a:spcAft>
                <a:spcPts val="0"/>
              </a:spcAft>
              <a:buClr>
                <a:srgbClr val="7F7F7F"/>
              </a:buClr>
              <a:buSzPct val="100000"/>
              <a:buChar char="•"/>
            </a:pPr>
            <a:r>
              <a:rPr lang="en-US"/>
              <a:t>Monitors, sound cards and printers for output.</a:t>
            </a:r>
            <a:endParaRPr/>
          </a:p>
          <a:p>
            <a:pPr indent="-203834" lvl="1" marL="685800" rtl="0" algn="l">
              <a:lnSpc>
                <a:spcPct val="115000"/>
              </a:lnSpc>
              <a:spcBef>
                <a:spcPts val="780"/>
              </a:spcBef>
              <a:spcAft>
                <a:spcPts val="0"/>
              </a:spcAft>
              <a:buClr>
                <a:srgbClr val="7F7F7F"/>
              </a:buClr>
              <a:buSzPct val="100000"/>
              <a:buChar char="•"/>
            </a:pPr>
            <a:r>
              <a:rPr lang="en-US"/>
              <a:t>Permanent storage devices to store programs and data.</a:t>
            </a:r>
            <a:endParaRPr/>
          </a:p>
          <a:p>
            <a:pPr indent="-200025" lvl="0" marL="228600" rtl="0" algn="l">
              <a:lnSpc>
                <a:spcPct val="115000"/>
              </a:lnSpc>
              <a:spcBef>
                <a:spcPts val="900"/>
              </a:spcBef>
              <a:spcAft>
                <a:spcPts val="0"/>
              </a:spcAft>
              <a:buClr>
                <a:srgbClr val="7F7F7F"/>
              </a:buClr>
              <a:buSzPct val="100000"/>
              <a:buChar char="•"/>
            </a:pPr>
            <a:r>
              <a:rPr lang="en-US"/>
              <a:t>These hardware components can store/manipulate information represented by “on” and “off” states (binary, logic circuits)</a:t>
            </a:r>
            <a:endParaRPr/>
          </a:p>
          <a:p>
            <a:pPr indent="-200025" lvl="0" marL="228600" rtl="0" algn="l">
              <a:lnSpc>
                <a:spcPct val="115000"/>
              </a:lnSpc>
              <a:spcBef>
                <a:spcPts val="900"/>
              </a:spcBef>
              <a:spcAft>
                <a:spcPts val="0"/>
              </a:spcAft>
              <a:buClr>
                <a:srgbClr val="7F7F7F"/>
              </a:buClr>
              <a:buSzPct val="100000"/>
              <a:buChar char="•"/>
            </a:pPr>
            <a:r>
              <a:rPr lang="en-US"/>
              <a:t>The CPU communicates with all devices connected to the computer. </a:t>
            </a:r>
            <a:endParaRPr/>
          </a:p>
          <a:p>
            <a:pPr indent="-203834" lvl="1" marL="685800" rtl="0" algn="l">
              <a:lnSpc>
                <a:spcPct val="115000"/>
              </a:lnSpc>
              <a:spcBef>
                <a:spcPts val="780"/>
              </a:spcBef>
              <a:spcAft>
                <a:spcPts val="0"/>
              </a:spcAft>
              <a:buClr>
                <a:srgbClr val="7F7F7F"/>
              </a:buClr>
              <a:buSzPct val="100000"/>
              <a:buChar char="•"/>
            </a:pPr>
            <a:r>
              <a:rPr lang="en-US"/>
              <a:t>Chipsets allow all communication to happen. </a:t>
            </a:r>
            <a:endParaRPr/>
          </a:p>
          <a:p>
            <a:pPr indent="-209550" lvl="2" marL="1143000" rtl="0" algn="l">
              <a:lnSpc>
                <a:spcPct val="115000"/>
              </a:lnSpc>
              <a:spcBef>
                <a:spcPts val="600"/>
              </a:spcBef>
              <a:spcAft>
                <a:spcPts val="0"/>
              </a:spcAft>
              <a:buClr>
                <a:srgbClr val="7F7F7F"/>
              </a:buClr>
              <a:buSzPct val="100000"/>
              <a:buChar char="•"/>
            </a:pPr>
            <a:r>
              <a:rPr lang="en-US"/>
              <a:t>Using Northbridge and Southbridge and the bus.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Startup Hierarchy</a:t>
            </a:r>
            <a:endParaRPr/>
          </a:p>
        </p:txBody>
      </p:sp>
      <p:pic>
        <p:nvPicPr>
          <p:cNvPr id="169" name="Google Shape;169;p37"/>
          <p:cNvPicPr preferRelativeResize="0"/>
          <p:nvPr/>
        </p:nvPicPr>
        <p:blipFill rotWithShape="1">
          <a:blip r:embed="rId3">
            <a:alphaModFix/>
          </a:blip>
          <a:srcRect b="0" l="0" r="0" t="0"/>
          <a:stretch/>
        </p:blipFill>
        <p:spPr>
          <a:xfrm>
            <a:off x="3368842" y="1663364"/>
            <a:ext cx="4828674" cy="4828674"/>
          </a:xfrm>
          <a:prstGeom prst="rect">
            <a:avLst/>
          </a:prstGeom>
          <a:noFill/>
          <a:ln>
            <a:noFill/>
          </a:ln>
        </p:spPr>
      </p:pic>
      <p:cxnSp>
        <p:nvCxnSpPr>
          <p:cNvPr id="170" name="Google Shape;170;p37"/>
          <p:cNvCxnSpPr/>
          <p:nvPr/>
        </p:nvCxnSpPr>
        <p:spPr>
          <a:xfrm rot="10800000">
            <a:off x="6448926" y="5194636"/>
            <a:ext cx="1748590" cy="0"/>
          </a:xfrm>
          <a:prstGeom prst="straightConnector1">
            <a:avLst/>
          </a:prstGeom>
          <a:noFill/>
          <a:ln cap="flat" cmpd="sng" w="9525">
            <a:solidFill>
              <a:srgbClr val="FFFF00"/>
            </a:solidFill>
            <a:prstDash val="solid"/>
            <a:round/>
            <a:headEnd len="sm" w="sm" type="none"/>
            <a:tailEnd len="med" w="med" type="triangle"/>
          </a:ln>
        </p:spPr>
      </p:cxnSp>
      <p:sp>
        <p:nvSpPr>
          <p:cNvPr id="171" name="Google Shape;171;p37"/>
          <p:cNvSpPr txBox="1"/>
          <p:nvPr/>
        </p:nvSpPr>
        <p:spPr>
          <a:xfrm>
            <a:off x="8573729" y="5040747"/>
            <a:ext cx="204414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For example: Keyboard</a:t>
            </a:r>
            <a:endParaRPr/>
          </a:p>
        </p:txBody>
      </p:sp>
      <p:cxnSp>
        <p:nvCxnSpPr>
          <p:cNvPr id="172" name="Google Shape;172;p37"/>
          <p:cNvCxnSpPr/>
          <p:nvPr/>
        </p:nvCxnSpPr>
        <p:spPr>
          <a:xfrm rot="10800000">
            <a:off x="6448926" y="4384510"/>
            <a:ext cx="1748590" cy="0"/>
          </a:xfrm>
          <a:prstGeom prst="straightConnector1">
            <a:avLst/>
          </a:prstGeom>
          <a:noFill/>
          <a:ln cap="flat" cmpd="sng" w="9525">
            <a:solidFill>
              <a:srgbClr val="FFFF00"/>
            </a:solidFill>
            <a:prstDash val="solid"/>
            <a:round/>
            <a:headEnd len="sm" w="sm" type="none"/>
            <a:tailEnd len="med" w="med" type="triangle"/>
          </a:ln>
        </p:spPr>
      </p:cxnSp>
      <p:sp>
        <p:nvSpPr>
          <p:cNvPr id="173" name="Google Shape;173;p37"/>
          <p:cNvSpPr txBox="1"/>
          <p:nvPr/>
        </p:nvSpPr>
        <p:spPr>
          <a:xfrm>
            <a:off x="8453414" y="4080786"/>
            <a:ext cx="335861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Stored in the ROM: Read Only Memory:</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Low level control. </a:t>
            </a:r>
            <a:endParaRPr/>
          </a:p>
        </p:txBody>
      </p:sp>
      <p:cxnSp>
        <p:nvCxnSpPr>
          <p:cNvPr id="174" name="Google Shape;174;p37"/>
          <p:cNvCxnSpPr/>
          <p:nvPr/>
        </p:nvCxnSpPr>
        <p:spPr>
          <a:xfrm rot="10800000">
            <a:off x="6704824" y="3044994"/>
            <a:ext cx="1748590" cy="0"/>
          </a:xfrm>
          <a:prstGeom prst="straightConnector1">
            <a:avLst/>
          </a:prstGeom>
          <a:noFill/>
          <a:ln cap="flat" cmpd="sng" w="9525">
            <a:solidFill>
              <a:srgbClr val="FFFF00"/>
            </a:solidFill>
            <a:prstDash val="solid"/>
            <a:round/>
            <a:headEnd len="sm" w="sm" type="none"/>
            <a:tailEnd len="med" w="med" type="triangle"/>
          </a:ln>
        </p:spPr>
      </p:cxnSp>
      <p:sp>
        <p:nvSpPr>
          <p:cNvPr id="175" name="Google Shape;175;p37"/>
          <p:cNvSpPr txBox="1"/>
          <p:nvPr/>
        </p:nvSpPr>
        <p:spPr>
          <a:xfrm>
            <a:off x="8573729" y="2891105"/>
            <a:ext cx="351089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Stored in the Storage device SSD or HDD</a:t>
            </a:r>
            <a:endParaRPr/>
          </a:p>
        </p:txBody>
      </p:sp>
      <p:sp>
        <p:nvSpPr>
          <p:cNvPr id="176" name="Google Shape;176;p37"/>
          <p:cNvSpPr txBox="1"/>
          <p:nvPr/>
        </p:nvSpPr>
        <p:spPr>
          <a:xfrm>
            <a:off x="678426" y="6492038"/>
            <a:ext cx="905408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Source: https://www.thecrazyprogrammer.com/2021/10/difference-between-firmware-and-operating-system.html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CPU Meets Hardware Components </a:t>
            </a:r>
            <a:endParaRPr/>
          </a:p>
        </p:txBody>
      </p:sp>
      <p:sp>
        <p:nvSpPr>
          <p:cNvPr id="182" name="Google Shape;182;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The CPU needs some program(s) loaded into memory that teaches (informs) it about a particular device so that it knows how to communicate with it. This program is known as </a:t>
            </a:r>
            <a:endParaRPr/>
          </a:p>
          <a:p>
            <a:pPr indent="0" lvl="0" marL="0" rtl="0" algn="ctr">
              <a:lnSpc>
                <a:spcPct val="90000"/>
              </a:lnSpc>
              <a:spcBef>
                <a:spcPts val="900"/>
              </a:spcBef>
              <a:spcAft>
                <a:spcPts val="0"/>
              </a:spcAft>
              <a:buClr>
                <a:srgbClr val="0055A4"/>
              </a:buClr>
              <a:buSzPts val="3000"/>
              <a:buNone/>
            </a:pPr>
            <a:r>
              <a:rPr lang="en-US">
                <a:solidFill>
                  <a:srgbClr val="0055A4"/>
                </a:solidFill>
              </a:rPr>
              <a:t>Basic Input/output Services (BIOS)</a:t>
            </a:r>
            <a:r>
              <a:rPr lang="en-US"/>
              <a:t>. </a:t>
            </a:r>
            <a:endParaRPr/>
          </a:p>
          <a:p>
            <a:pPr indent="0" lvl="0" marL="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US"/>
              <a:t>These programs that are dedicated to enabling the CPU to communicate with different hardware components. </a:t>
            </a:r>
            <a:endParaRPr/>
          </a:p>
          <a:p>
            <a:pPr indent="-228600" lvl="1" marL="685800" rtl="0" algn="l">
              <a:lnSpc>
                <a:spcPct val="90000"/>
              </a:lnSpc>
              <a:spcBef>
                <a:spcPts val="780"/>
              </a:spcBef>
              <a:spcAft>
                <a:spcPts val="0"/>
              </a:spcAft>
              <a:buClr>
                <a:srgbClr val="7F7F7F"/>
              </a:buClr>
              <a:buSzPts val="2600"/>
              <a:buChar char="•"/>
            </a:pPr>
            <a:r>
              <a:rPr lang="en-US"/>
              <a:t>Known as </a:t>
            </a:r>
            <a:r>
              <a:rPr lang="en-US">
                <a:solidFill>
                  <a:srgbClr val="0055A4"/>
                </a:solidFill>
              </a:rPr>
              <a:t>services</a:t>
            </a:r>
            <a:r>
              <a:rPr lang="en-US"/>
              <a:t> or </a:t>
            </a:r>
            <a:r>
              <a:rPr lang="en-US">
                <a:solidFill>
                  <a:srgbClr val="0055A4"/>
                </a:solidFill>
              </a:rPr>
              <a:t>device drivers</a:t>
            </a:r>
            <a:r>
              <a:rPr lang="en-US"/>
              <a:t>.</a:t>
            </a:r>
            <a:endParaRPr/>
          </a:p>
        </p:txBody>
      </p:sp>
      <p:sp>
        <p:nvSpPr>
          <p:cNvPr id="183" name="Google Shape;183;p4"/>
          <p:cNvSpPr txBox="1"/>
          <p:nvPr/>
        </p:nvSpPr>
        <p:spPr>
          <a:xfrm>
            <a:off x="4477608" y="3713181"/>
            <a:ext cx="32367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FF0000"/>
                </a:solidFill>
                <a:latin typeface="Arial"/>
                <a:ea typeface="Arial"/>
                <a:cs typeface="Arial"/>
                <a:sym typeface="Arial"/>
              </a:rPr>
              <a:t>Firmware for the motherboard</a:t>
            </a:r>
            <a:endParaRPr b="0" i="0" sz="1800" u="none" cap="none" strike="noStrike">
              <a:solidFill>
                <a:srgbClr val="FF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CPU Meets Hardware Components (cont.)</a:t>
            </a:r>
            <a:endParaRPr/>
          </a:p>
        </p:txBody>
      </p:sp>
      <p:sp>
        <p:nvSpPr>
          <p:cNvPr id="189" name="Google Shape;18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Clr>
                <a:srgbClr val="7F7F7F"/>
              </a:buClr>
              <a:buSzPts val="3000"/>
              <a:buChar char="•"/>
            </a:pPr>
            <a:r>
              <a:rPr lang="en-US"/>
              <a:t>The code to communicate with the most important hardware (keyboard, monitor, mass storage drives, optical drives, USB ports and RAM) is stored on the motherboard on a special device called a read-only memory (ROM) chip.</a:t>
            </a:r>
            <a:endParaRPr/>
          </a:p>
          <a:p>
            <a:pPr indent="-228600" lvl="1" marL="685800" rtl="0" algn="l">
              <a:lnSpc>
                <a:spcPct val="120000"/>
              </a:lnSpc>
              <a:spcBef>
                <a:spcPts val="780"/>
              </a:spcBef>
              <a:spcAft>
                <a:spcPts val="0"/>
              </a:spcAft>
              <a:buClr>
                <a:srgbClr val="7F7F7F"/>
              </a:buClr>
              <a:buSzPts val="2600"/>
              <a:buChar char="•"/>
            </a:pPr>
            <a:r>
              <a:rPr lang="en-US"/>
              <a:t>Remember: ROM chips are non-volatile (the information is not erased when the computer is switched off).</a:t>
            </a:r>
            <a:endParaRPr/>
          </a:p>
          <a:p>
            <a:pPr indent="-228600" lvl="1" marL="685800" rtl="0" algn="l">
              <a:lnSpc>
                <a:spcPct val="120000"/>
              </a:lnSpc>
              <a:spcBef>
                <a:spcPts val="780"/>
              </a:spcBef>
              <a:spcAft>
                <a:spcPts val="0"/>
              </a:spcAft>
              <a:buClr>
                <a:srgbClr val="7F7F7F"/>
              </a:buClr>
              <a:buSzPts val="2600"/>
              <a:buChar char="•"/>
            </a:pPr>
            <a:r>
              <a:rPr lang="en-US"/>
              <a:t>Modern motherboards use flash ROM whose contents can be changed through a process called “flashing the ROM”.</a:t>
            </a:r>
            <a:endParaRPr/>
          </a:p>
          <a:p>
            <a:pPr indent="-38100" lvl="0" marL="228600" rtl="0" algn="l">
              <a:lnSpc>
                <a:spcPct val="120000"/>
              </a:lnSpc>
              <a:spcBef>
                <a:spcPts val="900"/>
              </a:spcBef>
              <a:spcAft>
                <a:spcPts val="0"/>
              </a:spcAft>
              <a:buClr>
                <a:srgbClr val="7F7F7F"/>
              </a:buClr>
              <a:buSzPts val="3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CPU Meets Hardware Components (cont.)</a:t>
            </a:r>
            <a:endParaRPr/>
          </a:p>
        </p:txBody>
      </p:sp>
      <p:sp>
        <p:nvSpPr>
          <p:cNvPr id="195" name="Google Shape;195;p6"/>
          <p:cNvSpPr txBox="1"/>
          <p:nvPr>
            <p:ph idx="1" type="body"/>
          </p:nvPr>
        </p:nvSpPr>
        <p:spPr>
          <a:xfrm>
            <a:off x="838199" y="1825624"/>
            <a:ext cx="11107723" cy="4608731"/>
          </a:xfrm>
          <a:prstGeom prst="rect">
            <a:avLst/>
          </a:prstGeom>
          <a:noFill/>
          <a:ln>
            <a:noFill/>
          </a:ln>
        </p:spPr>
        <p:txBody>
          <a:bodyPr anchorCtr="0" anchor="t" bIns="45700" lIns="91425" spcFirstLastPara="1" rIns="91425" wrap="square" tIns="45700">
            <a:normAutofit fontScale="85000" lnSpcReduction="20000"/>
          </a:bodyPr>
          <a:lstStyle/>
          <a:p>
            <a:pPr indent="-200025" lvl="0" marL="228600" rtl="0" algn="l">
              <a:lnSpc>
                <a:spcPct val="110000"/>
              </a:lnSpc>
              <a:spcBef>
                <a:spcPts val="0"/>
              </a:spcBef>
              <a:spcAft>
                <a:spcPts val="0"/>
              </a:spcAft>
              <a:buClr>
                <a:srgbClr val="7F7F7F"/>
              </a:buClr>
              <a:buSzPct val="100000"/>
              <a:buChar char="•"/>
            </a:pPr>
            <a:r>
              <a:rPr lang="en-US"/>
              <a:t>Every motherboard has a flash ROM chip called the “system ROM chip” containing code that enables the CPU to talk to the basic hardware of your PC. </a:t>
            </a:r>
            <a:endParaRPr/>
          </a:p>
          <a:p>
            <a:pPr indent="-52387" lvl="0" marL="228600" rtl="0" algn="l">
              <a:lnSpc>
                <a:spcPct val="110000"/>
              </a:lnSpc>
              <a:spcBef>
                <a:spcPts val="833"/>
              </a:spcBef>
              <a:spcAft>
                <a:spcPts val="0"/>
              </a:spcAft>
              <a:buClr>
                <a:srgbClr val="7F7F7F"/>
              </a:buClr>
              <a:buSzPct val="100000"/>
              <a:buNone/>
            </a:pPr>
            <a:r>
              <a:t/>
            </a:r>
            <a:endParaRPr/>
          </a:p>
          <a:p>
            <a:pPr indent="-200025" lvl="0" marL="228600" rtl="0" algn="l">
              <a:lnSpc>
                <a:spcPct val="110000"/>
              </a:lnSpc>
              <a:spcBef>
                <a:spcPts val="833"/>
              </a:spcBef>
              <a:spcAft>
                <a:spcPts val="0"/>
              </a:spcAft>
              <a:buClr>
                <a:srgbClr val="7F7F7F"/>
              </a:buClr>
              <a:buSzPct val="100000"/>
              <a:buChar char="•"/>
            </a:pPr>
            <a:r>
              <a:rPr lang="en-US"/>
              <a:t>These services are collectively called the </a:t>
            </a:r>
            <a:r>
              <a:rPr lang="en-US">
                <a:solidFill>
                  <a:srgbClr val="0055A4"/>
                </a:solidFill>
              </a:rPr>
              <a:t>“System BIOS”</a:t>
            </a:r>
            <a:r>
              <a:rPr lang="en-US"/>
              <a:t>. </a:t>
            </a:r>
            <a:endParaRPr/>
          </a:p>
          <a:p>
            <a:pPr indent="-203834" lvl="1" marL="685800" rtl="0" algn="l">
              <a:lnSpc>
                <a:spcPct val="110000"/>
              </a:lnSpc>
              <a:spcBef>
                <a:spcPts val="722"/>
              </a:spcBef>
              <a:spcAft>
                <a:spcPts val="0"/>
              </a:spcAft>
              <a:buClr>
                <a:srgbClr val="7F7F7F"/>
              </a:buClr>
              <a:buSzPct val="100000"/>
              <a:buChar char="•"/>
            </a:pPr>
            <a:r>
              <a:rPr lang="en-US"/>
              <a:t>The system BIOS supports all the hardware that never changes (e.g. keyboard controller, PC speaker that beeps at you) by storing the BIOS for these devices.</a:t>
            </a:r>
            <a:endParaRPr/>
          </a:p>
          <a:p>
            <a:pPr indent="-52387" lvl="0" marL="228600" rtl="0" algn="l">
              <a:lnSpc>
                <a:spcPct val="110000"/>
              </a:lnSpc>
              <a:spcBef>
                <a:spcPts val="833"/>
              </a:spcBef>
              <a:spcAft>
                <a:spcPts val="0"/>
              </a:spcAft>
              <a:buClr>
                <a:srgbClr val="7F7F7F"/>
              </a:buClr>
              <a:buSzPct val="100000"/>
              <a:buNone/>
            </a:pPr>
            <a:r>
              <a:t/>
            </a:r>
            <a:endParaRPr u="sng"/>
          </a:p>
          <a:p>
            <a:pPr indent="-200025" lvl="0" marL="228600" rtl="0" algn="l">
              <a:lnSpc>
                <a:spcPct val="110000"/>
              </a:lnSpc>
              <a:spcBef>
                <a:spcPts val="833"/>
              </a:spcBef>
              <a:spcAft>
                <a:spcPts val="0"/>
              </a:spcAft>
              <a:buClr>
                <a:srgbClr val="0055A4"/>
              </a:buClr>
              <a:buSzPct val="100000"/>
              <a:buChar char="•"/>
            </a:pPr>
            <a:r>
              <a:rPr lang="en-US">
                <a:solidFill>
                  <a:srgbClr val="0055A4"/>
                </a:solidFill>
              </a:rPr>
              <a:t>Note:</a:t>
            </a:r>
            <a:r>
              <a:rPr lang="en-US"/>
              <a:t> programs stored on ROM chips are referred to as </a:t>
            </a:r>
            <a:r>
              <a:rPr b="1" lang="en-US"/>
              <a:t>firmware</a:t>
            </a:r>
            <a:r>
              <a:rPr lang="en-US"/>
              <a:t>.</a:t>
            </a:r>
            <a:endParaRPr/>
          </a:p>
          <a:p>
            <a:pPr indent="-191451" lvl="1" marL="685800" rtl="0" algn="l">
              <a:lnSpc>
                <a:spcPct val="110000"/>
              </a:lnSpc>
              <a:spcBef>
                <a:spcPts val="833"/>
              </a:spcBef>
              <a:spcAft>
                <a:spcPts val="0"/>
              </a:spcAft>
              <a:buSzPct val="100000"/>
              <a:buChar char="•"/>
            </a:pPr>
            <a:r>
              <a:rPr lang="en-US"/>
              <a:t>Firmware: the software that directly controls computer hardware, below the level of the Operating System</a:t>
            </a:r>
            <a:endParaRPr/>
          </a:p>
          <a:p>
            <a:pPr indent="-52387" lvl="0" marL="228600" rtl="0" algn="l">
              <a:lnSpc>
                <a:spcPct val="110000"/>
              </a:lnSpc>
              <a:spcBef>
                <a:spcPts val="833"/>
              </a:spcBef>
              <a:spcAft>
                <a:spcPts val="0"/>
              </a:spcAft>
              <a:buClr>
                <a:srgbClr val="7F7F7F"/>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So What is System BIOS?</a:t>
            </a:r>
            <a:endParaRPr/>
          </a:p>
        </p:txBody>
      </p:sp>
      <p:sp>
        <p:nvSpPr>
          <p:cNvPr id="201" name="Google Shape;20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In summary, BIOS:</a:t>
            </a:r>
            <a:endParaRPr/>
          </a:p>
          <a:p>
            <a:pPr indent="-228600" lvl="1" marL="685800" rtl="0" algn="l">
              <a:lnSpc>
                <a:spcPct val="90000"/>
              </a:lnSpc>
              <a:spcBef>
                <a:spcPts val="780"/>
              </a:spcBef>
              <a:spcAft>
                <a:spcPts val="0"/>
              </a:spcAft>
              <a:buClr>
                <a:srgbClr val="7F7F7F"/>
              </a:buClr>
              <a:buSzPts val="2600"/>
              <a:buChar char="•"/>
            </a:pPr>
            <a:r>
              <a:rPr lang="en-US"/>
              <a:t>Basic Input/Output System</a:t>
            </a:r>
            <a:endParaRPr/>
          </a:p>
          <a:p>
            <a:pPr indent="-228600" lvl="1" marL="685800" rtl="0" algn="l">
              <a:lnSpc>
                <a:spcPct val="90000"/>
              </a:lnSpc>
              <a:spcBef>
                <a:spcPts val="780"/>
              </a:spcBef>
              <a:spcAft>
                <a:spcPts val="0"/>
              </a:spcAft>
              <a:buClr>
                <a:srgbClr val="7F7F7F"/>
              </a:buClr>
              <a:buSzPts val="2600"/>
              <a:buChar char="•"/>
            </a:pPr>
            <a:r>
              <a:rPr lang="en-US"/>
              <a:t>Known as system BIOS, ROM BIOS, or PC BIOS. </a:t>
            </a:r>
            <a:endParaRPr/>
          </a:p>
          <a:p>
            <a:pPr indent="-228600" lvl="1" marL="685800" rtl="0" algn="l">
              <a:lnSpc>
                <a:spcPct val="90000"/>
              </a:lnSpc>
              <a:spcBef>
                <a:spcPts val="780"/>
              </a:spcBef>
              <a:spcAft>
                <a:spcPts val="0"/>
              </a:spcAft>
              <a:buClr>
                <a:srgbClr val="7F7F7F"/>
              </a:buClr>
              <a:buSzPts val="2600"/>
              <a:buChar char="•"/>
            </a:pPr>
            <a:r>
              <a:rPr lang="en-US"/>
              <a:t>Firmware embedded on a non-volatile chip on the computer's motherboard. </a:t>
            </a:r>
            <a:endParaRPr/>
          </a:p>
          <a:p>
            <a:pPr indent="-228600" lvl="1" marL="685800" rtl="0" algn="l">
              <a:lnSpc>
                <a:spcPct val="90000"/>
              </a:lnSpc>
              <a:spcBef>
                <a:spcPts val="780"/>
              </a:spcBef>
              <a:spcAft>
                <a:spcPts val="0"/>
              </a:spcAft>
              <a:buClr>
                <a:srgbClr val="7F7F7F"/>
              </a:buClr>
              <a:buSzPts val="2600"/>
              <a:buChar char="•"/>
            </a:pPr>
            <a:r>
              <a:rPr lang="en-US"/>
              <a:t>Pre-installed on the motherboard by the manufacturer.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How does BIOS work?</a:t>
            </a:r>
            <a:endParaRPr/>
          </a:p>
        </p:txBody>
      </p:sp>
      <p:sp>
        <p:nvSpPr>
          <p:cNvPr id="207" name="Google Shape;20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7F7F7F"/>
              </a:buClr>
              <a:buSzPts val="3000"/>
              <a:buFont typeface="Quattrocento Sans"/>
              <a:buAutoNum type="arabicPeriod"/>
            </a:pPr>
            <a:r>
              <a:rPr lang="en-US"/>
              <a:t>Computer starts up </a:t>
            </a:r>
            <a:endParaRPr/>
          </a:p>
          <a:p>
            <a:pPr indent="-514350" lvl="0" marL="514350" rtl="0" algn="l">
              <a:lnSpc>
                <a:spcPct val="90000"/>
              </a:lnSpc>
              <a:spcBef>
                <a:spcPts val="900"/>
              </a:spcBef>
              <a:spcAft>
                <a:spcPts val="0"/>
              </a:spcAft>
              <a:buClr>
                <a:srgbClr val="7F7F7F"/>
              </a:buClr>
              <a:buSzPts val="3000"/>
              <a:buFont typeface="Quattrocento Sans"/>
              <a:buAutoNum type="arabicPeriod"/>
            </a:pPr>
            <a:r>
              <a:rPr lang="en-US"/>
              <a:t>BIOS loads into memory</a:t>
            </a:r>
            <a:endParaRPr/>
          </a:p>
          <a:p>
            <a:pPr indent="-514350" lvl="0" marL="514350" rtl="0" algn="l">
              <a:lnSpc>
                <a:spcPct val="90000"/>
              </a:lnSpc>
              <a:spcBef>
                <a:spcPts val="900"/>
              </a:spcBef>
              <a:spcAft>
                <a:spcPts val="0"/>
              </a:spcAft>
              <a:buClr>
                <a:srgbClr val="7F7F7F"/>
              </a:buClr>
              <a:buSzPts val="3000"/>
              <a:buFont typeface="Quattrocento Sans"/>
              <a:buAutoNum type="arabicPeriod"/>
            </a:pPr>
            <a:r>
              <a:rPr lang="en-US"/>
              <a:t>BIOS wakes up the computer’s hardware components</a:t>
            </a:r>
            <a:endParaRPr/>
          </a:p>
          <a:p>
            <a:pPr indent="-514350" lvl="0" marL="514350" rtl="0" algn="l">
              <a:lnSpc>
                <a:spcPct val="90000"/>
              </a:lnSpc>
              <a:spcBef>
                <a:spcPts val="900"/>
              </a:spcBef>
              <a:spcAft>
                <a:spcPts val="0"/>
              </a:spcAft>
              <a:buClr>
                <a:srgbClr val="7F7F7F"/>
              </a:buClr>
              <a:buSzPts val="3000"/>
              <a:buFont typeface="Quattrocento Sans"/>
              <a:buAutoNum type="arabicPeriod"/>
            </a:pPr>
            <a:r>
              <a:rPr lang="en-US"/>
              <a:t>BIOS performs a Power-On-Self-Test (POST) to make sure that all connected hardware components are working properly.</a:t>
            </a:r>
            <a:endParaRPr/>
          </a:p>
          <a:p>
            <a:pPr indent="-514350" lvl="0" marL="514350" rtl="0" algn="l">
              <a:lnSpc>
                <a:spcPct val="90000"/>
              </a:lnSpc>
              <a:spcBef>
                <a:spcPts val="900"/>
              </a:spcBef>
              <a:spcAft>
                <a:spcPts val="0"/>
              </a:spcAft>
              <a:buClr>
                <a:srgbClr val="7F7F7F"/>
              </a:buClr>
              <a:buSzPts val="3000"/>
              <a:buFont typeface="Quattrocento Sans"/>
              <a:buAutoNum type="arabicPeriod"/>
            </a:pPr>
            <a:r>
              <a:rPr lang="en-US"/>
              <a:t>BIOS looks for a boot loader on the storage device to initialize the installed operating system.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Power-On-Self-Test (POST)</a:t>
            </a:r>
            <a:endParaRPr/>
          </a:p>
        </p:txBody>
      </p:sp>
      <p:sp>
        <p:nvSpPr>
          <p:cNvPr id="213" name="Google Shape;21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14312" lvl="0" marL="228600" rtl="0" algn="l">
              <a:lnSpc>
                <a:spcPct val="120000"/>
              </a:lnSpc>
              <a:spcBef>
                <a:spcPts val="0"/>
              </a:spcBef>
              <a:spcAft>
                <a:spcPts val="0"/>
              </a:spcAft>
              <a:buClr>
                <a:srgbClr val="7F7F7F"/>
              </a:buClr>
              <a:buSzPct val="100000"/>
              <a:buChar char="•"/>
            </a:pPr>
            <a:r>
              <a:rPr lang="en-US"/>
              <a:t>If the computer passes the POST, the internal speaker will make a short single beep indicating that the computer has passed the test and is booting up normally</a:t>
            </a:r>
            <a:endParaRPr/>
          </a:p>
          <a:p>
            <a:pPr indent="-214312" lvl="0" marL="228600" rtl="0" algn="l">
              <a:lnSpc>
                <a:spcPct val="120000"/>
              </a:lnSpc>
              <a:spcBef>
                <a:spcPts val="630"/>
              </a:spcBef>
              <a:spcAft>
                <a:spcPts val="0"/>
              </a:spcAft>
              <a:buClr>
                <a:srgbClr val="7F7F7F"/>
              </a:buClr>
              <a:buSzPct val="100000"/>
              <a:buChar char="•"/>
            </a:pPr>
            <a:r>
              <a:rPr lang="en-US"/>
              <a:t>If there are no beeps or multiple beeps, this indicated that the computer has failed POST.</a:t>
            </a:r>
            <a:endParaRPr/>
          </a:p>
          <a:p>
            <a:pPr indent="-216216" lvl="1" marL="685800" rtl="0" algn="l">
              <a:lnSpc>
                <a:spcPct val="120000"/>
              </a:lnSpc>
              <a:spcBef>
                <a:spcPts val="546"/>
              </a:spcBef>
              <a:spcAft>
                <a:spcPts val="0"/>
              </a:spcAft>
              <a:buClr>
                <a:srgbClr val="7F7F7F"/>
              </a:buClr>
              <a:buSzPct val="100000"/>
              <a:buChar char="•"/>
            </a:pPr>
            <a:r>
              <a:rPr lang="en-US"/>
              <a:t>There is an error and further troubleshooting is required to find out what is the problem.</a:t>
            </a:r>
            <a:endParaRPr/>
          </a:p>
          <a:p>
            <a:pPr indent="-216216" lvl="1" marL="685800" rtl="0" algn="l">
              <a:lnSpc>
                <a:spcPct val="120000"/>
              </a:lnSpc>
              <a:spcBef>
                <a:spcPts val="546"/>
              </a:spcBef>
              <a:spcAft>
                <a:spcPts val="0"/>
              </a:spcAft>
              <a:buClr>
                <a:srgbClr val="7F7F7F"/>
              </a:buClr>
              <a:buSzPct val="100000"/>
              <a:buChar char="•"/>
            </a:pPr>
            <a:r>
              <a:rPr lang="en-US"/>
              <a:t>The computer will generate a beep code to help you pinpoint the problem. </a:t>
            </a:r>
            <a:endParaRPr/>
          </a:p>
          <a:p>
            <a:pPr indent="-214312" lvl="0" marL="228600" rtl="0" algn="l">
              <a:lnSpc>
                <a:spcPct val="120000"/>
              </a:lnSpc>
              <a:spcBef>
                <a:spcPts val="630"/>
              </a:spcBef>
              <a:spcAft>
                <a:spcPts val="0"/>
              </a:spcAft>
              <a:buClr>
                <a:srgbClr val="7F7F7F"/>
              </a:buClr>
              <a:buSzPct val="100000"/>
              <a:buChar char="•"/>
            </a:pPr>
            <a:r>
              <a:rPr lang="en-US"/>
              <a:t>Examples: </a:t>
            </a:r>
            <a:endParaRPr/>
          </a:p>
          <a:p>
            <a:pPr indent="-216216" lvl="1" marL="685800" rtl="0" algn="l">
              <a:lnSpc>
                <a:spcPct val="120000"/>
              </a:lnSpc>
              <a:spcBef>
                <a:spcPts val="546"/>
              </a:spcBef>
              <a:spcAft>
                <a:spcPts val="0"/>
              </a:spcAft>
              <a:buClr>
                <a:srgbClr val="7F7F7F"/>
              </a:buClr>
              <a:buSzPct val="100000"/>
              <a:buChar char="•"/>
            </a:pPr>
            <a:r>
              <a:rPr lang="en-US"/>
              <a:t>Three long beeps could indicate a keyboard error. </a:t>
            </a:r>
            <a:endParaRPr/>
          </a:p>
          <a:p>
            <a:pPr indent="-216216" lvl="1" marL="685800" rtl="0" algn="l">
              <a:lnSpc>
                <a:spcPct val="120000"/>
              </a:lnSpc>
              <a:spcBef>
                <a:spcPts val="546"/>
              </a:spcBef>
              <a:spcAft>
                <a:spcPts val="0"/>
              </a:spcAft>
              <a:buClr>
                <a:srgbClr val="7F7F7F"/>
              </a:buClr>
              <a:buSzPct val="100000"/>
              <a:buChar char="•"/>
            </a:pPr>
            <a:r>
              <a:rPr lang="en-US"/>
              <a:t>A continuous short beep could indicate a problem with a RAM module.</a:t>
            </a:r>
            <a:endParaRPr/>
          </a:p>
          <a:p>
            <a:pPr indent="-214312" lvl="0" marL="228600" rtl="0" algn="l">
              <a:lnSpc>
                <a:spcPct val="120000"/>
              </a:lnSpc>
              <a:spcBef>
                <a:spcPts val="630"/>
              </a:spcBef>
              <a:spcAft>
                <a:spcPts val="0"/>
              </a:spcAft>
              <a:buClr>
                <a:srgbClr val="7F7F7F"/>
              </a:buClr>
              <a:buSzPct val="100000"/>
              <a:buChar char="•"/>
            </a:pPr>
            <a:r>
              <a:rPr lang="en-US"/>
              <a:t>Always refer to the motherboard manufacturers’ documentation to examine a list of beep codes and what they indicate to be able to pinpoint  the problem and correct it</a:t>
            </a:r>
            <a:endParaRPr/>
          </a:p>
          <a:p>
            <a:pPr indent="-166687" lvl="1" marL="685800" rtl="0" algn="l">
              <a:lnSpc>
                <a:spcPct val="120000"/>
              </a:lnSpc>
              <a:spcBef>
                <a:spcPts val="630"/>
              </a:spcBef>
              <a:spcAft>
                <a:spcPts val="0"/>
              </a:spcAft>
              <a:buSzPct val="100000"/>
              <a:buChar char="•"/>
            </a:pPr>
            <a:r>
              <a:rPr lang="en-US"/>
              <a:t>Every computer and manufacturer will have a different standard for what each beep code means.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Activity - POST Error code – Optiplex 990</a:t>
            </a:r>
            <a:endParaRPr/>
          </a:p>
        </p:txBody>
      </p:sp>
      <p:sp>
        <p:nvSpPr>
          <p:cNvPr id="220" name="Google Shape;220;p38"/>
          <p:cNvSpPr txBox="1"/>
          <p:nvPr>
            <p:ph idx="1" type="body"/>
          </p:nvPr>
        </p:nvSpPr>
        <p:spPr>
          <a:xfrm>
            <a:off x="838200" y="1825625"/>
            <a:ext cx="5966637" cy="4351338"/>
          </a:xfrm>
          <a:prstGeom prst="rect">
            <a:avLst/>
          </a:prstGeom>
          <a:noFill/>
          <a:ln>
            <a:noFill/>
          </a:ln>
        </p:spPr>
        <p:txBody>
          <a:bodyPr anchorCtr="0" anchor="t" bIns="45700" lIns="91425" spcFirstLastPara="1" rIns="91425" wrap="square" tIns="45700">
            <a:normAutofit fontScale="92500"/>
          </a:bodyPr>
          <a:lstStyle/>
          <a:p>
            <a:pPr indent="-419100" lvl="0" marL="457200" rtl="0" algn="l">
              <a:lnSpc>
                <a:spcPct val="90000"/>
              </a:lnSpc>
              <a:spcBef>
                <a:spcPts val="900"/>
              </a:spcBef>
              <a:spcAft>
                <a:spcPts val="0"/>
              </a:spcAft>
              <a:buClr>
                <a:srgbClr val="7F7F7F"/>
              </a:buClr>
              <a:buSzPct val="108108"/>
              <a:buChar char="•"/>
            </a:pPr>
            <a:r>
              <a:rPr lang="en-US"/>
              <a:t>On some PCs such as the Dell OptiPlex series, there exists up to 4 LED lights on the front panel which light up during the POST test and indicate error codes if an error occurs.</a:t>
            </a:r>
            <a:endParaRPr/>
          </a:p>
          <a:p>
            <a:pPr indent="-419100" lvl="0" marL="457200" rtl="0" algn="l">
              <a:lnSpc>
                <a:spcPct val="90000"/>
              </a:lnSpc>
              <a:spcBef>
                <a:spcPts val="900"/>
              </a:spcBef>
              <a:spcAft>
                <a:spcPts val="0"/>
              </a:spcAft>
              <a:buClr>
                <a:srgbClr val="7F7F7F"/>
              </a:buClr>
              <a:buSzPct val="108108"/>
              <a:buChar char="•"/>
            </a:pPr>
            <a:r>
              <a:rPr lang="en-US"/>
              <a:t>Search online for this error “1”, “2” , “3”. Note the power button is on.</a:t>
            </a:r>
            <a:endParaRPr/>
          </a:p>
          <a:p>
            <a:pPr indent="-419100" lvl="0" marL="457200" rtl="0" algn="l">
              <a:lnSpc>
                <a:spcPct val="90000"/>
              </a:lnSpc>
              <a:spcBef>
                <a:spcPts val="900"/>
              </a:spcBef>
              <a:spcAft>
                <a:spcPts val="0"/>
              </a:spcAft>
              <a:buClr>
                <a:srgbClr val="7F7F7F"/>
              </a:buClr>
              <a:buSzPct val="108108"/>
              <a:buChar char="•"/>
            </a:pPr>
            <a:r>
              <a:rPr lang="en-US"/>
              <a:t>Assume this is a picture of the OptiPlex 990. </a:t>
            </a:r>
            <a:endParaRPr/>
          </a:p>
        </p:txBody>
      </p:sp>
      <p:pic>
        <p:nvPicPr>
          <p:cNvPr descr="Dell Precision Workstation | Kelvin's Review" id="221" name="Google Shape;221;p38"/>
          <p:cNvPicPr preferRelativeResize="0"/>
          <p:nvPr/>
        </p:nvPicPr>
        <p:blipFill rotWithShape="1">
          <a:blip r:embed="rId3">
            <a:alphaModFix/>
          </a:blip>
          <a:srcRect b="0" l="0" r="0" t="0"/>
          <a:stretch/>
        </p:blipFill>
        <p:spPr>
          <a:xfrm>
            <a:off x="6804837" y="1825625"/>
            <a:ext cx="5074388" cy="355714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CompTIA + - troubleshooting steps</a:t>
            </a:r>
            <a:endParaRPr/>
          </a:p>
        </p:txBody>
      </p:sp>
      <p:sp>
        <p:nvSpPr>
          <p:cNvPr id="227" name="Google Shape;227;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52450" rtl="0" algn="l">
              <a:lnSpc>
                <a:spcPct val="90000"/>
              </a:lnSpc>
              <a:spcBef>
                <a:spcPts val="900"/>
              </a:spcBef>
              <a:spcAft>
                <a:spcPts val="0"/>
              </a:spcAft>
              <a:buSzPts val="3000"/>
              <a:buAutoNum type="arabicPeriod"/>
            </a:pPr>
            <a:r>
              <a:rPr lang="en-US"/>
              <a:t>Identify the problem</a:t>
            </a:r>
            <a:endParaRPr/>
          </a:p>
          <a:p>
            <a:pPr indent="-514350" lvl="0" marL="552450" rtl="0" algn="l">
              <a:lnSpc>
                <a:spcPct val="90000"/>
              </a:lnSpc>
              <a:spcBef>
                <a:spcPts val="900"/>
              </a:spcBef>
              <a:spcAft>
                <a:spcPts val="0"/>
              </a:spcAft>
              <a:buSzPts val="3000"/>
              <a:buAutoNum type="arabicPeriod"/>
            </a:pPr>
            <a:r>
              <a:rPr lang="en-US"/>
              <a:t>Establish a theory of probable cause</a:t>
            </a:r>
            <a:endParaRPr/>
          </a:p>
          <a:p>
            <a:pPr indent="-514350" lvl="0" marL="552450" rtl="0" algn="l">
              <a:lnSpc>
                <a:spcPct val="90000"/>
              </a:lnSpc>
              <a:spcBef>
                <a:spcPts val="900"/>
              </a:spcBef>
              <a:spcAft>
                <a:spcPts val="0"/>
              </a:spcAft>
              <a:buSzPts val="3000"/>
              <a:buAutoNum type="arabicPeriod"/>
            </a:pPr>
            <a:r>
              <a:rPr lang="en-US"/>
              <a:t>Test the theory to determine the cause</a:t>
            </a:r>
            <a:endParaRPr/>
          </a:p>
          <a:p>
            <a:pPr indent="-514350" lvl="0" marL="552450" rtl="0" algn="l">
              <a:lnSpc>
                <a:spcPct val="90000"/>
              </a:lnSpc>
              <a:spcBef>
                <a:spcPts val="900"/>
              </a:spcBef>
              <a:spcAft>
                <a:spcPts val="0"/>
              </a:spcAft>
              <a:buSzPts val="3000"/>
              <a:buAutoNum type="arabicPeriod"/>
            </a:pPr>
            <a:r>
              <a:rPr lang="en-US"/>
              <a:t>Establish a plan of action to resolve the problem and implement the solution</a:t>
            </a:r>
            <a:endParaRPr/>
          </a:p>
          <a:p>
            <a:pPr indent="-514350" lvl="0" marL="552450" rtl="0" algn="l">
              <a:lnSpc>
                <a:spcPct val="90000"/>
              </a:lnSpc>
              <a:spcBef>
                <a:spcPts val="900"/>
              </a:spcBef>
              <a:spcAft>
                <a:spcPts val="0"/>
              </a:spcAft>
              <a:buSzPts val="3000"/>
              <a:buAutoNum type="arabicPeriod"/>
            </a:pPr>
            <a:r>
              <a:rPr lang="en-US"/>
              <a:t>Verify full system functionality, and if applicable, implement preventive measures</a:t>
            </a:r>
            <a:endParaRPr/>
          </a:p>
          <a:p>
            <a:pPr indent="-514350" lvl="0" marL="552450" rtl="0" algn="l">
              <a:lnSpc>
                <a:spcPct val="90000"/>
              </a:lnSpc>
              <a:spcBef>
                <a:spcPts val="900"/>
              </a:spcBef>
              <a:spcAft>
                <a:spcPts val="0"/>
              </a:spcAft>
              <a:buSzPts val="3000"/>
              <a:buAutoNum type="arabicPeriod"/>
            </a:pPr>
            <a:r>
              <a:rPr lang="en-US"/>
              <a:t>Document findings, actions and outcomes.</a:t>
            </a:r>
            <a:endParaRPr/>
          </a:p>
          <a:p>
            <a:pPr indent="-323850" lvl="0" marL="552450" rtl="0" algn="l">
              <a:lnSpc>
                <a:spcPct val="90000"/>
              </a:lnSpc>
              <a:spcBef>
                <a:spcPts val="900"/>
              </a:spcBef>
              <a:spcAft>
                <a:spcPts val="0"/>
              </a:spcAft>
              <a:buSzPts val="3000"/>
              <a:buNone/>
            </a:pPr>
            <a:r>
              <a:t/>
            </a:r>
            <a:endParaRPr/>
          </a:p>
          <a:p>
            <a:pPr indent="-228600" lvl="0" marL="4572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Activity – OptiPlex 3020 – Beeping and Blinking</a:t>
            </a:r>
            <a:endParaRPr/>
          </a:p>
        </p:txBody>
      </p:sp>
      <p:sp>
        <p:nvSpPr>
          <p:cNvPr id="233" name="Google Shape;233;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In pair of two, can you try to:</a:t>
            </a:r>
            <a:endParaRPr/>
          </a:p>
          <a:p>
            <a:pPr indent="-393700" lvl="1" marL="1009650" rtl="0" algn="l">
              <a:lnSpc>
                <a:spcPct val="90000"/>
              </a:lnSpc>
              <a:spcBef>
                <a:spcPts val="780"/>
              </a:spcBef>
              <a:spcAft>
                <a:spcPts val="0"/>
              </a:spcAft>
              <a:buSzPts val="2600"/>
              <a:buAutoNum type="arabicPeriod"/>
            </a:pPr>
            <a:r>
              <a:rPr b="1" lang="en-US">
                <a:latin typeface="Arial"/>
                <a:ea typeface="Arial"/>
                <a:cs typeface="Arial"/>
                <a:sym typeface="Arial"/>
              </a:rPr>
              <a:t>Identify the problem</a:t>
            </a:r>
            <a:endParaRPr/>
          </a:p>
          <a:p>
            <a:pPr indent="-393700" lvl="1" marL="1009650" rtl="0" algn="l">
              <a:lnSpc>
                <a:spcPct val="90000"/>
              </a:lnSpc>
              <a:spcBef>
                <a:spcPts val="780"/>
              </a:spcBef>
              <a:spcAft>
                <a:spcPts val="0"/>
              </a:spcAft>
              <a:buSzPts val="2600"/>
              <a:buAutoNum type="arabicPeriod"/>
            </a:pPr>
            <a:r>
              <a:rPr b="1" lang="en-US">
                <a:latin typeface="Arial"/>
                <a:ea typeface="Arial"/>
                <a:cs typeface="Arial"/>
                <a:sym typeface="Arial"/>
              </a:rPr>
              <a:t>Establish a theory of probable cause</a:t>
            </a:r>
            <a:endParaRPr/>
          </a:p>
          <a:p>
            <a:pPr indent="-393700" lvl="1" marL="1009650" rtl="0" algn="l">
              <a:lnSpc>
                <a:spcPct val="90000"/>
              </a:lnSpc>
              <a:spcBef>
                <a:spcPts val="780"/>
              </a:spcBef>
              <a:spcAft>
                <a:spcPts val="0"/>
              </a:spcAft>
              <a:buSzPts val="2600"/>
              <a:buAutoNum type="arabicPeriod"/>
            </a:pPr>
            <a:r>
              <a:rPr lang="en-US">
                <a:latin typeface="Arial"/>
                <a:ea typeface="Arial"/>
                <a:cs typeface="Arial"/>
                <a:sym typeface="Arial"/>
              </a:rPr>
              <a:t>Test the theory to determine the cause</a:t>
            </a:r>
            <a:endParaRPr/>
          </a:p>
          <a:p>
            <a:pPr indent="-393700" lvl="1" marL="1009650" rtl="0" algn="l">
              <a:lnSpc>
                <a:spcPct val="90000"/>
              </a:lnSpc>
              <a:spcBef>
                <a:spcPts val="780"/>
              </a:spcBef>
              <a:spcAft>
                <a:spcPts val="0"/>
              </a:spcAft>
              <a:buSzPts val="2600"/>
              <a:buAutoNum type="arabicPeriod"/>
            </a:pPr>
            <a:r>
              <a:rPr lang="en-US">
                <a:latin typeface="Arial"/>
                <a:ea typeface="Arial"/>
                <a:cs typeface="Arial"/>
                <a:sym typeface="Arial"/>
              </a:rPr>
              <a:t>Establish a plan of action to resolve the problem and implement the solution</a:t>
            </a:r>
            <a:endParaRPr/>
          </a:p>
          <a:p>
            <a:pPr indent="-393700" lvl="1" marL="1009650" rtl="0" algn="l">
              <a:lnSpc>
                <a:spcPct val="90000"/>
              </a:lnSpc>
              <a:spcBef>
                <a:spcPts val="780"/>
              </a:spcBef>
              <a:spcAft>
                <a:spcPts val="0"/>
              </a:spcAft>
              <a:buSzPts val="2600"/>
              <a:buAutoNum type="arabicPeriod"/>
            </a:pPr>
            <a:r>
              <a:rPr lang="en-US">
                <a:latin typeface="Arial"/>
                <a:ea typeface="Arial"/>
                <a:cs typeface="Arial"/>
                <a:sym typeface="Arial"/>
              </a:rPr>
              <a:t>Verify full system functionality, and if applicable, implement preventive measures</a:t>
            </a:r>
            <a:endParaRPr/>
          </a:p>
          <a:p>
            <a:pPr indent="-393700" lvl="1" marL="1009650" rtl="0" algn="l">
              <a:lnSpc>
                <a:spcPct val="90000"/>
              </a:lnSpc>
              <a:spcBef>
                <a:spcPts val="780"/>
              </a:spcBef>
              <a:spcAft>
                <a:spcPts val="0"/>
              </a:spcAft>
              <a:buSzPts val="2600"/>
              <a:buAutoNum type="arabicPeriod"/>
            </a:pPr>
            <a:r>
              <a:rPr lang="en-US">
                <a:latin typeface="Arial"/>
                <a:ea typeface="Arial"/>
                <a:cs typeface="Arial"/>
                <a:sym typeface="Arial"/>
              </a:rPr>
              <a:t>Document findings, actions and outcomes.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BIOS Settings</a:t>
            </a:r>
            <a:endParaRPr/>
          </a:p>
        </p:txBody>
      </p:sp>
      <p:sp>
        <p:nvSpPr>
          <p:cNvPr id="239" name="Google Shape;239;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200"/>
              <a:buChar char="•"/>
            </a:pPr>
            <a:r>
              <a:rPr lang="en-US"/>
              <a:t>After the computer is turned off, it needs to maintain certain settings such as:</a:t>
            </a:r>
            <a:endParaRPr/>
          </a:p>
          <a:p>
            <a:pPr indent="-228600" lvl="1" marL="685800" rtl="0" algn="l">
              <a:lnSpc>
                <a:spcPct val="90000"/>
              </a:lnSpc>
              <a:spcBef>
                <a:spcPts val="540"/>
              </a:spcBef>
              <a:spcAft>
                <a:spcPts val="0"/>
              </a:spcAft>
              <a:buClr>
                <a:srgbClr val="7F7F7F"/>
              </a:buClr>
              <a:buSzPts val="1800"/>
              <a:buChar char="•"/>
            </a:pPr>
            <a:r>
              <a:rPr lang="en-US"/>
              <a:t>Date and time</a:t>
            </a:r>
            <a:endParaRPr/>
          </a:p>
          <a:p>
            <a:pPr indent="-228600" lvl="1" marL="685800" rtl="0" algn="l">
              <a:lnSpc>
                <a:spcPct val="90000"/>
              </a:lnSpc>
              <a:spcBef>
                <a:spcPts val="540"/>
              </a:spcBef>
              <a:spcAft>
                <a:spcPts val="0"/>
              </a:spcAft>
              <a:buClr>
                <a:srgbClr val="7F7F7F"/>
              </a:buClr>
              <a:buSzPts val="1800"/>
              <a:buChar char="•"/>
            </a:pPr>
            <a:r>
              <a:rPr lang="en-US"/>
              <a:t>Boot sequence</a:t>
            </a:r>
            <a:endParaRPr/>
          </a:p>
          <a:p>
            <a:pPr indent="-228600" lvl="1" marL="685800" rtl="0" algn="l">
              <a:lnSpc>
                <a:spcPct val="90000"/>
              </a:lnSpc>
              <a:spcBef>
                <a:spcPts val="540"/>
              </a:spcBef>
              <a:spcAft>
                <a:spcPts val="0"/>
              </a:spcAft>
              <a:buClr>
                <a:srgbClr val="7F7F7F"/>
              </a:buClr>
              <a:buSzPts val="1800"/>
              <a:buChar char="•"/>
            </a:pPr>
            <a:r>
              <a:rPr lang="en-US"/>
              <a:t>Certain hardware settings</a:t>
            </a:r>
            <a:endParaRPr/>
          </a:p>
          <a:p>
            <a:pPr indent="-228600" lvl="0" marL="228600" rtl="0" algn="l">
              <a:lnSpc>
                <a:spcPct val="90000"/>
              </a:lnSpc>
              <a:spcBef>
                <a:spcPts val="660"/>
              </a:spcBef>
              <a:spcAft>
                <a:spcPts val="0"/>
              </a:spcAft>
              <a:buClr>
                <a:srgbClr val="7F7F7F"/>
              </a:buClr>
              <a:buSzPts val="2200"/>
              <a:buChar char="•"/>
            </a:pPr>
            <a:r>
              <a:rPr lang="en-US"/>
              <a:t>Many important custom settings can only be configured in the BIOS.</a:t>
            </a:r>
            <a:endParaRPr/>
          </a:p>
          <a:p>
            <a:pPr indent="-88900" lvl="0" marL="228600" rtl="0" algn="l">
              <a:lnSpc>
                <a:spcPct val="90000"/>
              </a:lnSpc>
              <a:spcBef>
                <a:spcPts val="660"/>
              </a:spcBef>
              <a:spcAft>
                <a:spcPts val="0"/>
              </a:spcAft>
              <a:buClr>
                <a:srgbClr val="7F7F7F"/>
              </a:buClr>
              <a:buSzPts val="2200"/>
              <a:buNone/>
            </a:pPr>
            <a:r>
              <a:t/>
            </a:r>
            <a:endParaRPr/>
          </a:p>
          <a:p>
            <a:pPr indent="-228600" lvl="0" marL="228600" rtl="0" algn="l">
              <a:lnSpc>
                <a:spcPct val="90000"/>
              </a:lnSpc>
              <a:spcBef>
                <a:spcPts val="660"/>
              </a:spcBef>
              <a:spcAft>
                <a:spcPts val="0"/>
              </a:spcAft>
              <a:buClr>
                <a:srgbClr val="7F7F7F"/>
              </a:buClr>
              <a:buSzPts val="2200"/>
              <a:buChar char="•"/>
            </a:pPr>
            <a:r>
              <a:rPr lang="en-US"/>
              <a:t>These settings are stored on another chip on the motherboard (CMOS)</a:t>
            </a:r>
            <a:endParaRPr/>
          </a:p>
        </p:txBody>
      </p:sp>
      <p:pic>
        <p:nvPicPr>
          <p:cNvPr descr="enter BIOS" id="240" name="Google Shape;240;p10"/>
          <p:cNvPicPr preferRelativeResize="0"/>
          <p:nvPr>
            <p:ph idx="2" type="body"/>
          </p:nvPr>
        </p:nvPicPr>
        <p:blipFill rotWithShape="1">
          <a:blip r:embed="rId3">
            <a:alphaModFix/>
          </a:blip>
          <a:srcRect b="0" l="0" r="0" t="0"/>
          <a:stretch/>
        </p:blipFill>
        <p:spPr>
          <a:xfrm>
            <a:off x="6172200" y="2073351"/>
            <a:ext cx="5181600" cy="385588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CMOS</a:t>
            </a:r>
            <a:endParaRPr/>
          </a:p>
        </p:txBody>
      </p:sp>
      <p:sp>
        <p:nvSpPr>
          <p:cNvPr id="246" name="Google Shape;246;p11"/>
          <p:cNvSpPr txBox="1"/>
          <p:nvPr>
            <p:ph idx="1" type="body"/>
          </p:nvPr>
        </p:nvSpPr>
        <p:spPr>
          <a:xfrm>
            <a:off x="713509" y="1922606"/>
            <a:ext cx="8331777" cy="4351338"/>
          </a:xfrm>
          <a:prstGeom prst="rect">
            <a:avLst/>
          </a:prstGeom>
          <a:noFill/>
          <a:ln>
            <a:noFill/>
          </a:ln>
        </p:spPr>
        <p:txBody>
          <a:bodyPr anchorCtr="0" anchor="t" bIns="45700" lIns="91425" spcFirstLastPara="1" rIns="91425" wrap="square" tIns="45700">
            <a:normAutofit fontScale="70000" lnSpcReduction="20000"/>
          </a:bodyPr>
          <a:lstStyle/>
          <a:p>
            <a:pPr indent="-214312" lvl="0" marL="228600" rtl="0" algn="l">
              <a:lnSpc>
                <a:spcPct val="120000"/>
              </a:lnSpc>
              <a:spcBef>
                <a:spcPts val="0"/>
              </a:spcBef>
              <a:spcAft>
                <a:spcPts val="0"/>
              </a:spcAft>
              <a:buClr>
                <a:srgbClr val="7F7F7F"/>
              </a:buClr>
              <a:buSzPct val="100000"/>
              <a:buChar char="•"/>
            </a:pPr>
            <a:r>
              <a:rPr lang="en-US"/>
              <a:t>A separate memory chip called CMOS (complementary metal-oxide semiconductor) that stores the information that describes specific device parameters. </a:t>
            </a:r>
            <a:endParaRPr/>
          </a:p>
          <a:p>
            <a:pPr indent="-216216" lvl="1" marL="685800" rtl="0" algn="l">
              <a:lnSpc>
                <a:spcPct val="120000"/>
              </a:lnSpc>
              <a:spcBef>
                <a:spcPts val="546"/>
              </a:spcBef>
              <a:spcAft>
                <a:spcPts val="0"/>
              </a:spcAft>
              <a:buClr>
                <a:srgbClr val="7F7F7F"/>
              </a:buClr>
              <a:buSzPct val="100000"/>
              <a:buChar char="•"/>
            </a:pPr>
            <a:r>
              <a:rPr lang="en-US"/>
              <a:t>CMOS also acts as a clock to store the current date and time. </a:t>
            </a:r>
            <a:endParaRPr/>
          </a:p>
          <a:p>
            <a:pPr indent="-214312" lvl="0" marL="228600" rtl="0" algn="l">
              <a:lnSpc>
                <a:spcPct val="120000"/>
              </a:lnSpc>
              <a:spcBef>
                <a:spcPts val="630"/>
              </a:spcBef>
              <a:spcAft>
                <a:spcPts val="0"/>
              </a:spcAft>
              <a:buClr>
                <a:srgbClr val="7F7F7F"/>
              </a:buClr>
              <a:buSzPct val="100000"/>
              <a:buChar char="•"/>
            </a:pPr>
            <a:r>
              <a:rPr lang="en-US"/>
              <a:t>CMOS is the semiconductor technology used in the transistors. </a:t>
            </a:r>
            <a:endParaRPr/>
          </a:p>
          <a:p>
            <a:pPr indent="-216216" lvl="1" marL="685800" rtl="0" algn="l">
              <a:lnSpc>
                <a:spcPct val="120000"/>
              </a:lnSpc>
              <a:spcBef>
                <a:spcPts val="546"/>
              </a:spcBef>
              <a:spcAft>
                <a:spcPts val="0"/>
              </a:spcAft>
              <a:buClr>
                <a:srgbClr val="7F7F7F"/>
              </a:buClr>
              <a:buSzPct val="100000"/>
              <a:buChar char="•"/>
            </a:pPr>
            <a:r>
              <a:rPr lang="en-US"/>
              <a:t>Made of silicon and germanium which conduct electricity but only under certain controllable conditions (semiconductor). </a:t>
            </a:r>
            <a:endParaRPr/>
          </a:p>
          <a:p>
            <a:pPr indent="-216216" lvl="1" marL="685800" rtl="0" algn="l">
              <a:lnSpc>
                <a:spcPct val="120000"/>
              </a:lnSpc>
              <a:spcBef>
                <a:spcPts val="546"/>
              </a:spcBef>
              <a:spcAft>
                <a:spcPts val="0"/>
              </a:spcAft>
              <a:buClr>
                <a:srgbClr val="7F7F7F"/>
              </a:buClr>
              <a:buSzPct val="100000"/>
              <a:buChar char="•"/>
            </a:pPr>
            <a:r>
              <a:rPr lang="en-US"/>
              <a:t>CMOS is usually powered by a coin-sized CR2032 cell battery, referred to as the CMOS battery.</a:t>
            </a:r>
            <a:endParaRPr/>
          </a:p>
          <a:p>
            <a:pPr indent="-216216" lvl="1" marL="685800" rtl="0" algn="l">
              <a:lnSpc>
                <a:spcPct val="120000"/>
              </a:lnSpc>
              <a:spcBef>
                <a:spcPts val="546"/>
              </a:spcBef>
              <a:spcAft>
                <a:spcPts val="0"/>
              </a:spcAft>
              <a:buClr>
                <a:srgbClr val="7F7F7F"/>
              </a:buClr>
              <a:buSzPct val="100000"/>
              <a:buChar char="•"/>
            </a:pPr>
            <a:r>
              <a:rPr lang="en-US"/>
              <a:t>Most CMOS batteries will last the lifetime of a motherboard, up to 10 years in most cases, but will sometimes need to be replaced.</a:t>
            </a:r>
            <a:endParaRPr/>
          </a:p>
          <a:p>
            <a:pPr indent="-216216" lvl="1" marL="685800" rtl="0" algn="l">
              <a:lnSpc>
                <a:spcPct val="120000"/>
              </a:lnSpc>
              <a:spcBef>
                <a:spcPts val="546"/>
              </a:spcBef>
              <a:spcAft>
                <a:spcPts val="0"/>
              </a:spcAft>
              <a:buClr>
                <a:srgbClr val="7F7F7F"/>
              </a:buClr>
              <a:buSzPct val="100000"/>
              <a:buChar char="•"/>
            </a:pPr>
            <a:r>
              <a:rPr lang="en-US"/>
              <a:t>Incorrect or slow system date and time or loss of BIOS settings are signs of a dead or dying CMOS battery.</a:t>
            </a:r>
            <a:endParaRPr/>
          </a:p>
          <a:p>
            <a:pPr indent="0" lvl="0" marL="0" rtl="0" algn="l">
              <a:lnSpc>
                <a:spcPct val="120000"/>
              </a:lnSpc>
              <a:spcBef>
                <a:spcPts val="630"/>
              </a:spcBef>
              <a:spcAft>
                <a:spcPts val="0"/>
              </a:spcAft>
              <a:buClr>
                <a:srgbClr val="7F7F7F"/>
              </a:buClr>
              <a:buSzPct val="100000"/>
              <a:buNone/>
            </a:pPr>
            <a:r>
              <a:t/>
            </a:r>
            <a:endParaRPr/>
          </a:p>
        </p:txBody>
      </p:sp>
      <p:pic>
        <p:nvPicPr>
          <p:cNvPr descr="What is CMOS?" id="247" name="Google Shape;247;p11"/>
          <p:cNvPicPr preferRelativeResize="0"/>
          <p:nvPr/>
        </p:nvPicPr>
        <p:blipFill rotWithShape="1">
          <a:blip r:embed="rId3">
            <a:alphaModFix/>
          </a:blip>
          <a:srcRect b="0" l="0" r="0" t="0"/>
          <a:stretch/>
        </p:blipFill>
        <p:spPr>
          <a:xfrm>
            <a:off x="9045286" y="1922606"/>
            <a:ext cx="2857500" cy="3057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CMOS (cont.)</a:t>
            </a:r>
            <a:endParaRPr/>
          </a:p>
        </p:txBody>
      </p:sp>
      <p:sp>
        <p:nvSpPr>
          <p:cNvPr id="253" name="Google Shape;25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00025" lvl="0" marL="228600" rtl="0" algn="l">
              <a:lnSpc>
                <a:spcPct val="115000"/>
              </a:lnSpc>
              <a:spcBef>
                <a:spcPts val="0"/>
              </a:spcBef>
              <a:spcAft>
                <a:spcPts val="0"/>
              </a:spcAft>
              <a:buClr>
                <a:srgbClr val="7F7F7F"/>
              </a:buClr>
              <a:buSzPct val="100000"/>
              <a:buChar char="•"/>
            </a:pPr>
            <a:r>
              <a:rPr lang="en-US"/>
              <a:t>Initially the CMOS was a separate chip on the motherboard.</a:t>
            </a:r>
            <a:endParaRPr/>
          </a:p>
          <a:p>
            <a:pPr indent="-203834" lvl="1" marL="685800" rtl="0" algn="l">
              <a:lnSpc>
                <a:spcPct val="115000"/>
              </a:lnSpc>
              <a:spcBef>
                <a:spcPts val="780"/>
              </a:spcBef>
              <a:spcAft>
                <a:spcPts val="0"/>
              </a:spcAft>
              <a:buClr>
                <a:srgbClr val="7F7F7F"/>
              </a:buClr>
              <a:buSzPct val="100000"/>
              <a:buChar char="•"/>
            </a:pPr>
            <a:r>
              <a:rPr lang="en-US"/>
              <a:t>Nowadays it is almost always built into the Southbridge.</a:t>
            </a:r>
            <a:endParaRPr/>
          </a:p>
          <a:p>
            <a:pPr indent="-200025" lvl="0" marL="228600" rtl="0" algn="l">
              <a:lnSpc>
                <a:spcPct val="115000"/>
              </a:lnSpc>
              <a:spcBef>
                <a:spcPts val="900"/>
              </a:spcBef>
              <a:spcAft>
                <a:spcPts val="0"/>
              </a:spcAft>
              <a:buClr>
                <a:srgbClr val="7F7F7F"/>
              </a:buClr>
              <a:buSzPct val="100000"/>
              <a:buChar char="•"/>
            </a:pPr>
            <a:r>
              <a:rPr lang="en-US"/>
              <a:t>The information stored in CMOS is vital for the computer to function.</a:t>
            </a:r>
            <a:endParaRPr/>
          </a:p>
          <a:p>
            <a:pPr indent="-203834" lvl="1" marL="685800" rtl="0" algn="l">
              <a:lnSpc>
                <a:spcPct val="115000"/>
              </a:lnSpc>
              <a:spcBef>
                <a:spcPts val="780"/>
              </a:spcBef>
              <a:spcAft>
                <a:spcPts val="0"/>
              </a:spcAft>
              <a:buClr>
                <a:srgbClr val="7F7F7F"/>
              </a:buClr>
              <a:buSzPct val="100000"/>
              <a:buChar char="•"/>
            </a:pPr>
            <a:r>
              <a:rPr lang="en-US"/>
              <a:t>Every computer ships with a program that allows you to access and modify CMOS data.</a:t>
            </a:r>
            <a:endParaRPr/>
          </a:p>
          <a:p>
            <a:pPr indent="-200025" lvl="0" marL="228600" rtl="0" algn="l">
              <a:lnSpc>
                <a:spcPct val="115000"/>
              </a:lnSpc>
              <a:spcBef>
                <a:spcPts val="900"/>
              </a:spcBef>
              <a:spcAft>
                <a:spcPts val="0"/>
              </a:spcAft>
              <a:buClr>
                <a:srgbClr val="7F7F7F"/>
              </a:buClr>
              <a:buSzPct val="100000"/>
              <a:buChar char="•"/>
            </a:pPr>
            <a:r>
              <a:rPr lang="en-US"/>
              <a:t>CMOS can be accessed at computer boot by pressing a special key (depends on the manufacturer)</a:t>
            </a:r>
            <a:endParaRPr/>
          </a:p>
          <a:p>
            <a:pPr indent="-203834" lvl="1" marL="685800" rtl="0" algn="l">
              <a:lnSpc>
                <a:spcPct val="115000"/>
              </a:lnSpc>
              <a:spcBef>
                <a:spcPts val="780"/>
              </a:spcBef>
              <a:spcAft>
                <a:spcPts val="0"/>
              </a:spcAft>
              <a:buClr>
                <a:srgbClr val="7F7F7F"/>
              </a:buClr>
              <a:buSzPct val="100000"/>
              <a:buChar char="•"/>
            </a:pPr>
            <a:r>
              <a:rPr lang="en-US"/>
              <a:t>Usually it would be F1, F2, F10, F12, Del or a key combination -- again, it will be different for every manufacturer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CMOS </a:t>
            </a:r>
            <a:endParaRPr/>
          </a:p>
        </p:txBody>
      </p:sp>
      <p:sp>
        <p:nvSpPr>
          <p:cNvPr id="259" name="Google Shape;259;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Use almost no power when not needed but can become very hot when in use. </a:t>
            </a:r>
            <a:br>
              <a:rPr lang="en-US"/>
            </a:br>
            <a:r>
              <a:rPr lang="en-US"/>
              <a:t>(This limits their speed significantly.)</a:t>
            </a:r>
            <a:endParaRPr/>
          </a:p>
          <a:p>
            <a:pPr indent="-228600" lvl="0" marL="4572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Activity – Open the System Setup</a:t>
            </a:r>
            <a:endParaRPr/>
          </a:p>
        </p:txBody>
      </p:sp>
      <p:sp>
        <p:nvSpPr>
          <p:cNvPr id="265" name="Google Shape;265;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Restart your PCs </a:t>
            </a:r>
            <a:endParaRPr/>
          </a:p>
          <a:p>
            <a:pPr indent="-419100" lvl="0" marL="457200" rtl="0" algn="l">
              <a:lnSpc>
                <a:spcPct val="90000"/>
              </a:lnSpc>
              <a:spcBef>
                <a:spcPts val="900"/>
              </a:spcBef>
              <a:spcAft>
                <a:spcPts val="0"/>
              </a:spcAft>
              <a:buClr>
                <a:srgbClr val="7F7F7F"/>
              </a:buClr>
              <a:buSzPts val="3000"/>
              <a:buChar char="•"/>
            </a:pPr>
            <a:r>
              <a:rPr lang="en-US"/>
              <a:t>Hold the F2 keys while it is restarting.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Common CMOS Options</a:t>
            </a:r>
            <a:endParaRPr/>
          </a:p>
        </p:txBody>
      </p:sp>
      <p:graphicFrame>
        <p:nvGraphicFramePr>
          <p:cNvPr id="271" name="Google Shape;271;p13"/>
          <p:cNvGraphicFramePr/>
          <p:nvPr/>
        </p:nvGraphicFramePr>
        <p:xfrm>
          <a:off x="838200" y="1825624"/>
          <a:ext cx="3000000" cy="3000000"/>
        </p:xfrm>
        <a:graphic>
          <a:graphicData uri="http://schemas.openxmlformats.org/drawingml/2006/table">
            <a:tbl>
              <a:tblPr bandRow="1" firstRow="1">
                <a:noFill/>
                <a:tableStyleId>{F8EB3F8C-B320-440C-8557-970DBFDBC1E0}</a:tableStyleId>
              </a:tblPr>
              <a:tblGrid>
                <a:gridCol w="2383175"/>
                <a:gridCol w="8132425"/>
              </a:tblGrid>
              <a:tr h="515025">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Quattrocento Sans"/>
                          <a:ea typeface="Quattrocento Sans"/>
                          <a:cs typeface="Quattrocento Sans"/>
                          <a:sym typeface="Quattrocento Sans"/>
                        </a:rPr>
                        <a:t>System date/time</a:t>
                      </a:r>
                      <a:endParaRPr sz="1400" u="none" cap="none" strike="noStrike"/>
                    </a:p>
                  </a:txBody>
                  <a:tcPr marT="63500" marB="63500" marR="63500" marL="63500"/>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Set the system date and time.</a:t>
                      </a:r>
                      <a:endParaRPr sz="1400" u="none" cap="none" strike="noStrike"/>
                    </a:p>
                  </a:txBody>
                  <a:tcPr marT="63500" marB="63500" marR="63500" marL="63500"/>
                </a:tc>
              </a:tr>
              <a:tr h="515025">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Quattrocento Sans"/>
                          <a:ea typeface="Quattrocento Sans"/>
                          <a:cs typeface="Quattrocento Sans"/>
                          <a:sym typeface="Quattrocento Sans"/>
                        </a:rPr>
                        <a:t>Boot sequence</a:t>
                      </a:r>
                      <a:endParaRPr sz="1400" u="none" cap="none" strike="noStrike"/>
                    </a:p>
                  </a:txBody>
                  <a:tcPr marT="63500" marB="63500" marR="63500" marL="63500"/>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The order that BIOS will try to load the operating system.</a:t>
                      </a:r>
                      <a:endParaRPr sz="1400" u="none" cap="none" strike="noStrike"/>
                    </a:p>
                  </a:txBody>
                  <a:tcPr marT="63500" marB="63500" marR="63500" marL="63500"/>
                </a:tc>
              </a:tr>
              <a:tr h="515025">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Quattrocento Sans"/>
                          <a:ea typeface="Quattrocento Sans"/>
                          <a:cs typeface="Quattrocento Sans"/>
                          <a:sym typeface="Quattrocento Sans"/>
                        </a:rPr>
                        <a:t>Plug and play</a:t>
                      </a:r>
                      <a:endParaRPr sz="1400" u="none" cap="none" strike="noStrike"/>
                    </a:p>
                  </a:txBody>
                  <a:tcPr marT="63500" marB="63500" marR="63500" marL="63500"/>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A standard for auto-detecting connected devices. </a:t>
                      </a:r>
                      <a:endParaRPr sz="1400" u="none" cap="none" strike="noStrike"/>
                    </a:p>
                  </a:txBody>
                  <a:tcPr marT="63500" marB="63500" marR="63500" marL="63500"/>
                </a:tc>
              </a:tr>
              <a:tr h="515025">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Quattrocento Sans"/>
                          <a:ea typeface="Quattrocento Sans"/>
                          <a:cs typeface="Quattrocento Sans"/>
                          <a:sym typeface="Quattrocento Sans"/>
                        </a:rPr>
                        <a:t>Mouse / keyboard</a:t>
                      </a:r>
                      <a:endParaRPr sz="1400" u="none" cap="none" strike="noStrike"/>
                    </a:p>
                  </a:txBody>
                  <a:tcPr marT="63500" marB="63500" marR="63500" marL="63500"/>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Settings to enable number lock, auto-detect the mouse, etc.</a:t>
                      </a:r>
                      <a:endParaRPr sz="1400" u="none" cap="none" strike="noStrike"/>
                    </a:p>
                  </a:txBody>
                  <a:tcPr marT="63500" marB="63500" marR="63500" marL="63500"/>
                </a:tc>
              </a:tr>
              <a:tr h="515025">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Quattrocento Sans"/>
                          <a:ea typeface="Quattrocento Sans"/>
                          <a:cs typeface="Quattrocento Sans"/>
                          <a:sym typeface="Quattrocento Sans"/>
                        </a:rPr>
                        <a:t>Drive configuration</a:t>
                      </a:r>
                      <a:endParaRPr sz="1400" u="none" cap="none" strike="noStrike"/>
                    </a:p>
                  </a:txBody>
                  <a:tcPr marT="63500" marB="63500" marR="63500" marL="63500"/>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Configure hard drives, CD-ROM and floppy drives.</a:t>
                      </a:r>
                      <a:endParaRPr sz="1400" u="none" cap="none" strike="noStrike"/>
                    </a:p>
                  </a:txBody>
                  <a:tcPr marT="63500" marB="63500" marR="63500" marL="63500"/>
                </a:tc>
              </a:tr>
              <a:tr h="515025">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Quattrocento Sans"/>
                          <a:ea typeface="Quattrocento Sans"/>
                          <a:cs typeface="Quattrocento Sans"/>
                          <a:sym typeface="Quattrocento Sans"/>
                        </a:rPr>
                        <a:t>Security</a:t>
                      </a:r>
                      <a:endParaRPr sz="1400" u="none" cap="none" strike="noStrike"/>
                    </a:p>
                  </a:txBody>
                  <a:tcPr marT="63500" marB="63500" marR="63500" marL="63500"/>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Set a password for accessing the computer</a:t>
                      </a:r>
                      <a:endParaRPr sz="1400" u="none" cap="none" strike="noStrike"/>
                    </a:p>
                  </a:txBody>
                  <a:tcPr marT="63500" marB="63500" marR="63500" marL="63500"/>
                </a:tc>
              </a:tr>
              <a:tr h="906200">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Quattrocento Sans"/>
                          <a:ea typeface="Quattrocento Sans"/>
                          <a:cs typeface="Quattrocento Sans"/>
                          <a:sym typeface="Quattrocento Sans"/>
                        </a:rPr>
                        <a:t>Power management</a:t>
                      </a:r>
                      <a:endParaRPr sz="1400" u="none" cap="none" strike="noStrike"/>
                    </a:p>
                  </a:txBody>
                  <a:tcPr marT="63500" marB="63500" marR="63500" marL="63500"/>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Quattrocento Sans"/>
                          <a:ea typeface="Quattrocento Sans"/>
                          <a:cs typeface="Quattrocento Sans"/>
                          <a:sym typeface="Quattrocento Sans"/>
                        </a:rPr>
                        <a:t>Select whether to use power management, as well as the amount of time for standby and suspend.</a:t>
                      </a:r>
                      <a:endParaRPr sz="1400" u="none" cap="none" strike="noStrike"/>
                    </a:p>
                  </a:txBody>
                  <a:tcPr marT="63500" marB="63500" marR="63500" marL="6350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BIOS Limitations</a:t>
            </a:r>
            <a:endParaRPr/>
          </a:p>
        </p:txBody>
      </p:sp>
      <p:sp>
        <p:nvSpPr>
          <p:cNvPr id="277" name="Google Shape;277;p14"/>
          <p:cNvSpPr txBox="1"/>
          <p:nvPr>
            <p:ph idx="1" type="body"/>
          </p:nvPr>
        </p:nvSpPr>
        <p:spPr>
          <a:xfrm>
            <a:off x="779476" y="1674623"/>
            <a:ext cx="11107723" cy="4818456"/>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20000"/>
              </a:lnSpc>
              <a:spcBef>
                <a:spcPts val="0"/>
              </a:spcBef>
              <a:spcAft>
                <a:spcPts val="0"/>
              </a:spcAft>
              <a:buClr>
                <a:srgbClr val="7F7F7F"/>
              </a:buClr>
              <a:buSzPct val="100000"/>
              <a:buChar char="•"/>
            </a:pPr>
            <a:r>
              <a:rPr lang="en-US"/>
              <a:t>BIOS was the only firmware service of its kind for a long time. </a:t>
            </a:r>
            <a:br>
              <a:rPr lang="en-US"/>
            </a:br>
            <a:r>
              <a:rPr lang="en-US"/>
              <a:t>(Early MS Dos computers in 1980 had BIOS.)</a:t>
            </a:r>
            <a:endParaRPr/>
          </a:p>
          <a:p>
            <a:pPr indent="-228600" lvl="0" marL="228600" rtl="0" algn="l">
              <a:lnSpc>
                <a:spcPct val="120000"/>
              </a:lnSpc>
              <a:spcBef>
                <a:spcPts val="765"/>
              </a:spcBef>
              <a:spcAft>
                <a:spcPts val="0"/>
              </a:spcAft>
              <a:buClr>
                <a:srgbClr val="7F7F7F"/>
              </a:buClr>
              <a:buSzPct val="100000"/>
              <a:buChar char="•"/>
            </a:pPr>
            <a:r>
              <a:rPr lang="en-US"/>
              <a:t>BIOS had several limitations:</a:t>
            </a:r>
            <a:endParaRPr/>
          </a:p>
          <a:p>
            <a:pPr indent="-228600" lvl="1" marL="685800" rtl="0" algn="l">
              <a:lnSpc>
                <a:spcPct val="120000"/>
              </a:lnSpc>
              <a:spcBef>
                <a:spcPts val="663"/>
              </a:spcBef>
              <a:spcAft>
                <a:spcPts val="0"/>
              </a:spcAft>
              <a:buClr>
                <a:srgbClr val="7F7F7F"/>
              </a:buClr>
              <a:buSzPct val="100000"/>
              <a:buChar char="•"/>
            </a:pPr>
            <a:r>
              <a:rPr lang="en-US"/>
              <a:t>Each motherboard manufacturer had to produce their own BIOS.</a:t>
            </a:r>
            <a:br>
              <a:rPr lang="en-US"/>
            </a:br>
            <a:r>
              <a:rPr lang="en-US"/>
              <a:t>(customised to at particular set of hardware components).</a:t>
            </a:r>
            <a:endParaRPr/>
          </a:p>
          <a:p>
            <a:pPr indent="-228600" lvl="1" marL="685800" rtl="0" algn="l">
              <a:lnSpc>
                <a:spcPct val="120000"/>
              </a:lnSpc>
              <a:spcBef>
                <a:spcPts val="663"/>
              </a:spcBef>
              <a:spcAft>
                <a:spcPts val="0"/>
              </a:spcAft>
              <a:buClr>
                <a:srgbClr val="7F7F7F"/>
              </a:buClr>
              <a:buSzPct val="100000"/>
              <a:buChar char="•"/>
            </a:pPr>
            <a:r>
              <a:rPr lang="en-US"/>
              <a:t>Must run in 16-bit processor mode and only has 1 MB of space to execute in. </a:t>
            </a:r>
            <a:endParaRPr/>
          </a:p>
          <a:p>
            <a:pPr indent="-228600" lvl="1" marL="685800" rtl="0" algn="l">
              <a:lnSpc>
                <a:spcPct val="120000"/>
              </a:lnSpc>
              <a:spcBef>
                <a:spcPts val="663"/>
              </a:spcBef>
              <a:spcAft>
                <a:spcPts val="0"/>
              </a:spcAft>
              <a:buClr>
                <a:srgbClr val="7F7F7F"/>
              </a:buClr>
              <a:buSzPct val="100000"/>
              <a:buChar char="•"/>
            </a:pPr>
            <a:r>
              <a:rPr lang="en-US"/>
              <a:t>Has trouble initializing multiple hardware devices at once, which leads to a slower boot process when initializing all the hardware interfaces and devices on a modern computers.</a:t>
            </a:r>
            <a:endParaRPr/>
          </a:p>
          <a:p>
            <a:pPr indent="-228600" lvl="1" marL="685800" rtl="0" algn="l">
              <a:lnSpc>
                <a:spcPct val="120000"/>
              </a:lnSpc>
              <a:spcBef>
                <a:spcPts val="663"/>
              </a:spcBef>
              <a:spcAft>
                <a:spcPts val="0"/>
              </a:spcAft>
              <a:buClr>
                <a:srgbClr val="7F7F7F"/>
              </a:buClr>
              <a:buSzPct val="100000"/>
              <a:buChar char="•"/>
            </a:pPr>
            <a:r>
              <a:rPr lang="en-US"/>
              <a:t>Can only boot from drives of 2.1 TB or less. </a:t>
            </a:r>
            <a:endParaRPr/>
          </a:p>
          <a:p>
            <a:pPr indent="-228600" lvl="1" marL="685800" rtl="0" algn="l">
              <a:lnSpc>
                <a:spcPct val="120000"/>
              </a:lnSpc>
              <a:spcBef>
                <a:spcPts val="663"/>
              </a:spcBef>
              <a:spcAft>
                <a:spcPts val="0"/>
              </a:spcAft>
              <a:buClr>
                <a:srgbClr val="7F7F7F"/>
              </a:buClr>
              <a:buSzPct val="100000"/>
              <a:buChar char="•"/>
            </a:pPr>
            <a:r>
              <a:rPr lang="en-US"/>
              <a:t>Can only support keyboard access. </a:t>
            </a:r>
            <a:endParaRPr/>
          </a:p>
          <a:p>
            <a:pPr indent="-66675" lvl="0" marL="228600" rtl="0" algn="l">
              <a:lnSpc>
                <a:spcPct val="120000"/>
              </a:lnSpc>
              <a:spcBef>
                <a:spcPts val="765"/>
              </a:spcBef>
              <a:spcAft>
                <a:spcPts val="0"/>
              </a:spcAft>
              <a:buClr>
                <a:srgbClr val="7F7F7F"/>
              </a:buClr>
              <a:buSzPct val="100000"/>
              <a:buNone/>
            </a:pPr>
            <a:r>
              <a:t/>
            </a:r>
            <a:endParaRPr/>
          </a:p>
          <a:p>
            <a:pPr indent="-66675" lvl="0" marL="228600" rtl="0" algn="l">
              <a:lnSpc>
                <a:spcPct val="120000"/>
              </a:lnSpc>
              <a:spcBef>
                <a:spcPts val="765"/>
              </a:spcBef>
              <a:spcAft>
                <a:spcPts val="0"/>
              </a:spcAft>
              <a:buClr>
                <a:srgbClr val="7F7F7F"/>
              </a:buClr>
              <a:buSzPct val="1000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BIOS Limitations</a:t>
            </a:r>
            <a:endParaRPr/>
          </a:p>
        </p:txBody>
      </p:sp>
      <p:sp>
        <p:nvSpPr>
          <p:cNvPr id="283" name="Google Shape;283;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Everything in a computer has been improving over the past decades: Connectivity, CPU, RAM, Storage devices,etc</a:t>
            </a:r>
            <a:endParaRPr/>
          </a:p>
          <a:p>
            <a:pPr indent="-419100" lvl="0" marL="457200" rtl="0" algn="l">
              <a:lnSpc>
                <a:spcPct val="90000"/>
              </a:lnSpc>
              <a:spcBef>
                <a:spcPts val="900"/>
              </a:spcBef>
              <a:spcAft>
                <a:spcPts val="0"/>
              </a:spcAft>
              <a:buClr>
                <a:srgbClr val="7F7F7F"/>
              </a:buClr>
              <a:buSzPts val="3000"/>
              <a:buChar char="•"/>
            </a:pPr>
            <a:r>
              <a:rPr lang="en-US"/>
              <a:t>Except! The BIOS which remained a 16 bits for decades.</a:t>
            </a:r>
            <a:endParaRPr/>
          </a:p>
          <a:p>
            <a:pPr indent="-419100" lvl="0" marL="457200" rtl="0" algn="l">
              <a:lnSpc>
                <a:spcPct val="90000"/>
              </a:lnSpc>
              <a:spcBef>
                <a:spcPts val="900"/>
              </a:spcBef>
              <a:spcAft>
                <a:spcPts val="0"/>
              </a:spcAft>
              <a:buClr>
                <a:srgbClr val="7F7F7F"/>
              </a:buClr>
              <a:buSzPts val="3000"/>
              <a:buChar char="•"/>
            </a:pPr>
            <a:r>
              <a:rPr lang="en-US"/>
              <a:t>In the past decade, the BIOS was replaced with the UEF-BIOS or just UEFI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BIOS Replacement</a:t>
            </a:r>
            <a:endParaRPr/>
          </a:p>
        </p:txBody>
      </p:sp>
      <p:sp>
        <p:nvSpPr>
          <p:cNvPr id="289" name="Google Shape;28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Intel developed the </a:t>
            </a:r>
            <a:r>
              <a:rPr lang="en-US">
                <a:solidFill>
                  <a:srgbClr val="0055A4"/>
                </a:solidFill>
              </a:rPr>
              <a:t>Extensible Framework Interface </a:t>
            </a:r>
            <a:r>
              <a:rPr lang="en-US"/>
              <a:t>(EFI) - </a:t>
            </a:r>
            <a:br>
              <a:rPr lang="en-US"/>
            </a:br>
            <a:r>
              <a:rPr lang="en-US"/>
              <a:t>an open system of standards for developing firmware for hardware components. </a:t>
            </a:r>
            <a:endParaRPr/>
          </a:p>
          <a:p>
            <a:pPr indent="-228600" lvl="1" marL="685800" rtl="0" algn="l">
              <a:lnSpc>
                <a:spcPct val="90000"/>
              </a:lnSpc>
              <a:spcBef>
                <a:spcPts val="780"/>
              </a:spcBef>
              <a:spcAft>
                <a:spcPts val="0"/>
              </a:spcAft>
              <a:buClr>
                <a:srgbClr val="7F7F7F"/>
              </a:buClr>
              <a:buSzPts val="2600"/>
              <a:buChar char="•"/>
            </a:pPr>
            <a:r>
              <a:rPr lang="en-US"/>
              <a:t>Without the entire framework needing to be architecture specific.</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US"/>
              <a:t>This grew into </a:t>
            </a:r>
            <a:r>
              <a:rPr lang="en-US">
                <a:solidFill>
                  <a:srgbClr val="0055A4"/>
                </a:solidFill>
              </a:rPr>
              <a:t>UEFI</a:t>
            </a:r>
            <a:r>
              <a:rPr lang="en-US"/>
              <a:t> (Unified Extensible Framework Interface), which is maintained by a group of technology companies including Apple, Microsoft, IBM and Intel.</a:t>
            </a:r>
            <a:endParaRPr/>
          </a:p>
          <a:p>
            <a:pPr indent="0" lvl="0" marL="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UEFI</a:t>
            </a:r>
            <a:endParaRPr/>
          </a:p>
        </p:txBody>
      </p:sp>
      <p:sp>
        <p:nvSpPr>
          <p:cNvPr id="295" name="Google Shape;295;p16"/>
          <p:cNvSpPr txBox="1"/>
          <p:nvPr>
            <p:ph idx="1" type="body"/>
          </p:nvPr>
        </p:nvSpPr>
        <p:spPr>
          <a:xfrm>
            <a:off x="609599" y="1825625"/>
            <a:ext cx="6252673"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200"/>
              <a:buChar char="•"/>
            </a:pPr>
            <a:r>
              <a:rPr lang="en-US"/>
              <a:t>UEFI is a customizable framework which does not require a separate program (boot loader) to launch the operating system.</a:t>
            </a:r>
            <a:endParaRPr/>
          </a:p>
          <a:p>
            <a:pPr indent="-228600" lvl="0" marL="228600" rtl="0" algn="l">
              <a:lnSpc>
                <a:spcPct val="90000"/>
              </a:lnSpc>
              <a:spcBef>
                <a:spcPts val="660"/>
              </a:spcBef>
              <a:spcAft>
                <a:spcPts val="0"/>
              </a:spcAft>
              <a:buClr>
                <a:srgbClr val="7F7F7F"/>
              </a:buClr>
              <a:buSzPts val="2200"/>
              <a:buChar char="•"/>
            </a:pPr>
            <a:r>
              <a:rPr lang="en-US"/>
              <a:t>UEFI Includes native support for HDDs larger than 2 terabytes.</a:t>
            </a:r>
            <a:endParaRPr/>
          </a:p>
          <a:p>
            <a:pPr indent="-228600" lvl="0" marL="228600" rtl="0" algn="l">
              <a:lnSpc>
                <a:spcPct val="90000"/>
              </a:lnSpc>
              <a:spcBef>
                <a:spcPts val="660"/>
              </a:spcBef>
              <a:spcAft>
                <a:spcPts val="0"/>
              </a:spcAft>
              <a:buClr>
                <a:srgbClr val="7F7F7F"/>
              </a:buClr>
              <a:buSzPts val="2200"/>
              <a:buChar char="•"/>
            </a:pPr>
            <a:r>
              <a:rPr lang="en-US"/>
              <a:t>UEFI has user-friendly graphical user interface that supports different colors and even animations with mouse support.</a:t>
            </a:r>
            <a:endParaRPr/>
          </a:p>
          <a:p>
            <a:pPr indent="-228600" lvl="0" marL="228600" rtl="0" algn="l">
              <a:lnSpc>
                <a:spcPct val="90000"/>
              </a:lnSpc>
              <a:spcBef>
                <a:spcPts val="660"/>
              </a:spcBef>
              <a:spcAft>
                <a:spcPts val="0"/>
              </a:spcAft>
              <a:buClr>
                <a:srgbClr val="7F7F7F"/>
              </a:buClr>
              <a:buSzPts val="2200"/>
              <a:buChar char="•"/>
            </a:pPr>
            <a:r>
              <a:rPr lang="en-US"/>
              <a:t>UEFI also has a built-in feature called secure boot.</a:t>
            </a:r>
            <a:endParaRPr/>
          </a:p>
          <a:p>
            <a:pPr indent="-228600" lvl="1" marL="685800" rtl="0" algn="l">
              <a:lnSpc>
                <a:spcPct val="90000"/>
              </a:lnSpc>
              <a:spcBef>
                <a:spcPts val="540"/>
              </a:spcBef>
              <a:spcAft>
                <a:spcPts val="0"/>
              </a:spcAft>
              <a:buClr>
                <a:srgbClr val="7F7F7F"/>
              </a:buClr>
              <a:buSzPts val="1800"/>
              <a:buChar char="•"/>
            </a:pPr>
            <a:r>
              <a:rPr lang="en-US"/>
              <a:t>Secure boot stops any digitally unsigned drivers from loading.</a:t>
            </a:r>
            <a:endParaRPr/>
          </a:p>
          <a:p>
            <a:pPr indent="-228600" lvl="1" marL="685800" rtl="0" algn="l">
              <a:lnSpc>
                <a:spcPct val="90000"/>
              </a:lnSpc>
              <a:spcBef>
                <a:spcPts val="540"/>
              </a:spcBef>
              <a:spcAft>
                <a:spcPts val="0"/>
              </a:spcAft>
              <a:buClr>
                <a:srgbClr val="7F7F7F"/>
              </a:buClr>
              <a:buSzPts val="1800"/>
              <a:buChar char="•"/>
            </a:pPr>
            <a:r>
              <a:rPr lang="en-US"/>
              <a:t>Helps to stop malicious software such as rootkits.</a:t>
            </a:r>
            <a:endParaRPr/>
          </a:p>
        </p:txBody>
      </p:sp>
      <p:pic>
        <p:nvPicPr>
          <p:cNvPr id="296" name="Google Shape;296;p16"/>
          <p:cNvPicPr preferRelativeResize="0"/>
          <p:nvPr>
            <p:ph idx="2" type="body"/>
          </p:nvPr>
        </p:nvPicPr>
        <p:blipFill rotWithShape="1">
          <a:blip r:embed="rId3">
            <a:alphaModFix/>
          </a:blip>
          <a:srcRect b="0" l="0" r="0" t="0"/>
          <a:stretch/>
        </p:blipFill>
        <p:spPr>
          <a:xfrm>
            <a:off x="7016253" y="1825625"/>
            <a:ext cx="4901725" cy="2348585"/>
          </a:xfrm>
          <a:prstGeom prst="rect">
            <a:avLst/>
          </a:prstGeom>
          <a:noFill/>
          <a:ln>
            <a:noFill/>
          </a:ln>
        </p:spPr>
      </p:pic>
      <p:sp>
        <p:nvSpPr>
          <p:cNvPr id="297" name="Google Shape;297;p16"/>
          <p:cNvSpPr txBox="1"/>
          <p:nvPr/>
        </p:nvSpPr>
        <p:spPr>
          <a:xfrm>
            <a:off x="7016250" y="4446182"/>
            <a:ext cx="5027700" cy="22983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15000"/>
              </a:lnSpc>
              <a:spcBef>
                <a:spcPts val="0"/>
              </a:spcBef>
              <a:spcAft>
                <a:spcPts val="0"/>
              </a:spcAft>
              <a:buClr>
                <a:srgbClr val="7F7F7F"/>
              </a:buClr>
              <a:buSzPct val="100000"/>
              <a:buFont typeface="Arial"/>
              <a:buNone/>
            </a:pPr>
            <a:r>
              <a:rPr b="0" i="0" lang="en-US" sz="2200" u="none" cap="none" strike="noStrike">
                <a:solidFill>
                  <a:srgbClr val="7F7F7F"/>
                </a:solidFill>
                <a:latin typeface="Quattrocento Sans"/>
                <a:ea typeface="Quattrocento Sans"/>
                <a:cs typeface="Quattrocento Sans"/>
                <a:sym typeface="Quattrocento Sans"/>
              </a:rPr>
              <a:t>OS Support:</a:t>
            </a:r>
            <a:endParaRPr b="0" i="0" sz="1400" u="none" cap="none" strike="noStrike">
              <a:solidFill>
                <a:srgbClr val="000000"/>
              </a:solidFill>
              <a:latin typeface="Arial"/>
              <a:ea typeface="Arial"/>
              <a:cs typeface="Arial"/>
              <a:sym typeface="Arial"/>
            </a:endParaRPr>
          </a:p>
          <a:p>
            <a:pPr indent="-202882" lvl="1" marL="685800" marR="0" rtl="0" algn="l">
              <a:lnSpc>
                <a:spcPct val="115000"/>
              </a:lnSpc>
              <a:spcBef>
                <a:spcPts val="540"/>
              </a:spcBef>
              <a:spcAft>
                <a:spcPts val="0"/>
              </a:spcAft>
              <a:buClr>
                <a:srgbClr val="7F7F7F"/>
              </a:buClr>
              <a:buSzPct val="100000"/>
              <a:buFont typeface="Arial"/>
              <a:buChar char="•"/>
            </a:pPr>
            <a:r>
              <a:rPr b="0" i="0" lang="en-US" sz="1800" u="none" cap="none" strike="noStrike">
                <a:solidFill>
                  <a:srgbClr val="7F7F7F"/>
                </a:solidFill>
                <a:latin typeface="Quattrocento Sans"/>
                <a:ea typeface="Quattrocento Sans"/>
                <a:cs typeface="Quattrocento Sans"/>
                <a:sym typeface="Quattrocento Sans"/>
              </a:rPr>
              <a:t>Windows 8 and newer PCs use UEFI instead of BIOS.</a:t>
            </a:r>
            <a:endParaRPr b="0" i="0" sz="1400" u="none" cap="none" strike="noStrike">
              <a:solidFill>
                <a:srgbClr val="000000"/>
              </a:solidFill>
              <a:latin typeface="Arial"/>
              <a:ea typeface="Arial"/>
              <a:cs typeface="Arial"/>
              <a:sym typeface="Arial"/>
            </a:endParaRPr>
          </a:p>
          <a:p>
            <a:pPr indent="-202882" lvl="1" marL="685800" marR="0" rtl="0" algn="l">
              <a:lnSpc>
                <a:spcPct val="115000"/>
              </a:lnSpc>
              <a:spcBef>
                <a:spcPts val="540"/>
              </a:spcBef>
              <a:spcAft>
                <a:spcPts val="0"/>
              </a:spcAft>
              <a:buClr>
                <a:srgbClr val="7F7F7F"/>
              </a:buClr>
              <a:buSzPct val="100000"/>
              <a:buFont typeface="Arial"/>
              <a:buChar char="•"/>
            </a:pPr>
            <a:r>
              <a:rPr b="0" i="0" lang="en-US" sz="1800" u="none" cap="none" strike="noStrike">
                <a:solidFill>
                  <a:srgbClr val="7F7F7F"/>
                </a:solidFill>
                <a:latin typeface="Quattrocento Sans"/>
                <a:ea typeface="Quattrocento Sans"/>
                <a:cs typeface="Quattrocento Sans"/>
                <a:sym typeface="Quattrocento Sans"/>
              </a:rPr>
              <a:t>Apple MAC has used UEFI for years.</a:t>
            </a:r>
            <a:endParaRPr b="0" i="0" sz="1800" u="none" cap="none" strike="noStrike">
              <a:solidFill>
                <a:srgbClr val="7F7F7F"/>
              </a:solidFill>
              <a:latin typeface="Quattrocento Sans"/>
              <a:ea typeface="Quattrocento Sans"/>
              <a:cs typeface="Quattrocento Sans"/>
              <a:sym typeface="Quattrocento Sans"/>
            </a:endParaRPr>
          </a:p>
          <a:p>
            <a:pPr indent="-202882" lvl="1" marL="685800" marR="0" rtl="0" algn="l">
              <a:lnSpc>
                <a:spcPct val="115000"/>
              </a:lnSpc>
              <a:spcBef>
                <a:spcPts val="540"/>
              </a:spcBef>
              <a:spcAft>
                <a:spcPts val="0"/>
              </a:spcAft>
              <a:buClr>
                <a:srgbClr val="7F7F7F"/>
              </a:buClr>
              <a:buSzPct val="100000"/>
              <a:buFont typeface="Arial"/>
              <a:buChar char="•"/>
            </a:pPr>
            <a:r>
              <a:rPr b="0" i="0" lang="en-US" sz="1800" u="none" cap="none" strike="noStrike">
                <a:solidFill>
                  <a:srgbClr val="7F7F7F"/>
                </a:solidFill>
                <a:latin typeface="Quattrocento Sans"/>
                <a:ea typeface="Quattrocento Sans"/>
                <a:cs typeface="Quattrocento Sans"/>
                <a:sym typeface="Quattrocento Sans"/>
              </a:rPr>
              <a:t>Linux doesn’t have a dedicated hardware manufacturer, so Linux users have used whatever they want for years! Mostly UEFI but there are some alternatives</a:t>
            </a:r>
            <a:br>
              <a:rPr b="0" i="0" lang="en-US" sz="1800" u="none" cap="none" strike="noStrike">
                <a:solidFill>
                  <a:srgbClr val="7F7F7F"/>
                </a:solidFill>
                <a:latin typeface="Quattrocento Sans"/>
                <a:ea typeface="Quattrocento Sans"/>
                <a:cs typeface="Quattrocento Sans"/>
                <a:sym typeface="Quattrocento Sans"/>
              </a:rPr>
            </a:br>
            <a:endParaRPr b="0" i="0" sz="1800" u="none" cap="none" strike="noStrike">
              <a:solidFill>
                <a:srgbClr val="7F7F7F"/>
              </a:solidFill>
              <a:latin typeface="Quattrocento Sans"/>
              <a:ea typeface="Quattrocento Sans"/>
              <a:cs typeface="Quattrocento Sans"/>
              <a:sym typeface="Quattrocen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Activity – OptiPlex 3020 - Power ON and OFF </a:t>
            </a:r>
            <a:endParaRPr/>
          </a:p>
        </p:txBody>
      </p:sp>
      <p:sp>
        <p:nvSpPr>
          <p:cNvPr id="304" name="Google Shape;304;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Is this happening before or during POST?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How To Access UEFI Settings</a:t>
            </a:r>
            <a:endParaRPr/>
          </a:p>
        </p:txBody>
      </p:sp>
      <p:sp>
        <p:nvSpPr>
          <p:cNvPr id="310" name="Google Shape;310;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10000"/>
              </a:lnSpc>
              <a:spcBef>
                <a:spcPts val="0"/>
              </a:spcBef>
              <a:spcAft>
                <a:spcPts val="0"/>
              </a:spcAft>
              <a:buClr>
                <a:srgbClr val="7F7F7F"/>
              </a:buClr>
              <a:buSzPts val="3000"/>
              <a:buChar char="•"/>
            </a:pPr>
            <a:r>
              <a:rPr lang="en-US"/>
              <a:t>Windows 10 &amp; 8:</a:t>
            </a:r>
            <a:endParaRPr/>
          </a:p>
          <a:p>
            <a:pPr indent="-240982" lvl="1" marL="685800" rtl="0" algn="l">
              <a:lnSpc>
                <a:spcPct val="110000"/>
              </a:lnSpc>
              <a:spcBef>
                <a:spcPts val="722"/>
              </a:spcBef>
              <a:spcAft>
                <a:spcPts val="0"/>
              </a:spcAft>
              <a:buClr>
                <a:srgbClr val="7F7F7F"/>
              </a:buClr>
              <a:buSzPts val="2600"/>
              <a:buChar char="•"/>
            </a:pPr>
            <a:r>
              <a:rPr lang="en-US"/>
              <a:t>Hold down Shift when restarting.</a:t>
            </a:r>
            <a:endParaRPr/>
          </a:p>
          <a:p>
            <a:pPr indent="-240982" lvl="1" marL="685800" rtl="0" algn="l">
              <a:lnSpc>
                <a:spcPct val="110000"/>
              </a:lnSpc>
              <a:spcBef>
                <a:spcPts val="722"/>
              </a:spcBef>
              <a:spcAft>
                <a:spcPts val="0"/>
              </a:spcAft>
              <a:buClr>
                <a:srgbClr val="7F7F7F"/>
              </a:buClr>
              <a:buSzPts val="2600"/>
              <a:buChar char="•"/>
            </a:pPr>
            <a:r>
              <a:rPr lang="en-US"/>
              <a:t>Settings → Update and Security → </a:t>
            </a:r>
            <a:br>
              <a:rPr lang="en-US"/>
            </a:br>
            <a:r>
              <a:rPr lang="en-US"/>
              <a:t>Recovery → Advanced Startup.</a:t>
            </a:r>
            <a:endParaRPr/>
          </a:p>
          <a:p>
            <a:pPr indent="-228600" lvl="0" marL="228600" rtl="0" algn="l">
              <a:lnSpc>
                <a:spcPct val="110000"/>
              </a:lnSpc>
              <a:spcBef>
                <a:spcPts val="833"/>
              </a:spcBef>
              <a:spcAft>
                <a:spcPts val="0"/>
              </a:spcAft>
              <a:buClr>
                <a:srgbClr val="7F7F7F"/>
              </a:buClr>
              <a:buSzPts val="3000"/>
              <a:buChar char="•"/>
            </a:pPr>
            <a:r>
              <a:rPr lang="en-US"/>
              <a:t>In command prompt, type </a:t>
            </a:r>
            <a:endParaRPr/>
          </a:p>
          <a:p>
            <a:pPr indent="0" lvl="0" marL="0" rtl="0" algn="l">
              <a:lnSpc>
                <a:spcPct val="110000"/>
              </a:lnSpc>
              <a:spcBef>
                <a:spcPts val="833"/>
              </a:spcBef>
              <a:spcAft>
                <a:spcPts val="0"/>
              </a:spcAft>
              <a:buClr>
                <a:srgbClr val="0055A4"/>
              </a:buClr>
              <a:buSzPts val="3000"/>
              <a:buNone/>
            </a:pPr>
            <a:r>
              <a:rPr lang="en-US">
                <a:solidFill>
                  <a:srgbClr val="0055A4"/>
                </a:solidFill>
                <a:latin typeface="Consolas"/>
                <a:ea typeface="Consolas"/>
                <a:cs typeface="Consolas"/>
                <a:sym typeface="Consolas"/>
              </a:rPr>
              <a:t>	shutdown.exe /r /o</a:t>
            </a:r>
            <a:endParaRPr/>
          </a:p>
          <a:p>
            <a:pPr indent="-228600" lvl="0" marL="228600" rtl="0" algn="l">
              <a:lnSpc>
                <a:spcPct val="110000"/>
              </a:lnSpc>
              <a:spcBef>
                <a:spcPts val="833"/>
              </a:spcBef>
              <a:spcAft>
                <a:spcPts val="0"/>
              </a:spcAft>
              <a:buClr>
                <a:srgbClr val="7F7F7F"/>
              </a:buClr>
              <a:buSzPts val="3000"/>
              <a:buChar char="•"/>
            </a:pPr>
            <a:r>
              <a:rPr lang="en-US"/>
              <a:t>Click “UEFI Firmware Settings” to</a:t>
            </a:r>
            <a:br>
              <a:rPr lang="en-US"/>
            </a:br>
            <a:r>
              <a:rPr lang="en-US"/>
              <a:t>access firmware options (like BIOS).</a:t>
            </a:r>
            <a:endParaRPr/>
          </a:p>
        </p:txBody>
      </p:sp>
      <p:pic>
        <p:nvPicPr>
          <p:cNvPr id="311" name="Google Shape;311;p17"/>
          <p:cNvPicPr preferRelativeResize="0"/>
          <p:nvPr/>
        </p:nvPicPr>
        <p:blipFill rotWithShape="1">
          <a:blip r:embed="rId3">
            <a:alphaModFix/>
          </a:blip>
          <a:srcRect b="0" l="0" r="0" t="0"/>
          <a:stretch/>
        </p:blipFill>
        <p:spPr>
          <a:xfrm>
            <a:off x="8763824" y="1862806"/>
            <a:ext cx="2824483" cy="1863806"/>
          </a:xfrm>
          <a:prstGeom prst="rect">
            <a:avLst/>
          </a:prstGeom>
          <a:noFill/>
          <a:ln>
            <a:noFill/>
          </a:ln>
        </p:spPr>
      </p:pic>
      <p:pic>
        <p:nvPicPr>
          <p:cNvPr id="312" name="Google Shape;312;p17"/>
          <p:cNvPicPr preferRelativeResize="0"/>
          <p:nvPr/>
        </p:nvPicPr>
        <p:blipFill rotWithShape="1">
          <a:blip r:embed="rId4">
            <a:alphaModFix/>
          </a:blip>
          <a:srcRect b="0" l="0" r="0" t="0"/>
          <a:stretch/>
        </p:blipFill>
        <p:spPr>
          <a:xfrm>
            <a:off x="7835318" y="4063291"/>
            <a:ext cx="4142418" cy="2465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8"/>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55A4"/>
              </a:buClr>
              <a:buSzPts val="9600"/>
              <a:buFont typeface="Quattrocento Sans"/>
              <a:buNone/>
            </a:pPr>
            <a:r>
              <a:rPr lang="en-US" sz="9600"/>
              <a:t>Q &amp; 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lcomeDoc">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2017-10-15T21:06:31Z</dcterms:created>
  <dc:creator>Aref Mourtada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TC029239449991</vt:lpwstr>
  </property>
</Properties>
</file>