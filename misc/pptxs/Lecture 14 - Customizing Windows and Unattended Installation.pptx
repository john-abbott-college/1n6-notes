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6858000" cx="12192000"/>
  <p:notesSz cx="6858000" cy="9144000"/>
  <p:embeddedFontLst>
    <p:embeddedFont>
      <p:font typeface="Arimo"/>
      <p:regular r:id="rId40"/>
      <p:bold r:id="rId41"/>
      <p:italic r:id="rId42"/>
      <p:boldItalic r:id="rId43"/>
    </p:embeddedFont>
    <p:embeddedFont>
      <p:font typeface="Quattrocento Sans"/>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8" roundtripDataSignature="AMtx7mjxfgND1rRBbKKIuzaJH2uLGwiz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0B25307-9BE7-442E-B758-70C9AA84878D}">
  <a:tblStyle styleId="{90B25307-9BE7-442E-B758-70C9AA84878D}"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AF1"/>
          </a:solidFill>
        </a:fill>
      </a:tcStyle>
    </a:wholeTbl>
    <a:band1H>
      <a:tcTxStyle/>
      <a:tcStyle>
        <a:fill>
          <a:solidFill>
            <a:srgbClr val="CED2E2"/>
          </a:solidFill>
        </a:fill>
      </a:tcStyle>
    </a:band1H>
    <a:band2H>
      <a:tcTxStyle/>
    </a:band2H>
    <a:band1V>
      <a:tcTxStyle/>
      <a:tcStyle>
        <a:fill>
          <a:solidFill>
            <a:srgbClr val="CED2E2"/>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Arimo-regular.fntdata"/><Relationship Id="rId20" Type="http://schemas.openxmlformats.org/officeDocument/2006/relationships/slide" Target="slides/slide15.xml"/><Relationship Id="rId42" Type="http://schemas.openxmlformats.org/officeDocument/2006/relationships/font" Target="fonts/Arimo-italic.fntdata"/><Relationship Id="rId41" Type="http://schemas.openxmlformats.org/officeDocument/2006/relationships/font" Target="fonts/Arimo-bold.fntdata"/><Relationship Id="rId22" Type="http://schemas.openxmlformats.org/officeDocument/2006/relationships/slide" Target="slides/slide17.xml"/><Relationship Id="rId44" Type="http://schemas.openxmlformats.org/officeDocument/2006/relationships/font" Target="fonts/QuattrocentoSans-regular.fntdata"/><Relationship Id="rId21" Type="http://schemas.openxmlformats.org/officeDocument/2006/relationships/slide" Target="slides/slide16.xml"/><Relationship Id="rId43" Type="http://schemas.openxmlformats.org/officeDocument/2006/relationships/font" Target="fonts/Arimo-boldItalic.fntdata"/><Relationship Id="rId24" Type="http://schemas.openxmlformats.org/officeDocument/2006/relationships/slide" Target="slides/slide19.xml"/><Relationship Id="rId46" Type="http://schemas.openxmlformats.org/officeDocument/2006/relationships/font" Target="fonts/QuattrocentoSans-italic.fntdata"/><Relationship Id="rId23" Type="http://schemas.openxmlformats.org/officeDocument/2006/relationships/slide" Target="slides/slide18.xml"/><Relationship Id="rId45" Type="http://schemas.openxmlformats.org/officeDocument/2006/relationships/font" Target="fonts/QuattrocentoSans-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8" Type="http://customschemas.google.com/relationships/presentationmetadata" Target="metadata"/><Relationship Id="rId25" Type="http://schemas.openxmlformats.org/officeDocument/2006/relationships/slide" Target="slides/slide20.xml"/><Relationship Id="rId47" Type="http://schemas.openxmlformats.org/officeDocument/2006/relationships/font" Target="fonts/QuattrocentoSans-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01" name="Google Shape;10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13" name="Google Shape;11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66" name="Google Shape;16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84" name="Google Shape;18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90" name="Google Shape;19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US"/>
              <a:t>In Slide Show mode, click the arrow to enter the PowerPoint Getting Started Center.</a:t>
            </a:r>
            <a:endParaRPr/>
          </a:p>
        </p:txBody>
      </p:sp>
      <p:sp>
        <p:nvSpPr>
          <p:cNvPr id="381" name="Google Shape;381;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565655"/>
        </a:solidFill>
      </p:bgPr>
    </p:bg>
    <p:spTree>
      <p:nvGrpSpPr>
        <p:cNvPr id="15" name="Shape 15"/>
        <p:cNvGrpSpPr/>
        <p:nvPr/>
      </p:nvGrpSpPr>
      <p:grpSpPr>
        <a:xfrm>
          <a:off x="0" y="0"/>
          <a:ext cx="0" cy="0"/>
          <a:chOff x="0" y="0"/>
          <a:chExt cx="0" cy="0"/>
        </a:xfrm>
      </p:grpSpPr>
      <p:sp>
        <p:nvSpPr>
          <p:cNvPr id="16" name="Google Shape;16;p37"/>
          <p:cNvSpPr/>
          <p:nvPr/>
        </p:nvSpPr>
        <p:spPr>
          <a:xfrm>
            <a:off x="0" y="0"/>
            <a:ext cx="12192000" cy="4866468"/>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7" name="Google Shape;17;p37"/>
          <p:cNvSpPr txBox="1"/>
          <p:nvPr>
            <p:ph type="ctrTitle"/>
          </p:nvPr>
        </p:nvSpPr>
        <p:spPr>
          <a:xfrm>
            <a:off x="838200" y="2061006"/>
            <a:ext cx="10515600" cy="2387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5400"/>
              <a:buFont typeface="Quattrocento Sans"/>
              <a:buNone/>
              <a:defRPr sz="5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7"/>
          <p:cNvSpPr txBox="1"/>
          <p:nvPr>
            <p:ph idx="1" type="subTitle"/>
          </p:nvPr>
        </p:nvSpPr>
        <p:spPr>
          <a:xfrm>
            <a:off x="838202" y="5110609"/>
            <a:ext cx="10515598" cy="1137793"/>
          </a:xfrm>
          <a:prstGeom prst="rect">
            <a:avLst/>
          </a:prstGeom>
          <a:noFill/>
          <a:ln>
            <a:noFill/>
          </a:ln>
        </p:spPr>
        <p:txBody>
          <a:bodyPr anchorCtr="0" anchor="t" bIns="45700" lIns="91425" spcFirstLastPara="1" rIns="91425" wrap="square" tIns="45700">
            <a:normAutofit/>
          </a:bodyPr>
          <a:lstStyle>
            <a:lvl1pPr lvl="0" algn="r">
              <a:lnSpc>
                <a:spcPct val="150000"/>
              </a:lnSpc>
              <a:spcBef>
                <a:spcPts val="600"/>
              </a:spcBef>
              <a:spcAft>
                <a:spcPts val="0"/>
              </a:spcAft>
              <a:buClr>
                <a:schemeClr val="lt1"/>
              </a:buClr>
              <a:buSzPts val="2800"/>
              <a:buNone/>
              <a:defRPr sz="2800">
                <a:solidFill>
                  <a:schemeClr val="lt1"/>
                </a:solidFill>
                <a:latin typeface="Quattrocento Sans"/>
                <a:ea typeface="Quattrocento Sans"/>
                <a:cs typeface="Quattrocento Sans"/>
                <a:sym typeface="Quattrocento Sans"/>
              </a:defRPr>
            </a:lvl1pPr>
            <a:lvl2pPr lvl="1" algn="ctr">
              <a:lnSpc>
                <a:spcPct val="90000"/>
              </a:lnSpc>
              <a:spcBef>
                <a:spcPts val="600"/>
              </a:spcBef>
              <a:spcAft>
                <a:spcPts val="0"/>
              </a:spcAft>
              <a:buClr>
                <a:schemeClr val="dk1"/>
              </a:buClr>
              <a:buSzPts val="2000"/>
              <a:buNone/>
              <a:defRPr sz="2000"/>
            </a:lvl2pPr>
            <a:lvl3pPr lvl="2" algn="ctr">
              <a:lnSpc>
                <a:spcPct val="90000"/>
              </a:lnSpc>
              <a:spcBef>
                <a:spcPts val="540"/>
              </a:spcBef>
              <a:spcAft>
                <a:spcPts val="0"/>
              </a:spcAft>
              <a:buClr>
                <a:schemeClr val="dk1"/>
              </a:buClr>
              <a:buSzPts val="1800"/>
              <a:buNone/>
              <a:defRPr sz="1800"/>
            </a:lvl3pPr>
            <a:lvl4pPr lvl="3" algn="ctr">
              <a:lnSpc>
                <a:spcPct val="90000"/>
              </a:lnSpc>
              <a:spcBef>
                <a:spcPts val="480"/>
              </a:spcBef>
              <a:spcAft>
                <a:spcPts val="0"/>
              </a:spcAft>
              <a:buClr>
                <a:schemeClr val="dk1"/>
              </a:buClr>
              <a:buSzPts val="1600"/>
              <a:buNone/>
              <a:defRPr sz="1600"/>
            </a:lvl4pPr>
            <a:lvl5pPr lvl="4" algn="ctr">
              <a:lnSpc>
                <a:spcPct val="90000"/>
              </a:lnSpc>
              <a:spcBef>
                <a:spcPts val="480"/>
              </a:spcBef>
              <a:spcAft>
                <a:spcPts val="0"/>
              </a:spcAft>
              <a:buClr>
                <a:schemeClr val="dk1"/>
              </a:buClr>
              <a:buSzPts val="1600"/>
              <a:buNone/>
              <a:defRPr sz="1600"/>
            </a:lvl5pPr>
            <a:lvl6pPr lvl="5" algn="ctr">
              <a:lnSpc>
                <a:spcPct val="90000"/>
              </a:lnSpc>
              <a:spcBef>
                <a:spcPts val="480"/>
              </a:spcBef>
              <a:spcAft>
                <a:spcPts val="0"/>
              </a:spcAft>
              <a:buClr>
                <a:schemeClr val="dk1"/>
              </a:buClr>
              <a:buSzPts val="1600"/>
              <a:buNone/>
              <a:defRPr sz="1600"/>
            </a:lvl6pPr>
            <a:lvl7pPr lvl="6" algn="ctr">
              <a:lnSpc>
                <a:spcPct val="90000"/>
              </a:lnSpc>
              <a:spcBef>
                <a:spcPts val="480"/>
              </a:spcBef>
              <a:spcAft>
                <a:spcPts val="0"/>
              </a:spcAft>
              <a:buClr>
                <a:schemeClr val="dk1"/>
              </a:buClr>
              <a:buSzPts val="1600"/>
              <a:buNone/>
              <a:defRPr sz="1600"/>
            </a:lvl7pPr>
            <a:lvl8pPr lvl="7" algn="ctr">
              <a:lnSpc>
                <a:spcPct val="90000"/>
              </a:lnSpc>
              <a:spcBef>
                <a:spcPts val="480"/>
              </a:spcBef>
              <a:spcAft>
                <a:spcPts val="0"/>
              </a:spcAft>
              <a:buClr>
                <a:schemeClr val="dk1"/>
              </a:buClr>
              <a:buSzPts val="1600"/>
              <a:buNone/>
              <a:defRPr sz="1600"/>
            </a:lvl8pPr>
            <a:lvl9pPr lvl="8" algn="ctr">
              <a:lnSpc>
                <a:spcPct val="90000"/>
              </a:lnSpc>
              <a:spcBef>
                <a:spcPts val="480"/>
              </a:spcBef>
              <a:spcAft>
                <a:spcPts val="0"/>
              </a:spcAft>
              <a:buClr>
                <a:schemeClr val="dk1"/>
              </a:buClr>
              <a:buSzPts val="1600"/>
              <a:buNone/>
              <a:defRPr sz="1600"/>
            </a:lvl9pPr>
          </a:lstStyle>
          <a:p/>
        </p:txBody>
      </p:sp>
      <p:sp>
        <p:nvSpPr>
          <p:cNvPr id="19" name="Google Shape;19;p37"/>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1"/>
              </a:buClr>
              <a:buSzPts val="1400"/>
              <a:buFont typeface="Quattrocento Sans"/>
              <a:buNone/>
              <a:defRPr>
                <a:solidFill>
                  <a:schemeClr val="lt1"/>
                </a:solidFill>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0" name="Google Shape;20;p37"/>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lt1"/>
              </a:buClr>
              <a:buSzPts val="1400"/>
              <a:buFont typeface="Quattrocento Sans"/>
              <a:buNone/>
              <a:defRPr>
                <a:solidFill>
                  <a:schemeClr val="lt1"/>
                </a:solidFill>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1" name="Google Shape;21;p37"/>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1pPr>
            <a:lvl2pPr indent="0" lvl="1"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2pPr>
            <a:lvl3pPr indent="0" lvl="2"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3pPr>
            <a:lvl4pPr indent="0" lvl="3"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4pPr>
            <a:lvl5pPr indent="0" lvl="4"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5pPr>
            <a:lvl6pPr indent="0" lvl="5"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6pPr>
            <a:lvl7pPr indent="0" lvl="6"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7pPr>
            <a:lvl8pPr indent="0" lvl="7"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8pPr>
            <a:lvl9pPr indent="0" lvl="8"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22" name="Google Shape;22;p37"/>
          <p:cNvSpPr/>
          <p:nvPr/>
        </p:nvSpPr>
        <p:spPr>
          <a:xfrm>
            <a:off x="0" y="0"/>
            <a:ext cx="12192000" cy="4866468"/>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23" name="Google Shape;23;p37"/>
          <p:cNvPicPr preferRelativeResize="0"/>
          <p:nvPr/>
        </p:nvPicPr>
        <p:blipFill rotWithShape="1">
          <a:blip r:embed="rId2">
            <a:alphaModFix/>
          </a:blip>
          <a:srcRect b="0" l="0" r="0" t="0"/>
          <a:stretch/>
        </p:blipFill>
        <p:spPr>
          <a:xfrm>
            <a:off x="390525" y="315939"/>
            <a:ext cx="4686300" cy="9239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24" name="Shape 24"/>
        <p:cNvGrpSpPr/>
        <p:nvPr/>
      </p:nvGrpSpPr>
      <p:grpSpPr>
        <a:xfrm>
          <a:off x="0" y="0"/>
          <a:ext cx="0" cy="0"/>
          <a:chOff x="0" y="0"/>
          <a:chExt cx="0" cy="0"/>
        </a:xfrm>
      </p:grpSpPr>
      <p:sp>
        <p:nvSpPr>
          <p:cNvPr id="25" name="Google Shape;25;p38"/>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6" name="Google Shape;26;p3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19100" lvl="0" marL="457200" algn="l">
              <a:lnSpc>
                <a:spcPct val="90000"/>
              </a:lnSpc>
              <a:spcBef>
                <a:spcPts val="900"/>
              </a:spcBef>
              <a:spcAft>
                <a:spcPts val="0"/>
              </a:spcAft>
              <a:buClr>
                <a:srgbClr val="7F7F7F"/>
              </a:buClr>
              <a:buSzPts val="3000"/>
              <a:buChar char="•"/>
              <a:defRPr sz="3000">
                <a:solidFill>
                  <a:srgbClr val="7F7F7F"/>
                </a:solidFill>
              </a:defRPr>
            </a:lvl1pPr>
            <a:lvl2pPr indent="-393700" lvl="1" marL="914400" algn="l">
              <a:lnSpc>
                <a:spcPct val="90000"/>
              </a:lnSpc>
              <a:spcBef>
                <a:spcPts val="780"/>
              </a:spcBef>
              <a:spcAft>
                <a:spcPts val="0"/>
              </a:spcAft>
              <a:buClr>
                <a:srgbClr val="7F7F7F"/>
              </a:buClr>
              <a:buSzPts val="2600"/>
              <a:buChar char="•"/>
              <a:defRPr sz="2600">
                <a:solidFill>
                  <a:srgbClr val="7F7F7F"/>
                </a:solidFill>
              </a:defRPr>
            </a:lvl2pPr>
            <a:lvl3pPr indent="-355600" lvl="2" marL="1371600" algn="l">
              <a:lnSpc>
                <a:spcPct val="90000"/>
              </a:lnSpc>
              <a:spcBef>
                <a:spcPts val="600"/>
              </a:spcBef>
              <a:spcAft>
                <a:spcPts val="0"/>
              </a:spcAft>
              <a:buClr>
                <a:srgbClr val="7F7F7F"/>
              </a:buClr>
              <a:buSzPts val="2000"/>
              <a:buChar char="•"/>
              <a:defRPr sz="2000">
                <a:solidFill>
                  <a:srgbClr val="7F7F7F"/>
                </a:solidFill>
              </a:defRPr>
            </a:lvl3pPr>
            <a:lvl4pPr indent="-342900" lvl="3" marL="1828800" algn="l">
              <a:lnSpc>
                <a:spcPct val="90000"/>
              </a:lnSpc>
              <a:spcBef>
                <a:spcPts val="540"/>
              </a:spcBef>
              <a:spcAft>
                <a:spcPts val="0"/>
              </a:spcAft>
              <a:buClr>
                <a:srgbClr val="7F7F7F"/>
              </a:buClr>
              <a:buSzPts val="1800"/>
              <a:buChar char="•"/>
              <a:defRPr sz="1800">
                <a:solidFill>
                  <a:srgbClr val="7F7F7F"/>
                </a:solidFill>
              </a:defRPr>
            </a:lvl4pPr>
            <a:lvl5pPr indent="-304800" lvl="4" marL="2286000" algn="l">
              <a:lnSpc>
                <a:spcPct val="90000"/>
              </a:lnSpc>
              <a:spcBef>
                <a:spcPts val="360"/>
              </a:spcBef>
              <a:spcAft>
                <a:spcPts val="0"/>
              </a:spcAft>
              <a:buClr>
                <a:srgbClr val="7F7F7F"/>
              </a:buClr>
              <a:buSzPts val="1200"/>
              <a:buChar char="•"/>
              <a:defRPr sz="12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28" name="Google Shape;28;p38"/>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9" name="Google Shape;29;p38"/>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30" name="Google Shape;30;p38"/>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31" name="Google Shape;31;p38"/>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32" name="Google Shape;32;p38"/>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3" name="Shape 33"/>
        <p:cNvGrpSpPr/>
        <p:nvPr/>
      </p:nvGrpSpPr>
      <p:grpSpPr>
        <a:xfrm>
          <a:off x="0" y="0"/>
          <a:ext cx="0" cy="0"/>
          <a:chOff x="0" y="0"/>
          <a:chExt cx="0" cy="0"/>
        </a:xfrm>
      </p:grpSpPr>
      <p:sp>
        <p:nvSpPr>
          <p:cNvPr id="34" name="Google Shape;34;p39"/>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sp>
        <p:nvSpPr>
          <p:cNvPr id="35" name="Google Shape;35;p39"/>
          <p:cNvSpPr txBox="1"/>
          <p:nvPr>
            <p:ph type="title"/>
          </p:nvPr>
        </p:nvSpPr>
        <p:spPr>
          <a:xfrm>
            <a:off x="609600" y="0"/>
            <a:ext cx="10737851"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9"/>
          <p:cNvSpPr txBox="1"/>
          <p:nvPr>
            <p:ph idx="1" type="body"/>
          </p:nvPr>
        </p:nvSpPr>
        <p:spPr>
          <a:xfrm>
            <a:off x="831851" y="1489075"/>
            <a:ext cx="5156200" cy="6413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2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540"/>
              </a:spcBef>
              <a:spcAft>
                <a:spcPts val="0"/>
              </a:spcAft>
              <a:buClr>
                <a:schemeClr val="dk1"/>
              </a:buClr>
              <a:buSzPts val="1800"/>
              <a:buNone/>
              <a:defRPr b="1" sz="1800"/>
            </a:lvl3pPr>
            <a:lvl4pPr indent="-228600" lvl="3" marL="1828800" algn="l">
              <a:lnSpc>
                <a:spcPct val="90000"/>
              </a:lnSpc>
              <a:spcBef>
                <a:spcPts val="480"/>
              </a:spcBef>
              <a:spcAft>
                <a:spcPts val="0"/>
              </a:spcAft>
              <a:buClr>
                <a:schemeClr val="dk1"/>
              </a:buClr>
              <a:buSzPts val="1600"/>
              <a:buNone/>
              <a:defRPr b="1" sz="1600"/>
            </a:lvl4pPr>
            <a:lvl5pPr indent="-228600" lvl="4" marL="2286000" algn="l">
              <a:lnSpc>
                <a:spcPct val="90000"/>
              </a:lnSpc>
              <a:spcBef>
                <a:spcPts val="480"/>
              </a:spcBef>
              <a:spcAft>
                <a:spcPts val="0"/>
              </a:spcAft>
              <a:buClr>
                <a:schemeClr val="dk1"/>
              </a:buClr>
              <a:buSzPts val="1600"/>
              <a:buNone/>
              <a:defRPr b="1" sz="1600"/>
            </a:lvl5pPr>
            <a:lvl6pPr indent="-228600" lvl="5" marL="2743200" algn="l">
              <a:lnSpc>
                <a:spcPct val="90000"/>
              </a:lnSpc>
              <a:spcBef>
                <a:spcPts val="480"/>
              </a:spcBef>
              <a:spcAft>
                <a:spcPts val="0"/>
              </a:spcAft>
              <a:buClr>
                <a:schemeClr val="dk1"/>
              </a:buClr>
              <a:buSzPts val="1600"/>
              <a:buNone/>
              <a:defRPr b="1" sz="1600"/>
            </a:lvl6pPr>
            <a:lvl7pPr indent="-228600" lvl="6" marL="3200400" algn="l">
              <a:lnSpc>
                <a:spcPct val="90000"/>
              </a:lnSpc>
              <a:spcBef>
                <a:spcPts val="480"/>
              </a:spcBef>
              <a:spcAft>
                <a:spcPts val="0"/>
              </a:spcAft>
              <a:buClr>
                <a:schemeClr val="dk1"/>
              </a:buClr>
              <a:buSzPts val="1600"/>
              <a:buNone/>
              <a:defRPr b="1" sz="1600"/>
            </a:lvl7pPr>
            <a:lvl8pPr indent="-228600" lvl="7" marL="3657600" algn="l">
              <a:lnSpc>
                <a:spcPct val="90000"/>
              </a:lnSpc>
              <a:spcBef>
                <a:spcPts val="480"/>
              </a:spcBef>
              <a:spcAft>
                <a:spcPts val="0"/>
              </a:spcAft>
              <a:buClr>
                <a:schemeClr val="dk1"/>
              </a:buClr>
              <a:buSzPts val="1600"/>
              <a:buNone/>
              <a:defRPr b="1" sz="1600"/>
            </a:lvl8pPr>
            <a:lvl9pPr indent="-228600" lvl="8" marL="4114800" algn="l">
              <a:lnSpc>
                <a:spcPct val="90000"/>
              </a:lnSpc>
              <a:spcBef>
                <a:spcPts val="480"/>
              </a:spcBef>
              <a:spcAft>
                <a:spcPts val="0"/>
              </a:spcAft>
              <a:buClr>
                <a:schemeClr val="dk1"/>
              </a:buClr>
              <a:buSzPts val="1600"/>
              <a:buNone/>
              <a:defRPr b="1" sz="1600"/>
            </a:lvl9pPr>
          </a:lstStyle>
          <a:p/>
        </p:txBody>
      </p:sp>
      <p:sp>
        <p:nvSpPr>
          <p:cNvPr id="37" name="Google Shape;37;p39"/>
          <p:cNvSpPr txBox="1"/>
          <p:nvPr>
            <p:ph idx="2" type="body"/>
          </p:nvPr>
        </p:nvSpPr>
        <p:spPr>
          <a:xfrm>
            <a:off x="831851" y="2193927"/>
            <a:ext cx="5156200" cy="397827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38" name="Google Shape;38;p39"/>
          <p:cNvSpPr txBox="1"/>
          <p:nvPr>
            <p:ph idx="3" type="body"/>
          </p:nvPr>
        </p:nvSpPr>
        <p:spPr>
          <a:xfrm>
            <a:off x="6189664" y="1489075"/>
            <a:ext cx="5157787" cy="6413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2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540"/>
              </a:spcBef>
              <a:spcAft>
                <a:spcPts val="0"/>
              </a:spcAft>
              <a:buClr>
                <a:schemeClr val="dk1"/>
              </a:buClr>
              <a:buSzPts val="1800"/>
              <a:buNone/>
              <a:defRPr b="1" sz="1800"/>
            </a:lvl3pPr>
            <a:lvl4pPr indent="-228600" lvl="3" marL="1828800" algn="l">
              <a:lnSpc>
                <a:spcPct val="90000"/>
              </a:lnSpc>
              <a:spcBef>
                <a:spcPts val="480"/>
              </a:spcBef>
              <a:spcAft>
                <a:spcPts val="0"/>
              </a:spcAft>
              <a:buClr>
                <a:schemeClr val="dk1"/>
              </a:buClr>
              <a:buSzPts val="1600"/>
              <a:buNone/>
              <a:defRPr b="1" sz="1600"/>
            </a:lvl4pPr>
            <a:lvl5pPr indent="-228600" lvl="4" marL="2286000" algn="l">
              <a:lnSpc>
                <a:spcPct val="90000"/>
              </a:lnSpc>
              <a:spcBef>
                <a:spcPts val="480"/>
              </a:spcBef>
              <a:spcAft>
                <a:spcPts val="0"/>
              </a:spcAft>
              <a:buClr>
                <a:schemeClr val="dk1"/>
              </a:buClr>
              <a:buSzPts val="1600"/>
              <a:buNone/>
              <a:defRPr b="1" sz="1600"/>
            </a:lvl5pPr>
            <a:lvl6pPr indent="-228600" lvl="5" marL="2743200" algn="l">
              <a:lnSpc>
                <a:spcPct val="90000"/>
              </a:lnSpc>
              <a:spcBef>
                <a:spcPts val="480"/>
              </a:spcBef>
              <a:spcAft>
                <a:spcPts val="0"/>
              </a:spcAft>
              <a:buClr>
                <a:schemeClr val="dk1"/>
              </a:buClr>
              <a:buSzPts val="1600"/>
              <a:buNone/>
              <a:defRPr b="1" sz="1600"/>
            </a:lvl6pPr>
            <a:lvl7pPr indent="-228600" lvl="6" marL="3200400" algn="l">
              <a:lnSpc>
                <a:spcPct val="90000"/>
              </a:lnSpc>
              <a:spcBef>
                <a:spcPts val="480"/>
              </a:spcBef>
              <a:spcAft>
                <a:spcPts val="0"/>
              </a:spcAft>
              <a:buClr>
                <a:schemeClr val="dk1"/>
              </a:buClr>
              <a:buSzPts val="1600"/>
              <a:buNone/>
              <a:defRPr b="1" sz="1600"/>
            </a:lvl7pPr>
            <a:lvl8pPr indent="-228600" lvl="7" marL="3657600" algn="l">
              <a:lnSpc>
                <a:spcPct val="90000"/>
              </a:lnSpc>
              <a:spcBef>
                <a:spcPts val="480"/>
              </a:spcBef>
              <a:spcAft>
                <a:spcPts val="0"/>
              </a:spcAft>
              <a:buClr>
                <a:schemeClr val="dk1"/>
              </a:buClr>
              <a:buSzPts val="1600"/>
              <a:buNone/>
              <a:defRPr b="1" sz="1600"/>
            </a:lvl8pPr>
            <a:lvl9pPr indent="-228600" lvl="8" marL="4114800" algn="l">
              <a:lnSpc>
                <a:spcPct val="90000"/>
              </a:lnSpc>
              <a:spcBef>
                <a:spcPts val="480"/>
              </a:spcBef>
              <a:spcAft>
                <a:spcPts val="0"/>
              </a:spcAft>
              <a:buClr>
                <a:schemeClr val="dk1"/>
              </a:buClr>
              <a:buSzPts val="1600"/>
              <a:buNone/>
              <a:defRPr b="1" sz="1600"/>
            </a:lvl9pPr>
          </a:lstStyle>
          <a:p/>
        </p:txBody>
      </p:sp>
      <p:sp>
        <p:nvSpPr>
          <p:cNvPr id="39" name="Google Shape;39;p39"/>
          <p:cNvSpPr txBox="1"/>
          <p:nvPr>
            <p:ph idx="4" type="body"/>
          </p:nvPr>
        </p:nvSpPr>
        <p:spPr>
          <a:xfrm>
            <a:off x="6189664" y="2193927"/>
            <a:ext cx="5157787" cy="397827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40" name="Google Shape;40;p39"/>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41" name="Google Shape;41;p39"/>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42" name="Google Shape;42;p39"/>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43" name="Google Shape;43;p39"/>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pic>
        <p:nvPicPr>
          <p:cNvPr id="44" name="Google Shape;44;p39"/>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40"/>
          <p:cNvSpPr/>
          <p:nvPr/>
        </p:nvSpPr>
        <p:spPr>
          <a:xfrm>
            <a:off x="5656882" y="1709738"/>
            <a:ext cx="6535119" cy="357518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sp>
        <p:nvSpPr>
          <p:cNvPr id="47" name="Google Shape;47;p40"/>
          <p:cNvSpPr txBox="1"/>
          <p:nvPr>
            <p:ph type="title"/>
          </p:nvPr>
        </p:nvSpPr>
        <p:spPr>
          <a:xfrm>
            <a:off x="838201" y="2402238"/>
            <a:ext cx="4508715" cy="218722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0055A4"/>
              </a:buClr>
              <a:buSzPts val="4800"/>
              <a:buFont typeface="Quattrocento Sans"/>
              <a:buNone/>
              <a:defRPr sz="4800">
                <a:solidFill>
                  <a:srgbClr val="0055A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0"/>
          <p:cNvSpPr txBox="1"/>
          <p:nvPr>
            <p:ph idx="1" type="body"/>
          </p:nvPr>
        </p:nvSpPr>
        <p:spPr>
          <a:xfrm>
            <a:off x="6323308" y="2402237"/>
            <a:ext cx="5269424" cy="2187226"/>
          </a:xfrm>
          <a:prstGeom prst="rect">
            <a:avLst/>
          </a:prstGeom>
          <a:noFill/>
          <a:ln>
            <a:noFill/>
          </a:ln>
        </p:spPr>
        <p:txBody>
          <a:bodyPr anchorCtr="0" anchor="ctr" bIns="45700" lIns="91425" spcFirstLastPara="1" rIns="91425" wrap="square" tIns="45700">
            <a:normAutofit/>
          </a:bodyPr>
          <a:lstStyle>
            <a:lvl1pPr indent="-228600" lvl="0" marL="457200" algn="l">
              <a:lnSpc>
                <a:spcPct val="150000"/>
              </a:lnSpc>
              <a:spcBef>
                <a:spcPts val="840"/>
              </a:spcBef>
              <a:spcAft>
                <a:spcPts val="0"/>
              </a:spcAft>
              <a:buClr>
                <a:schemeClr val="lt1"/>
              </a:buClr>
              <a:buSzPts val="2800"/>
              <a:buNone/>
              <a:defRPr sz="2800">
                <a:solidFill>
                  <a:schemeClr val="lt1"/>
                </a:solidFill>
                <a:latin typeface="Quattrocento Sans"/>
                <a:ea typeface="Quattrocento Sans"/>
                <a:cs typeface="Quattrocento Sans"/>
                <a:sym typeface="Quattrocento Sans"/>
              </a:defRPr>
            </a:lvl1pPr>
            <a:lvl2pPr indent="-228600" lvl="1" marL="914400" algn="l">
              <a:lnSpc>
                <a:spcPct val="90000"/>
              </a:lnSpc>
              <a:spcBef>
                <a:spcPts val="600"/>
              </a:spcBef>
              <a:spcAft>
                <a:spcPts val="0"/>
              </a:spcAft>
              <a:buClr>
                <a:schemeClr val="dk1"/>
              </a:buClr>
              <a:buSzPts val="2000"/>
              <a:buNone/>
              <a:defRPr sz="2000"/>
            </a:lvl2pPr>
            <a:lvl3pPr indent="-228600" lvl="2" marL="1371600" algn="l">
              <a:lnSpc>
                <a:spcPct val="90000"/>
              </a:lnSpc>
              <a:spcBef>
                <a:spcPts val="540"/>
              </a:spcBef>
              <a:spcAft>
                <a:spcPts val="0"/>
              </a:spcAft>
              <a:buClr>
                <a:schemeClr val="dk1"/>
              </a:buClr>
              <a:buSzPts val="1800"/>
              <a:buNone/>
              <a:defRPr sz="1800"/>
            </a:lvl3pPr>
            <a:lvl4pPr indent="-228600" lvl="3" marL="1828800" algn="l">
              <a:lnSpc>
                <a:spcPct val="90000"/>
              </a:lnSpc>
              <a:spcBef>
                <a:spcPts val="480"/>
              </a:spcBef>
              <a:spcAft>
                <a:spcPts val="0"/>
              </a:spcAft>
              <a:buClr>
                <a:schemeClr val="dk1"/>
              </a:buClr>
              <a:buSzPts val="1600"/>
              <a:buNone/>
              <a:defRPr sz="1600"/>
            </a:lvl4pPr>
            <a:lvl5pPr indent="-228600" lvl="4" marL="2286000" algn="l">
              <a:lnSpc>
                <a:spcPct val="90000"/>
              </a:lnSpc>
              <a:spcBef>
                <a:spcPts val="480"/>
              </a:spcBef>
              <a:spcAft>
                <a:spcPts val="0"/>
              </a:spcAft>
              <a:buClr>
                <a:schemeClr val="dk1"/>
              </a:buClr>
              <a:buSzPts val="1600"/>
              <a:buNone/>
              <a:defRPr sz="1600"/>
            </a:lvl5pPr>
            <a:lvl6pPr indent="-228600" lvl="5" marL="2743200" algn="l">
              <a:lnSpc>
                <a:spcPct val="90000"/>
              </a:lnSpc>
              <a:spcBef>
                <a:spcPts val="480"/>
              </a:spcBef>
              <a:spcAft>
                <a:spcPts val="0"/>
              </a:spcAft>
              <a:buClr>
                <a:schemeClr val="dk1"/>
              </a:buClr>
              <a:buSzPts val="1600"/>
              <a:buNone/>
              <a:defRPr sz="1600"/>
            </a:lvl6pPr>
            <a:lvl7pPr indent="-228600" lvl="6" marL="3200400" algn="l">
              <a:lnSpc>
                <a:spcPct val="90000"/>
              </a:lnSpc>
              <a:spcBef>
                <a:spcPts val="480"/>
              </a:spcBef>
              <a:spcAft>
                <a:spcPts val="0"/>
              </a:spcAft>
              <a:buClr>
                <a:schemeClr val="dk1"/>
              </a:buClr>
              <a:buSzPts val="1600"/>
              <a:buNone/>
              <a:defRPr sz="1600"/>
            </a:lvl7pPr>
            <a:lvl8pPr indent="-228600" lvl="7" marL="3657600" algn="l">
              <a:lnSpc>
                <a:spcPct val="90000"/>
              </a:lnSpc>
              <a:spcBef>
                <a:spcPts val="480"/>
              </a:spcBef>
              <a:spcAft>
                <a:spcPts val="0"/>
              </a:spcAft>
              <a:buClr>
                <a:schemeClr val="dk1"/>
              </a:buClr>
              <a:buSzPts val="1600"/>
              <a:buNone/>
              <a:defRPr sz="1600"/>
            </a:lvl8pPr>
            <a:lvl9pPr indent="-228600" lvl="8" marL="4114800" algn="l">
              <a:lnSpc>
                <a:spcPct val="90000"/>
              </a:lnSpc>
              <a:spcBef>
                <a:spcPts val="480"/>
              </a:spcBef>
              <a:spcAft>
                <a:spcPts val="0"/>
              </a:spcAft>
              <a:buClr>
                <a:schemeClr val="dk1"/>
              </a:buClr>
              <a:buSzPts val="1600"/>
              <a:buNone/>
              <a:defRPr sz="1600"/>
            </a:lvl9pPr>
          </a:lstStyle>
          <a:p/>
        </p:txBody>
      </p:sp>
      <p:sp>
        <p:nvSpPr>
          <p:cNvPr id="49" name="Google Shape;49;p40"/>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50" name="Google Shape;50;p40"/>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51" name="Google Shape;51;p40"/>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52" name="Google Shape;52;p40"/>
          <p:cNvSpPr/>
          <p:nvPr/>
        </p:nvSpPr>
        <p:spPr>
          <a:xfrm>
            <a:off x="5656882" y="1709738"/>
            <a:ext cx="6535119" cy="357518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pic>
        <p:nvPicPr>
          <p:cNvPr id="53" name="Google Shape;53;p40"/>
          <p:cNvPicPr preferRelativeResize="0"/>
          <p:nvPr/>
        </p:nvPicPr>
        <p:blipFill rotWithShape="1">
          <a:blip r:embed="rId2">
            <a:alphaModFix/>
          </a:blip>
          <a:srcRect b="0" l="0" r="0" t="0"/>
          <a:stretch/>
        </p:blipFill>
        <p:spPr>
          <a:xfrm>
            <a:off x="6787643" y="3074570"/>
            <a:ext cx="4273596" cy="84255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4" name="Shape 54"/>
        <p:cNvGrpSpPr/>
        <p:nvPr/>
      </p:nvGrpSpPr>
      <p:grpSpPr>
        <a:xfrm>
          <a:off x="0" y="0"/>
          <a:ext cx="0" cy="0"/>
          <a:chOff x="0" y="0"/>
          <a:chExt cx="0" cy="0"/>
        </a:xfrm>
      </p:grpSpPr>
      <p:sp>
        <p:nvSpPr>
          <p:cNvPr id="55" name="Google Shape;55;p41"/>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sp>
        <p:nvSpPr>
          <p:cNvPr id="56" name="Google Shape;56;p41"/>
          <p:cNvSpPr txBox="1"/>
          <p:nvPr>
            <p:ph type="title"/>
          </p:nvPr>
        </p:nvSpPr>
        <p:spPr>
          <a:xfrm>
            <a:off x="604434" y="0"/>
            <a:ext cx="10749367" cy="120886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1"/>
          <p:cNvSpPr txBox="1"/>
          <p:nvPr>
            <p:ph idx="1" type="body"/>
          </p:nvPr>
        </p:nvSpPr>
        <p:spPr>
          <a:xfrm>
            <a:off x="838201" y="1825625"/>
            <a:ext cx="4167753" cy="4351338"/>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660"/>
              </a:spcBef>
              <a:spcAft>
                <a:spcPts val="0"/>
              </a:spcAft>
              <a:buClr>
                <a:srgbClr val="7F7F7F"/>
              </a:buClr>
              <a:buSzPts val="2200"/>
              <a:buNone/>
              <a:defRPr sz="2200">
                <a:solidFill>
                  <a:srgbClr val="7F7F7F"/>
                </a:solidFill>
              </a:defRPr>
            </a:lvl1pPr>
            <a:lvl2pPr indent="-342900" lvl="1" marL="914400" algn="l">
              <a:lnSpc>
                <a:spcPct val="150000"/>
              </a:lnSpc>
              <a:spcBef>
                <a:spcPts val="1200"/>
              </a:spcBef>
              <a:spcAft>
                <a:spcPts val="0"/>
              </a:spcAft>
              <a:buClr>
                <a:srgbClr val="7F7F7F"/>
              </a:buClr>
              <a:buSzPts val="1800"/>
              <a:buChar char="•"/>
              <a:defRPr sz="1800">
                <a:solidFill>
                  <a:srgbClr val="7F7F7F"/>
                </a:solidFill>
              </a:defRPr>
            </a:lvl2pPr>
            <a:lvl3pPr indent="-304800" lvl="2" marL="1371600" algn="l">
              <a:lnSpc>
                <a:spcPct val="150000"/>
              </a:lnSpc>
              <a:spcBef>
                <a:spcPts val="1200"/>
              </a:spcBef>
              <a:spcAft>
                <a:spcPts val="0"/>
              </a:spcAft>
              <a:buClr>
                <a:srgbClr val="7F7F7F"/>
              </a:buClr>
              <a:buSzPts val="1200"/>
              <a:buChar char="•"/>
              <a:defRPr sz="1200">
                <a:solidFill>
                  <a:srgbClr val="7F7F7F"/>
                </a:solidFill>
              </a:defRPr>
            </a:lvl3pPr>
            <a:lvl4pPr indent="-298450" lvl="3" marL="1828800" algn="l">
              <a:lnSpc>
                <a:spcPct val="150000"/>
              </a:lnSpc>
              <a:spcBef>
                <a:spcPts val="1200"/>
              </a:spcBef>
              <a:spcAft>
                <a:spcPts val="0"/>
              </a:spcAft>
              <a:buClr>
                <a:srgbClr val="7F7F7F"/>
              </a:buClr>
              <a:buSzPts val="1100"/>
              <a:buChar char="•"/>
              <a:defRPr sz="1100">
                <a:solidFill>
                  <a:srgbClr val="7F7F7F"/>
                </a:solidFill>
              </a:defRPr>
            </a:lvl4pPr>
            <a:lvl5pPr indent="-298450" lvl="4" marL="2286000" algn="l">
              <a:lnSpc>
                <a:spcPct val="150000"/>
              </a:lnSpc>
              <a:spcBef>
                <a:spcPts val="1200"/>
              </a:spcBef>
              <a:spcAft>
                <a:spcPts val="0"/>
              </a:spcAft>
              <a:buClr>
                <a:srgbClr val="7F7F7F"/>
              </a:buClr>
              <a:buSzPts val="1100"/>
              <a:buChar char="•"/>
              <a:defRPr sz="1100">
                <a:solidFill>
                  <a:srgbClr val="7F7F7F"/>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58" name="Google Shape;58;p41"/>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59" name="Google Shape;59;p41"/>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60" name="Google Shape;60;p41"/>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61" name="Google Shape;61;p41"/>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pic>
        <p:nvPicPr>
          <p:cNvPr id="62" name="Google Shape;62;p41"/>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3" name="Shape 63"/>
        <p:cNvGrpSpPr/>
        <p:nvPr/>
      </p:nvGrpSpPr>
      <p:grpSpPr>
        <a:xfrm>
          <a:off x="0" y="0"/>
          <a:ext cx="0" cy="0"/>
          <a:chOff x="0" y="0"/>
          <a:chExt cx="0" cy="0"/>
        </a:xfrm>
      </p:grpSpPr>
      <p:sp>
        <p:nvSpPr>
          <p:cNvPr id="64" name="Google Shape;64;p42"/>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65" name="Google Shape;65;p42"/>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66" name="Google Shape;66;p42"/>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7" name="Shape 67"/>
        <p:cNvGrpSpPr/>
        <p:nvPr/>
      </p:nvGrpSpPr>
      <p:grpSpPr>
        <a:xfrm>
          <a:off x="0" y="0"/>
          <a:ext cx="0" cy="0"/>
          <a:chOff x="0" y="0"/>
          <a:chExt cx="0" cy="0"/>
        </a:xfrm>
      </p:grpSpPr>
      <p:sp>
        <p:nvSpPr>
          <p:cNvPr id="68" name="Google Shape;68;p4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Quattrocento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43"/>
          <p:cNvSpPr txBox="1"/>
          <p:nvPr>
            <p:ph idx="1" type="body"/>
          </p:nvPr>
        </p:nvSpPr>
        <p:spPr>
          <a:xfrm>
            <a:off x="5183188" y="987427"/>
            <a:ext cx="6172200" cy="487362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70" name="Google Shape;70;p43"/>
          <p:cNvSpPr txBox="1"/>
          <p:nvPr>
            <p:ph idx="2" type="body"/>
          </p:nvPr>
        </p:nvSpPr>
        <p:spPr>
          <a:xfrm>
            <a:off x="839788" y="2101850"/>
            <a:ext cx="3932237" cy="3759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
              </a:spcBef>
              <a:spcAft>
                <a:spcPts val="0"/>
              </a:spcAft>
              <a:buClr>
                <a:schemeClr val="dk1"/>
              </a:buClr>
              <a:buSzPts val="1600"/>
              <a:buNone/>
              <a:defRPr sz="1600"/>
            </a:lvl1pPr>
            <a:lvl2pPr indent="-228600" lvl="1" marL="914400" algn="l">
              <a:lnSpc>
                <a:spcPct val="90000"/>
              </a:lnSpc>
              <a:spcBef>
                <a:spcPts val="420"/>
              </a:spcBef>
              <a:spcAft>
                <a:spcPts val="0"/>
              </a:spcAft>
              <a:buClr>
                <a:schemeClr val="dk1"/>
              </a:buClr>
              <a:buSzPts val="1400"/>
              <a:buNone/>
              <a:defRPr sz="1400"/>
            </a:lvl2pPr>
            <a:lvl3pPr indent="-228600" lvl="2" marL="1371600" algn="l">
              <a:lnSpc>
                <a:spcPct val="90000"/>
              </a:lnSpc>
              <a:spcBef>
                <a:spcPts val="360"/>
              </a:spcBef>
              <a:spcAft>
                <a:spcPts val="0"/>
              </a:spcAft>
              <a:buClr>
                <a:schemeClr val="dk1"/>
              </a:buClr>
              <a:buSzPts val="1200"/>
              <a:buNone/>
              <a:defRPr sz="1200"/>
            </a:lvl3pPr>
            <a:lvl4pPr indent="-228600" lvl="3" marL="1828800" algn="l">
              <a:lnSpc>
                <a:spcPct val="90000"/>
              </a:lnSpc>
              <a:spcBef>
                <a:spcPts val="300"/>
              </a:spcBef>
              <a:spcAft>
                <a:spcPts val="0"/>
              </a:spcAft>
              <a:buClr>
                <a:schemeClr val="dk1"/>
              </a:buClr>
              <a:buSzPts val="1000"/>
              <a:buNone/>
              <a:defRPr sz="1000"/>
            </a:lvl4pPr>
            <a:lvl5pPr indent="-228600" lvl="4" marL="2286000" algn="l">
              <a:lnSpc>
                <a:spcPct val="90000"/>
              </a:lnSpc>
              <a:spcBef>
                <a:spcPts val="300"/>
              </a:spcBef>
              <a:spcAft>
                <a:spcPts val="0"/>
              </a:spcAft>
              <a:buClr>
                <a:schemeClr val="dk1"/>
              </a:buClr>
              <a:buSzPts val="1000"/>
              <a:buNone/>
              <a:defRPr sz="1000"/>
            </a:lvl5pPr>
            <a:lvl6pPr indent="-228600" lvl="5" marL="2743200" algn="l">
              <a:lnSpc>
                <a:spcPct val="90000"/>
              </a:lnSpc>
              <a:spcBef>
                <a:spcPts val="300"/>
              </a:spcBef>
              <a:spcAft>
                <a:spcPts val="0"/>
              </a:spcAft>
              <a:buClr>
                <a:schemeClr val="dk1"/>
              </a:buClr>
              <a:buSzPts val="1000"/>
              <a:buNone/>
              <a:defRPr sz="1000"/>
            </a:lvl6pPr>
            <a:lvl7pPr indent="-228600" lvl="6" marL="3200400" algn="l">
              <a:lnSpc>
                <a:spcPct val="90000"/>
              </a:lnSpc>
              <a:spcBef>
                <a:spcPts val="300"/>
              </a:spcBef>
              <a:spcAft>
                <a:spcPts val="0"/>
              </a:spcAft>
              <a:buClr>
                <a:schemeClr val="dk1"/>
              </a:buClr>
              <a:buSzPts val="1000"/>
              <a:buNone/>
              <a:defRPr sz="1000"/>
            </a:lvl7pPr>
            <a:lvl8pPr indent="-228600" lvl="7" marL="3657600" algn="l">
              <a:lnSpc>
                <a:spcPct val="90000"/>
              </a:lnSpc>
              <a:spcBef>
                <a:spcPts val="300"/>
              </a:spcBef>
              <a:spcAft>
                <a:spcPts val="0"/>
              </a:spcAft>
              <a:buClr>
                <a:schemeClr val="dk1"/>
              </a:buClr>
              <a:buSzPts val="1000"/>
              <a:buNone/>
              <a:defRPr sz="1000"/>
            </a:lvl8pPr>
            <a:lvl9pPr indent="-228600" lvl="8" marL="4114800" algn="l">
              <a:lnSpc>
                <a:spcPct val="90000"/>
              </a:lnSpc>
              <a:spcBef>
                <a:spcPts val="300"/>
              </a:spcBef>
              <a:spcAft>
                <a:spcPts val="0"/>
              </a:spcAft>
              <a:buClr>
                <a:schemeClr val="dk1"/>
              </a:buClr>
              <a:buSzPts val="1000"/>
              <a:buNone/>
              <a:defRPr sz="1000"/>
            </a:lvl9pPr>
          </a:lstStyle>
          <a:p/>
        </p:txBody>
      </p:sp>
      <p:sp>
        <p:nvSpPr>
          <p:cNvPr id="71" name="Google Shape;71;p43"/>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72" name="Google Shape;72;p43"/>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73" name="Google Shape;73;p43"/>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4" name="Shape 74"/>
        <p:cNvGrpSpPr/>
        <p:nvPr/>
      </p:nvGrpSpPr>
      <p:grpSpPr>
        <a:xfrm>
          <a:off x="0" y="0"/>
          <a:ext cx="0" cy="0"/>
          <a:chOff x="0" y="0"/>
          <a:chExt cx="0" cy="0"/>
        </a:xfrm>
      </p:grpSpPr>
      <p:sp>
        <p:nvSpPr>
          <p:cNvPr id="75" name="Google Shape;75;p4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Quattrocento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4"/>
          <p:cNvSpPr/>
          <p:nvPr>
            <p:ph idx="2" type="pic"/>
          </p:nvPr>
        </p:nvSpPr>
        <p:spPr>
          <a:xfrm>
            <a:off x="5183188" y="987427"/>
            <a:ext cx="6172200" cy="4873625"/>
          </a:xfrm>
          <a:prstGeom prst="rect">
            <a:avLst/>
          </a:prstGeom>
          <a:noFill/>
          <a:ln>
            <a:noFill/>
          </a:ln>
        </p:spPr>
      </p:sp>
      <p:sp>
        <p:nvSpPr>
          <p:cNvPr id="77" name="Google Shape;77;p44"/>
          <p:cNvSpPr txBox="1"/>
          <p:nvPr>
            <p:ph idx="1" type="body"/>
          </p:nvPr>
        </p:nvSpPr>
        <p:spPr>
          <a:xfrm>
            <a:off x="839788" y="2101850"/>
            <a:ext cx="3932237" cy="3759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
              </a:spcBef>
              <a:spcAft>
                <a:spcPts val="0"/>
              </a:spcAft>
              <a:buClr>
                <a:schemeClr val="dk1"/>
              </a:buClr>
              <a:buSzPts val="1600"/>
              <a:buNone/>
              <a:defRPr sz="1600"/>
            </a:lvl1pPr>
            <a:lvl2pPr indent="-228600" lvl="1" marL="914400" algn="l">
              <a:lnSpc>
                <a:spcPct val="90000"/>
              </a:lnSpc>
              <a:spcBef>
                <a:spcPts val="420"/>
              </a:spcBef>
              <a:spcAft>
                <a:spcPts val="0"/>
              </a:spcAft>
              <a:buClr>
                <a:schemeClr val="dk1"/>
              </a:buClr>
              <a:buSzPts val="1400"/>
              <a:buNone/>
              <a:defRPr sz="1400"/>
            </a:lvl2pPr>
            <a:lvl3pPr indent="-228600" lvl="2" marL="1371600" algn="l">
              <a:lnSpc>
                <a:spcPct val="90000"/>
              </a:lnSpc>
              <a:spcBef>
                <a:spcPts val="360"/>
              </a:spcBef>
              <a:spcAft>
                <a:spcPts val="0"/>
              </a:spcAft>
              <a:buClr>
                <a:schemeClr val="dk1"/>
              </a:buClr>
              <a:buSzPts val="1200"/>
              <a:buNone/>
              <a:defRPr sz="1200"/>
            </a:lvl3pPr>
            <a:lvl4pPr indent="-228600" lvl="3" marL="1828800" algn="l">
              <a:lnSpc>
                <a:spcPct val="90000"/>
              </a:lnSpc>
              <a:spcBef>
                <a:spcPts val="300"/>
              </a:spcBef>
              <a:spcAft>
                <a:spcPts val="0"/>
              </a:spcAft>
              <a:buClr>
                <a:schemeClr val="dk1"/>
              </a:buClr>
              <a:buSzPts val="1000"/>
              <a:buNone/>
              <a:defRPr sz="1000"/>
            </a:lvl4pPr>
            <a:lvl5pPr indent="-228600" lvl="4" marL="2286000" algn="l">
              <a:lnSpc>
                <a:spcPct val="90000"/>
              </a:lnSpc>
              <a:spcBef>
                <a:spcPts val="300"/>
              </a:spcBef>
              <a:spcAft>
                <a:spcPts val="0"/>
              </a:spcAft>
              <a:buClr>
                <a:schemeClr val="dk1"/>
              </a:buClr>
              <a:buSzPts val="1000"/>
              <a:buNone/>
              <a:defRPr sz="1000"/>
            </a:lvl5pPr>
            <a:lvl6pPr indent="-228600" lvl="5" marL="2743200" algn="l">
              <a:lnSpc>
                <a:spcPct val="90000"/>
              </a:lnSpc>
              <a:spcBef>
                <a:spcPts val="300"/>
              </a:spcBef>
              <a:spcAft>
                <a:spcPts val="0"/>
              </a:spcAft>
              <a:buClr>
                <a:schemeClr val="dk1"/>
              </a:buClr>
              <a:buSzPts val="1000"/>
              <a:buNone/>
              <a:defRPr sz="1000"/>
            </a:lvl6pPr>
            <a:lvl7pPr indent="-228600" lvl="6" marL="3200400" algn="l">
              <a:lnSpc>
                <a:spcPct val="90000"/>
              </a:lnSpc>
              <a:spcBef>
                <a:spcPts val="300"/>
              </a:spcBef>
              <a:spcAft>
                <a:spcPts val="0"/>
              </a:spcAft>
              <a:buClr>
                <a:schemeClr val="dk1"/>
              </a:buClr>
              <a:buSzPts val="1000"/>
              <a:buNone/>
              <a:defRPr sz="1000"/>
            </a:lvl7pPr>
            <a:lvl8pPr indent="-228600" lvl="7" marL="3657600" algn="l">
              <a:lnSpc>
                <a:spcPct val="90000"/>
              </a:lnSpc>
              <a:spcBef>
                <a:spcPts val="300"/>
              </a:spcBef>
              <a:spcAft>
                <a:spcPts val="0"/>
              </a:spcAft>
              <a:buClr>
                <a:schemeClr val="dk1"/>
              </a:buClr>
              <a:buSzPts val="1000"/>
              <a:buNone/>
              <a:defRPr sz="1000"/>
            </a:lvl8pPr>
            <a:lvl9pPr indent="-228600" lvl="8" marL="4114800" algn="l">
              <a:lnSpc>
                <a:spcPct val="90000"/>
              </a:lnSpc>
              <a:spcBef>
                <a:spcPts val="300"/>
              </a:spcBef>
              <a:spcAft>
                <a:spcPts val="0"/>
              </a:spcAft>
              <a:buClr>
                <a:schemeClr val="dk1"/>
              </a:buClr>
              <a:buSzPts val="1000"/>
              <a:buNone/>
              <a:defRPr sz="1000"/>
            </a:lvl9pPr>
          </a:lstStyle>
          <a:p/>
        </p:txBody>
      </p:sp>
      <p:sp>
        <p:nvSpPr>
          <p:cNvPr id="78" name="Google Shape;78;p44"/>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79" name="Google Shape;79;p44"/>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80" name="Google Shape;80;p44"/>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45"/>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sp>
        <p:nvSpPr>
          <p:cNvPr id="83" name="Google Shape;83;p4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4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40"/>
              </a:spcBef>
              <a:spcAft>
                <a:spcPts val="0"/>
              </a:spcAft>
              <a:buClr>
                <a:schemeClr val="dk1"/>
              </a:buClr>
              <a:buSzPts val="1800"/>
              <a:buChar char="•"/>
              <a:defRPr/>
            </a:lvl1pPr>
            <a:lvl2pPr indent="-342900" lvl="1" marL="914400" algn="l">
              <a:lnSpc>
                <a:spcPct val="90000"/>
              </a:lnSpc>
              <a:spcBef>
                <a:spcPts val="540"/>
              </a:spcBef>
              <a:spcAft>
                <a:spcPts val="0"/>
              </a:spcAft>
              <a:buClr>
                <a:schemeClr val="dk1"/>
              </a:buClr>
              <a:buSzPts val="1800"/>
              <a:buChar char="•"/>
              <a:defRPr/>
            </a:lvl2pPr>
            <a:lvl3pPr indent="-342900" lvl="2" marL="1371600" algn="l">
              <a:lnSpc>
                <a:spcPct val="90000"/>
              </a:lnSpc>
              <a:spcBef>
                <a:spcPts val="540"/>
              </a:spcBef>
              <a:spcAft>
                <a:spcPts val="0"/>
              </a:spcAft>
              <a:buClr>
                <a:schemeClr val="dk1"/>
              </a:buClr>
              <a:buSzPts val="1800"/>
              <a:buChar char="•"/>
              <a:defRPr/>
            </a:lvl3pPr>
            <a:lvl4pPr indent="-342900" lvl="3" marL="1828800" algn="l">
              <a:lnSpc>
                <a:spcPct val="90000"/>
              </a:lnSpc>
              <a:spcBef>
                <a:spcPts val="540"/>
              </a:spcBef>
              <a:spcAft>
                <a:spcPts val="0"/>
              </a:spcAft>
              <a:buClr>
                <a:schemeClr val="dk1"/>
              </a:buClr>
              <a:buSzPts val="1800"/>
              <a:buChar char="•"/>
              <a:defRPr/>
            </a:lvl4pPr>
            <a:lvl5pPr indent="-342900" lvl="4" marL="2286000" algn="l">
              <a:lnSpc>
                <a:spcPct val="90000"/>
              </a:lnSpc>
              <a:spcBef>
                <a:spcPts val="540"/>
              </a:spcBef>
              <a:spcAft>
                <a:spcPts val="0"/>
              </a:spcAft>
              <a:buClr>
                <a:schemeClr val="dk1"/>
              </a:buClr>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85" name="Google Shape;85;p45"/>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86" name="Google Shape;86;p45"/>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87" name="Google Shape;87;p45"/>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88" name="Google Shape;88;p45"/>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pic>
        <p:nvPicPr>
          <p:cNvPr id="89" name="Google Shape;89;p45"/>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0" name="Shape 90"/>
        <p:cNvGrpSpPr/>
        <p:nvPr/>
      </p:nvGrpSpPr>
      <p:grpSpPr>
        <a:xfrm>
          <a:off x="0" y="0"/>
          <a:ext cx="0" cy="0"/>
          <a:chOff x="0" y="0"/>
          <a:chExt cx="0" cy="0"/>
        </a:xfrm>
      </p:grpSpPr>
      <p:sp>
        <p:nvSpPr>
          <p:cNvPr id="91" name="Google Shape;91;p46"/>
          <p:cNvSpPr/>
          <p:nvPr/>
        </p:nvSpPr>
        <p:spPr>
          <a:xfrm>
            <a:off x="10095346" y="0"/>
            <a:ext cx="2096655" cy="6858000"/>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sp>
        <p:nvSpPr>
          <p:cNvPr id="92" name="Google Shape;92;p46"/>
          <p:cNvSpPr txBox="1"/>
          <p:nvPr>
            <p:ph type="title"/>
          </p:nvPr>
        </p:nvSpPr>
        <p:spPr>
          <a:xfrm rot="5400000">
            <a:off x="8219282" y="2361262"/>
            <a:ext cx="5811838" cy="181956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46"/>
          <p:cNvSpPr txBox="1"/>
          <p:nvPr>
            <p:ph idx="1" type="body"/>
          </p:nvPr>
        </p:nvSpPr>
        <p:spPr>
          <a:xfrm rot="5400000">
            <a:off x="1799432"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40"/>
              </a:spcBef>
              <a:spcAft>
                <a:spcPts val="0"/>
              </a:spcAft>
              <a:buClr>
                <a:schemeClr val="dk1"/>
              </a:buClr>
              <a:buSzPts val="1800"/>
              <a:buChar char="•"/>
              <a:defRPr/>
            </a:lvl1pPr>
            <a:lvl2pPr indent="-342900" lvl="1" marL="914400" algn="l">
              <a:lnSpc>
                <a:spcPct val="90000"/>
              </a:lnSpc>
              <a:spcBef>
                <a:spcPts val="540"/>
              </a:spcBef>
              <a:spcAft>
                <a:spcPts val="0"/>
              </a:spcAft>
              <a:buClr>
                <a:schemeClr val="dk1"/>
              </a:buClr>
              <a:buSzPts val="1800"/>
              <a:buChar char="•"/>
              <a:defRPr/>
            </a:lvl2pPr>
            <a:lvl3pPr indent="-342900" lvl="2" marL="1371600" algn="l">
              <a:lnSpc>
                <a:spcPct val="90000"/>
              </a:lnSpc>
              <a:spcBef>
                <a:spcPts val="540"/>
              </a:spcBef>
              <a:spcAft>
                <a:spcPts val="0"/>
              </a:spcAft>
              <a:buClr>
                <a:schemeClr val="dk1"/>
              </a:buClr>
              <a:buSzPts val="1800"/>
              <a:buChar char="•"/>
              <a:defRPr/>
            </a:lvl3pPr>
            <a:lvl4pPr indent="-342900" lvl="3" marL="1828800" algn="l">
              <a:lnSpc>
                <a:spcPct val="90000"/>
              </a:lnSpc>
              <a:spcBef>
                <a:spcPts val="540"/>
              </a:spcBef>
              <a:spcAft>
                <a:spcPts val="0"/>
              </a:spcAft>
              <a:buClr>
                <a:schemeClr val="dk1"/>
              </a:buClr>
              <a:buSzPts val="1800"/>
              <a:buChar char="•"/>
              <a:defRPr/>
            </a:lvl4pPr>
            <a:lvl5pPr indent="-342900" lvl="4" marL="2286000" algn="l">
              <a:lnSpc>
                <a:spcPct val="90000"/>
              </a:lnSpc>
              <a:spcBef>
                <a:spcPts val="540"/>
              </a:spcBef>
              <a:spcAft>
                <a:spcPts val="0"/>
              </a:spcAft>
              <a:buClr>
                <a:schemeClr val="dk1"/>
              </a:buClr>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94" name="Google Shape;94;p46"/>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95" name="Google Shape;95;p46"/>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96" name="Google Shape;96;p46"/>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97" name="Google Shape;97;p46"/>
          <p:cNvSpPr/>
          <p:nvPr/>
        </p:nvSpPr>
        <p:spPr>
          <a:xfrm>
            <a:off x="10095346" y="0"/>
            <a:ext cx="2096655" cy="6858000"/>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6"/>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dk1"/>
              </a:buClr>
              <a:buSzPts val="4500"/>
              <a:buFont typeface="Quattrocento Sans"/>
              <a:buNone/>
              <a:defRPr b="0" i="0" sz="4500" u="none" cap="none" strike="noStrike">
                <a:solidFill>
                  <a:schemeClr val="dk1"/>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840"/>
              </a:spcBef>
              <a:spcAft>
                <a:spcPts val="0"/>
              </a:spcAft>
              <a:buClr>
                <a:schemeClr val="dk1"/>
              </a:buClr>
              <a:buSzPts val="2800"/>
              <a:buFont typeface="Arial"/>
              <a:buChar char="•"/>
              <a:defRPr b="0" i="0" sz="2800" u="none" cap="none" strike="noStrike">
                <a:solidFill>
                  <a:schemeClr val="dk1"/>
                </a:solidFill>
                <a:latin typeface="Quattrocento Sans"/>
                <a:ea typeface="Quattrocento Sans"/>
                <a:cs typeface="Quattrocento Sans"/>
                <a:sym typeface="Quattrocento Sans"/>
              </a:defRPr>
            </a:lvl1pPr>
            <a:lvl2pPr indent="-381000" lvl="1" marL="914400" marR="0" rtl="0" algn="l">
              <a:lnSpc>
                <a:spcPct val="90000"/>
              </a:lnSpc>
              <a:spcBef>
                <a:spcPts val="720"/>
              </a:spcBef>
              <a:spcAft>
                <a:spcPts val="0"/>
              </a:spcAft>
              <a:buClr>
                <a:schemeClr val="dk1"/>
              </a:buClr>
              <a:buSzPts val="2400"/>
              <a:buFont typeface="Arial"/>
              <a:buChar char="•"/>
              <a:defRPr b="0" i="0" sz="2400" u="none" cap="none" strike="noStrike">
                <a:solidFill>
                  <a:schemeClr val="dk1"/>
                </a:solidFill>
                <a:latin typeface="Quattrocento Sans"/>
                <a:ea typeface="Quattrocento Sans"/>
                <a:cs typeface="Quattrocento Sans"/>
                <a:sym typeface="Quattrocento Sans"/>
              </a:defRPr>
            </a:lvl2pPr>
            <a:lvl3pPr indent="-355600" lvl="2" marL="1371600" marR="0" rtl="0" algn="l">
              <a:lnSpc>
                <a:spcPct val="90000"/>
              </a:lnSpc>
              <a:spcBef>
                <a:spcPts val="6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3pPr>
            <a:lvl4pPr indent="-342900" lvl="3" marL="18288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4pPr>
            <a:lvl5pPr indent="-342900" lvl="4" marL="22860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5pPr>
            <a:lvl6pPr indent="-342900" lvl="5" marL="27432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6pPr>
            <a:lvl7pPr indent="-342900" lvl="6" marL="32004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7pPr>
            <a:lvl8pPr indent="-342900" lvl="7" marL="36576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8pPr>
            <a:lvl9pPr indent="-342900" lvl="8" marL="41148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9pPr>
          </a:lstStyle>
          <a:p/>
        </p:txBody>
      </p:sp>
      <p:sp>
        <p:nvSpPr>
          <p:cNvPr id="12" name="Google Shape;12;p36"/>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rgbClr val="888888"/>
              </a:buClr>
              <a:buSzPts val="14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lvl="1"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2pPr>
            <a:lvl3pPr lvl="2"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3pPr>
            <a:lvl4pPr lvl="3"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4pPr>
            <a:lvl5pPr lvl="4"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5pPr>
            <a:lvl6pPr lvl="5"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6pPr>
            <a:lvl7pPr lvl="6"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7pPr>
            <a:lvl8pPr lvl="7"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8pPr>
            <a:lvl9pPr lvl="8"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3" name="Google Shape;13;p36"/>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Clr>
                <a:srgbClr val="888888"/>
              </a:buClr>
              <a:buSzPts val="14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lvl="1"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2pPr>
            <a:lvl3pPr lvl="2"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3pPr>
            <a:lvl4pPr lvl="3"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4pPr>
            <a:lvl5pPr lvl="4"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5pPr>
            <a:lvl6pPr lvl="5"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6pPr>
            <a:lvl7pPr lvl="6"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7pPr>
            <a:lvl8pPr lvl="7"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8pPr>
            <a:lvl9pPr lvl="8"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4" name="Google Shape;14;p36"/>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install.app/"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theitbros.com/sysprep-windows-machin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docs.microsoft.com/en-us/windows-hardware/manufacture/desktop/automate-windows-setup"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jpg"/><Relationship Id="rId4" Type="http://schemas.openxmlformats.org/officeDocument/2006/relationships/image" Target="../media/image4.jpg"/><Relationship Id="rId5"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s://go.microsoft.com/fwlink/?linkid=2243390" TargetMode="Externa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9.png"/><Relationship Id="rId4" Type="http://schemas.openxmlformats.org/officeDocument/2006/relationships/image" Target="../media/image10.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1.png"/><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
          <p:cNvSpPr txBox="1"/>
          <p:nvPr>
            <p:ph type="ctrTitle"/>
          </p:nvPr>
        </p:nvSpPr>
        <p:spPr>
          <a:xfrm>
            <a:off x="838200" y="2061006"/>
            <a:ext cx="10515600" cy="23876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lt1"/>
              </a:buClr>
              <a:buSzPct val="100000"/>
              <a:buFont typeface="Quattrocento Sans"/>
              <a:buNone/>
            </a:pPr>
            <a:br>
              <a:rPr lang="en-US"/>
            </a:br>
            <a:r>
              <a:rPr lang="en-US" sz="4900"/>
              <a:t>Technical Support (420-1N6-AB)</a:t>
            </a:r>
            <a:br>
              <a:rPr lang="en-US" sz="4900"/>
            </a:br>
            <a:r>
              <a:rPr lang="en-US" sz="4900"/>
              <a:t>Customizing Windows &amp; Introduction to unattended installations</a:t>
            </a:r>
            <a:endParaRPr/>
          </a:p>
        </p:txBody>
      </p:sp>
      <p:sp>
        <p:nvSpPr>
          <p:cNvPr id="104" name="Google Shape;104;p1"/>
          <p:cNvSpPr txBox="1"/>
          <p:nvPr>
            <p:ph idx="1" type="subTitle"/>
          </p:nvPr>
        </p:nvSpPr>
        <p:spPr>
          <a:xfrm>
            <a:off x="762002" y="5110609"/>
            <a:ext cx="11074800" cy="1376400"/>
          </a:xfrm>
          <a:prstGeom prst="rect">
            <a:avLst/>
          </a:prstGeom>
          <a:noFill/>
          <a:ln>
            <a:noFill/>
          </a:ln>
        </p:spPr>
        <p:txBody>
          <a:bodyPr anchorCtr="0" anchor="t" bIns="45700" lIns="91425" spcFirstLastPara="1" rIns="91425" wrap="square" tIns="45700">
            <a:normAutofit/>
          </a:bodyPr>
          <a:lstStyle/>
          <a:p>
            <a:pPr indent="0" lvl="0" marL="0" rtl="0" algn="r">
              <a:lnSpc>
                <a:spcPct val="150000"/>
              </a:lnSpc>
              <a:spcBef>
                <a:spcPts val="0"/>
              </a:spcBef>
              <a:spcAft>
                <a:spcPts val="0"/>
              </a:spcAft>
              <a:buClr>
                <a:schemeClr val="lt1"/>
              </a:buClr>
              <a:buSzPts val="2800"/>
              <a:buNone/>
            </a:pPr>
            <a:r>
              <a:rPr lang="en-US"/>
              <a:t>Fall 2023</a:t>
            </a:r>
            <a:endParaRPr/>
          </a:p>
          <a:p>
            <a:pPr indent="0" lvl="0" marL="0" rtl="0" algn="r">
              <a:lnSpc>
                <a:spcPct val="150000"/>
              </a:lnSpc>
              <a:spcBef>
                <a:spcPts val="0"/>
              </a:spcBef>
              <a:spcAft>
                <a:spcPts val="0"/>
              </a:spcAft>
              <a:buClr>
                <a:schemeClr val="lt1"/>
              </a:buClr>
              <a:buSzPts val="2800"/>
              <a:buNone/>
            </a:pPr>
            <a:r>
              <a:rPr lang="en-US"/>
              <a:t>Adapted for Fall 2024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Outline</a:t>
            </a:r>
            <a:endParaRPr/>
          </a:p>
        </p:txBody>
      </p:sp>
      <p:sp>
        <p:nvSpPr>
          <p:cNvPr id="110" name="Google Shape;110;p2"/>
          <p:cNvSpPr txBox="1"/>
          <p:nvPr>
            <p:ph idx="1" type="body"/>
          </p:nvPr>
        </p:nvSpPr>
        <p:spPr>
          <a:xfrm>
            <a:off x="838200" y="1638812"/>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419100" lvl="0" marL="457200" rtl="0" algn="l">
              <a:lnSpc>
                <a:spcPct val="90000"/>
              </a:lnSpc>
              <a:spcBef>
                <a:spcPts val="900"/>
              </a:spcBef>
              <a:spcAft>
                <a:spcPts val="0"/>
              </a:spcAft>
              <a:buClr>
                <a:srgbClr val="7F7F7F"/>
              </a:buClr>
              <a:buSzPct val="117647"/>
              <a:buChar char="•"/>
            </a:pPr>
            <a:r>
              <a:rPr lang="en-US"/>
              <a:t>Post OS Installation steps:</a:t>
            </a:r>
            <a:endParaRPr/>
          </a:p>
          <a:p>
            <a:pPr indent="-393700" lvl="1" marL="914400" rtl="0" algn="l">
              <a:lnSpc>
                <a:spcPct val="90000"/>
              </a:lnSpc>
              <a:spcBef>
                <a:spcPts val="780"/>
              </a:spcBef>
              <a:spcAft>
                <a:spcPts val="0"/>
              </a:spcAft>
              <a:buSzPct val="117647"/>
              <a:buChar char="•"/>
            </a:pPr>
            <a:r>
              <a:rPr lang="en-US"/>
              <a:t>Update OS</a:t>
            </a:r>
            <a:endParaRPr/>
          </a:p>
          <a:p>
            <a:pPr indent="-393700" lvl="1" marL="914400" rtl="0" algn="l">
              <a:lnSpc>
                <a:spcPct val="90000"/>
              </a:lnSpc>
              <a:spcBef>
                <a:spcPts val="780"/>
              </a:spcBef>
              <a:spcAft>
                <a:spcPts val="0"/>
              </a:spcAft>
              <a:buSzPct val="117647"/>
              <a:buChar char="•"/>
            </a:pPr>
            <a:r>
              <a:rPr lang="en-US"/>
              <a:t>Install drivers</a:t>
            </a:r>
            <a:endParaRPr/>
          </a:p>
          <a:p>
            <a:pPr indent="-393700" lvl="1" marL="914400" rtl="0" algn="l">
              <a:lnSpc>
                <a:spcPct val="90000"/>
              </a:lnSpc>
              <a:spcBef>
                <a:spcPts val="780"/>
              </a:spcBef>
              <a:spcAft>
                <a:spcPts val="0"/>
              </a:spcAft>
              <a:buSzPct val="117647"/>
              <a:buChar char="•"/>
            </a:pPr>
            <a:r>
              <a:rPr lang="en-US"/>
              <a:t>Install apps</a:t>
            </a:r>
            <a:endParaRPr/>
          </a:p>
          <a:p>
            <a:pPr indent="-393700" lvl="1" marL="914400" rtl="0" algn="l">
              <a:lnSpc>
                <a:spcPct val="90000"/>
              </a:lnSpc>
              <a:spcBef>
                <a:spcPts val="780"/>
              </a:spcBef>
              <a:spcAft>
                <a:spcPts val="0"/>
              </a:spcAft>
              <a:buSzPct val="117647"/>
              <a:buChar char="•"/>
            </a:pPr>
            <a:r>
              <a:rPr lang="en-US"/>
              <a:t>Remove apps</a:t>
            </a:r>
            <a:endParaRPr/>
          </a:p>
          <a:p>
            <a:pPr indent="-393700" lvl="1" marL="914400" rtl="0" algn="l">
              <a:lnSpc>
                <a:spcPct val="90000"/>
              </a:lnSpc>
              <a:spcBef>
                <a:spcPts val="780"/>
              </a:spcBef>
              <a:spcAft>
                <a:spcPts val="0"/>
              </a:spcAft>
              <a:buSzPct val="117647"/>
              <a:buChar char="•"/>
            </a:pPr>
            <a:r>
              <a:rPr lang="en-US"/>
              <a:t>Enable/Disable Telemetry</a:t>
            </a:r>
            <a:endParaRPr/>
          </a:p>
          <a:p>
            <a:pPr indent="-419100" lvl="0" marL="457200" rtl="0" algn="l">
              <a:lnSpc>
                <a:spcPct val="90000"/>
              </a:lnSpc>
              <a:spcBef>
                <a:spcPts val="900"/>
              </a:spcBef>
              <a:spcAft>
                <a:spcPts val="0"/>
              </a:spcAft>
              <a:buClr>
                <a:srgbClr val="7F7F7F"/>
              </a:buClr>
              <a:buSzPct val="117647"/>
              <a:buChar char="•"/>
            </a:pPr>
            <a:r>
              <a:rPr lang="en-US"/>
              <a:t>Unattended Installation of Windows:</a:t>
            </a:r>
            <a:endParaRPr/>
          </a:p>
          <a:p>
            <a:pPr indent="-393700" lvl="1" marL="914400" rtl="0" algn="l">
              <a:lnSpc>
                <a:spcPct val="90000"/>
              </a:lnSpc>
              <a:spcBef>
                <a:spcPts val="780"/>
              </a:spcBef>
              <a:spcAft>
                <a:spcPts val="0"/>
              </a:spcAft>
              <a:buSzPct val="117647"/>
              <a:buChar char="•"/>
            </a:pPr>
            <a:r>
              <a:rPr lang="en-US"/>
              <a:t>Introduction to the Assignment 4</a:t>
            </a:r>
            <a:endParaRPr/>
          </a:p>
          <a:p>
            <a:pPr indent="-393700" lvl="1" marL="914400" rtl="0" algn="l">
              <a:lnSpc>
                <a:spcPct val="90000"/>
              </a:lnSpc>
              <a:spcBef>
                <a:spcPts val="780"/>
              </a:spcBef>
              <a:spcAft>
                <a:spcPts val="0"/>
              </a:spcAft>
              <a:buSzPct val="117647"/>
              <a:buChar char="•"/>
            </a:pPr>
            <a:r>
              <a:rPr lang="en-US"/>
              <a:t>Audit Mode</a:t>
            </a:r>
            <a:endParaRPr/>
          </a:p>
          <a:p>
            <a:pPr indent="-393700" lvl="1" marL="914400" rtl="0" algn="l">
              <a:lnSpc>
                <a:spcPct val="90000"/>
              </a:lnSpc>
              <a:spcBef>
                <a:spcPts val="780"/>
              </a:spcBef>
              <a:spcAft>
                <a:spcPts val="0"/>
              </a:spcAft>
              <a:buSzPct val="117647"/>
              <a:buChar char="•"/>
            </a:pPr>
            <a:r>
              <a:rPr lang="en-US"/>
              <a:t>Answer file</a:t>
            </a:r>
            <a:endParaRPr/>
          </a:p>
          <a:p>
            <a:pPr indent="-393700" lvl="1" marL="914400" rtl="0" algn="l">
              <a:lnSpc>
                <a:spcPct val="90000"/>
              </a:lnSpc>
              <a:spcBef>
                <a:spcPts val="780"/>
              </a:spcBef>
              <a:spcAft>
                <a:spcPts val="0"/>
              </a:spcAft>
              <a:buSzPct val="117647"/>
              <a:buChar char="•"/>
            </a:pPr>
            <a:r>
              <a:rPr lang="en-US"/>
              <a:t>Sysprep</a:t>
            </a:r>
            <a:endParaRPr/>
          </a:p>
          <a:p>
            <a:pPr indent="-393700" lvl="1" marL="914400" rtl="0" algn="l">
              <a:lnSpc>
                <a:spcPct val="90000"/>
              </a:lnSpc>
              <a:spcBef>
                <a:spcPts val="780"/>
              </a:spcBef>
              <a:spcAft>
                <a:spcPts val="0"/>
              </a:spcAft>
              <a:buSzPct val="117647"/>
              <a:buChar char="•"/>
            </a:pPr>
            <a:r>
              <a:rPr lang="en-US"/>
              <a:t>Windows Image File (.wim)</a:t>
            </a:r>
            <a:endParaRPr/>
          </a:p>
          <a:p>
            <a:pPr indent="-228600" lvl="1" marL="914400" rtl="0" algn="l">
              <a:lnSpc>
                <a:spcPct val="90000"/>
              </a:lnSpc>
              <a:spcBef>
                <a:spcPts val="780"/>
              </a:spcBef>
              <a:spcAft>
                <a:spcPts val="0"/>
              </a:spcAft>
              <a:buSzPct val="117647"/>
              <a:buNone/>
            </a:pPr>
            <a:r>
              <a:t/>
            </a:r>
            <a:endParaRPr/>
          </a:p>
          <a:p>
            <a:pPr indent="-228600" lvl="1" marL="914400" rtl="0" algn="l">
              <a:lnSpc>
                <a:spcPct val="90000"/>
              </a:lnSpc>
              <a:spcBef>
                <a:spcPts val="780"/>
              </a:spcBef>
              <a:spcAft>
                <a:spcPts val="0"/>
              </a:spcAft>
              <a:buSzPct val="117647"/>
              <a:buNone/>
            </a:pPr>
            <a:r>
              <a:t/>
            </a:r>
            <a:endParaRPr/>
          </a:p>
          <a:p>
            <a:pPr indent="0" lvl="1" marL="520700" rtl="0" algn="l">
              <a:lnSpc>
                <a:spcPct val="90000"/>
              </a:lnSpc>
              <a:spcBef>
                <a:spcPts val="780"/>
              </a:spcBef>
              <a:spcAft>
                <a:spcPts val="0"/>
              </a:spcAft>
              <a:buSzPct val="117647"/>
              <a:buNone/>
            </a:pPr>
            <a:r>
              <a:t/>
            </a:r>
            <a:endParaRPr/>
          </a:p>
          <a:p>
            <a:pPr indent="0" lvl="1" marL="520700" rtl="0" algn="l">
              <a:lnSpc>
                <a:spcPct val="90000"/>
              </a:lnSpc>
              <a:spcBef>
                <a:spcPts val="780"/>
              </a:spcBef>
              <a:spcAft>
                <a:spcPts val="0"/>
              </a:spcAft>
              <a:buSzPct val="117647"/>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After OS Installation – What is next?</a:t>
            </a:r>
            <a:endParaRPr/>
          </a:p>
        </p:txBody>
      </p:sp>
      <p:sp>
        <p:nvSpPr>
          <p:cNvPr id="116" name="Google Shape;116;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rgbClr val="7F7F7F"/>
              </a:buClr>
              <a:buSzPts val="3000"/>
              <a:buChar char="•"/>
            </a:pPr>
            <a:r>
              <a:rPr lang="en-US"/>
              <a:t>What should be done after finishing an OS installation?</a:t>
            </a:r>
            <a:endParaRPr/>
          </a:p>
          <a:p>
            <a:pPr indent="-514350" lvl="1" marL="971550" rtl="0" algn="l">
              <a:lnSpc>
                <a:spcPct val="90000"/>
              </a:lnSpc>
              <a:spcBef>
                <a:spcPts val="780"/>
              </a:spcBef>
              <a:spcAft>
                <a:spcPts val="0"/>
              </a:spcAft>
              <a:buClr>
                <a:srgbClr val="7F7F7F"/>
              </a:buClr>
              <a:buSzPts val="2600"/>
              <a:buFont typeface="Quattrocento Sans"/>
              <a:buAutoNum type="arabicPeriod"/>
            </a:pPr>
            <a:r>
              <a:rPr lang="en-US"/>
              <a:t>Install \ Update Device Drivers (if needed)</a:t>
            </a:r>
            <a:endParaRPr/>
          </a:p>
          <a:p>
            <a:pPr indent="-228600" lvl="2" marL="1143000" rtl="0" algn="l">
              <a:lnSpc>
                <a:spcPct val="90000"/>
              </a:lnSpc>
              <a:spcBef>
                <a:spcPts val="600"/>
              </a:spcBef>
              <a:spcAft>
                <a:spcPts val="0"/>
              </a:spcAft>
              <a:buClr>
                <a:srgbClr val="7F7F7F"/>
              </a:buClr>
              <a:buSzPts val="2000"/>
              <a:buChar char="•"/>
            </a:pPr>
            <a:r>
              <a:rPr lang="en-US"/>
              <a:t>Network cards driver: to be able to connect to the network/internet.</a:t>
            </a:r>
            <a:endParaRPr/>
          </a:p>
          <a:p>
            <a:pPr indent="-514350" lvl="1" marL="971550" rtl="0" algn="l">
              <a:lnSpc>
                <a:spcPct val="90000"/>
              </a:lnSpc>
              <a:spcBef>
                <a:spcPts val="780"/>
              </a:spcBef>
              <a:spcAft>
                <a:spcPts val="0"/>
              </a:spcAft>
              <a:buClr>
                <a:srgbClr val="7F7F7F"/>
              </a:buClr>
              <a:buSzPts val="2600"/>
              <a:buFont typeface="Quattrocento Sans"/>
              <a:buAutoNum type="arabicPeriod"/>
            </a:pPr>
            <a:r>
              <a:rPr lang="en-US"/>
              <a:t>Update computer operational information:</a:t>
            </a:r>
            <a:endParaRPr/>
          </a:p>
          <a:p>
            <a:pPr indent="-228600" lvl="2" marL="1143000" rtl="0" algn="l">
              <a:lnSpc>
                <a:spcPct val="90000"/>
              </a:lnSpc>
              <a:spcBef>
                <a:spcPts val="600"/>
              </a:spcBef>
              <a:spcAft>
                <a:spcPts val="0"/>
              </a:spcAft>
              <a:buClr>
                <a:srgbClr val="7F7F7F"/>
              </a:buClr>
              <a:buSzPts val="2000"/>
              <a:buChar char="•"/>
            </a:pPr>
            <a:r>
              <a:rPr lang="en-US"/>
              <a:t>Set the correct Date, Time and time zone.</a:t>
            </a:r>
            <a:endParaRPr/>
          </a:p>
          <a:p>
            <a:pPr indent="-228600" lvl="2" marL="1143000" rtl="0" algn="l">
              <a:lnSpc>
                <a:spcPct val="90000"/>
              </a:lnSpc>
              <a:spcBef>
                <a:spcPts val="600"/>
              </a:spcBef>
              <a:spcAft>
                <a:spcPts val="0"/>
              </a:spcAft>
              <a:buClr>
                <a:srgbClr val="7F7F7F"/>
              </a:buClr>
              <a:buSzPts val="2000"/>
              <a:buChar char="•"/>
            </a:pPr>
            <a:r>
              <a:rPr lang="en-US"/>
              <a:t>Provide a proper name for the computer.</a:t>
            </a:r>
            <a:endParaRPr/>
          </a:p>
          <a:p>
            <a:pPr indent="-514350" lvl="1" marL="971550" rtl="0" algn="l">
              <a:lnSpc>
                <a:spcPct val="90000"/>
              </a:lnSpc>
              <a:spcBef>
                <a:spcPts val="780"/>
              </a:spcBef>
              <a:spcAft>
                <a:spcPts val="0"/>
              </a:spcAft>
              <a:buClr>
                <a:srgbClr val="7F7F7F"/>
              </a:buClr>
              <a:buSzPts val="2600"/>
              <a:buFont typeface="Quattrocento Sans"/>
              <a:buAutoNum type="arabicPeriod"/>
            </a:pPr>
            <a:r>
              <a:rPr lang="en-US"/>
              <a:t>Security:</a:t>
            </a:r>
            <a:endParaRPr/>
          </a:p>
          <a:p>
            <a:pPr indent="-228600" lvl="2" marL="1143000" rtl="0" algn="l">
              <a:lnSpc>
                <a:spcPct val="90000"/>
              </a:lnSpc>
              <a:spcBef>
                <a:spcPts val="600"/>
              </a:spcBef>
              <a:spcAft>
                <a:spcPts val="0"/>
              </a:spcAft>
              <a:buClr>
                <a:srgbClr val="7F7F7F"/>
              </a:buClr>
              <a:buSzPts val="2000"/>
              <a:buChar char="•"/>
            </a:pPr>
            <a:r>
              <a:rPr lang="en-US"/>
              <a:t>Install security software: Antivirus</a:t>
            </a:r>
            <a:endParaRPr/>
          </a:p>
          <a:p>
            <a:pPr indent="-228600" lvl="2" marL="1143000" rtl="0" algn="l">
              <a:lnSpc>
                <a:spcPct val="90000"/>
              </a:lnSpc>
              <a:spcBef>
                <a:spcPts val="600"/>
              </a:spcBef>
              <a:spcAft>
                <a:spcPts val="0"/>
              </a:spcAft>
              <a:buClr>
                <a:srgbClr val="7F7F7F"/>
              </a:buClr>
              <a:buSzPts val="2000"/>
              <a:buChar char="•"/>
            </a:pPr>
            <a:r>
              <a:rPr lang="en-US"/>
              <a:t>Update OS: install patches, service packs.</a:t>
            </a:r>
            <a:endParaRPr/>
          </a:p>
          <a:p>
            <a:pPr indent="-228600" lvl="2" marL="1143000" rtl="0" algn="l">
              <a:lnSpc>
                <a:spcPct val="90000"/>
              </a:lnSpc>
              <a:spcBef>
                <a:spcPts val="600"/>
              </a:spcBef>
              <a:spcAft>
                <a:spcPts val="0"/>
              </a:spcAft>
              <a:buClr>
                <a:srgbClr val="7F7F7F"/>
              </a:buClr>
              <a:buSzPts val="2000"/>
              <a:buChar char="•"/>
            </a:pPr>
            <a:r>
              <a:rPr lang="en-US"/>
              <a:t>Setup firewall.</a:t>
            </a:r>
            <a:endParaRPr/>
          </a:p>
          <a:p>
            <a:pPr indent="-514350" lvl="1" marL="971550" rtl="0" algn="l">
              <a:lnSpc>
                <a:spcPct val="90000"/>
              </a:lnSpc>
              <a:spcBef>
                <a:spcPts val="780"/>
              </a:spcBef>
              <a:spcAft>
                <a:spcPts val="0"/>
              </a:spcAft>
              <a:buClr>
                <a:srgbClr val="7F7F7F"/>
              </a:buClr>
              <a:buSzPts val="2600"/>
              <a:buFont typeface="Quattrocento Sans"/>
              <a:buAutoNum type="arabicPeriod"/>
            </a:pPr>
            <a:r>
              <a:rPr lang="en-US"/>
              <a:t>Install required software applications.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Updates to OS and applications</a:t>
            </a:r>
            <a:endParaRPr/>
          </a:p>
        </p:txBody>
      </p:sp>
      <p:sp>
        <p:nvSpPr>
          <p:cNvPr id="122" name="Google Shape;122;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120000"/>
              </a:lnSpc>
              <a:spcBef>
                <a:spcPts val="0"/>
              </a:spcBef>
              <a:spcAft>
                <a:spcPts val="0"/>
              </a:spcAft>
              <a:buClr>
                <a:srgbClr val="7F7F7F"/>
              </a:buClr>
              <a:buSzPct val="100000"/>
              <a:buChar char="•"/>
            </a:pPr>
            <a:r>
              <a:rPr lang="en-US"/>
              <a:t>A service pack is a collection of updates, fixes or enhancements to a software program, delivered in the form of a single installable package. They may introduce new features to an OS as well as bug fixes, security enhancements, etc. </a:t>
            </a:r>
            <a:endParaRPr/>
          </a:p>
          <a:p>
            <a:pPr indent="-80962" lvl="0" marL="228600" rtl="0" algn="l">
              <a:lnSpc>
                <a:spcPct val="120000"/>
              </a:lnSpc>
              <a:spcBef>
                <a:spcPts val="698"/>
              </a:spcBef>
              <a:spcAft>
                <a:spcPts val="0"/>
              </a:spcAft>
              <a:buClr>
                <a:srgbClr val="7F7F7F"/>
              </a:buClr>
              <a:buSzPct val="100000"/>
              <a:buNone/>
            </a:pPr>
            <a:r>
              <a:t/>
            </a:r>
            <a:endParaRPr/>
          </a:p>
          <a:p>
            <a:pPr indent="-228600" lvl="0" marL="228600" rtl="0" algn="l">
              <a:lnSpc>
                <a:spcPct val="120000"/>
              </a:lnSpc>
              <a:spcBef>
                <a:spcPts val="698"/>
              </a:spcBef>
              <a:spcAft>
                <a:spcPts val="0"/>
              </a:spcAft>
              <a:buClr>
                <a:srgbClr val="7F7F7F"/>
              </a:buClr>
              <a:buSzPct val="100000"/>
              <a:buChar char="•"/>
            </a:pPr>
            <a:r>
              <a:rPr lang="en-US"/>
              <a:t>It is common to have service packs issued within the first two years of release of a product, and they are usually numbered, e.g. SP1, SP2. </a:t>
            </a:r>
            <a:endParaRPr/>
          </a:p>
          <a:p>
            <a:pPr indent="-80962" lvl="0" marL="228600" rtl="0" algn="l">
              <a:lnSpc>
                <a:spcPct val="120000"/>
              </a:lnSpc>
              <a:spcBef>
                <a:spcPts val="698"/>
              </a:spcBef>
              <a:spcAft>
                <a:spcPts val="0"/>
              </a:spcAft>
              <a:buClr>
                <a:srgbClr val="7F7F7F"/>
              </a:buClr>
              <a:buSzPct val="100000"/>
              <a:buNone/>
            </a:pPr>
            <a:r>
              <a:t/>
            </a:r>
            <a:endParaRPr/>
          </a:p>
          <a:p>
            <a:pPr indent="-228600" lvl="0" marL="228600" rtl="0" algn="l">
              <a:lnSpc>
                <a:spcPct val="120000"/>
              </a:lnSpc>
              <a:spcBef>
                <a:spcPts val="698"/>
              </a:spcBef>
              <a:spcAft>
                <a:spcPts val="0"/>
              </a:spcAft>
              <a:buClr>
                <a:srgbClr val="7F7F7F"/>
              </a:buClr>
              <a:buSzPct val="100000"/>
              <a:buChar char="•"/>
            </a:pPr>
            <a:r>
              <a:rPr lang="en-US"/>
              <a:t>Note: Microsoft recommends that you never be more than two service packs behind.</a:t>
            </a:r>
            <a:endParaRPr/>
          </a:p>
          <a:p>
            <a:pPr indent="-80962" lvl="0" marL="228600" rtl="0" algn="l">
              <a:lnSpc>
                <a:spcPct val="120000"/>
              </a:lnSpc>
              <a:spcBef>
                <a:spcPts val="698"/>
              </a:spcBef>
              <a:spcAft>
                <a:spcPts val="0"/>
              </a:spcAft>
              <a:buClr>
                <a:srgbClr val="7F7F7F"/>
              </a:buClr>
              <a:buSzPct val="100000"/>
              <a:buNone/>
            </a:pPr>
            <a:r>
              <a:t/>
            </a:r>
            <a:endParaRPr/>
          </a:p>
          <a:p>
            <a:pPr indent="-80962" lvl="0" marL="228600" rtl="0" algn="l">
              <a:lnSpc>
                <a:spcPct val="120000"/>
              </a:lnSpc>
              <a:spcBef>
                <a:spcPts val="698"/>
              </a:spcBef>
              <a:spcAft>
                <a:spcPts val="0"/>
              </a:spcAft>
              <a:buClr>
                <a:srgbClr val="7F7F7F"/>
              </a:buClr>
              <a:buSzPct val="100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Using Powershell to install Apps</a:t>
            </a:r>
            <a:endParaRPr/>
          </a:p>
        </p:txBody>
      </p:sp>
      <p:sp>
        <p:nvSpPr>
          <p:cNvPr id="128" name="Google Shape;128;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419100" lvl="0" marL="457200" rtl="0" algn="l">
              <a:lnSpc>
                <a:spcPct val="120000"/>
              </a:lnSpc>
              <a:spcBef>
                <a:spcPts val="900"/>
              </a:spcBef>
              <a:spcAft>
                <a:spcPts val="0"/>
              </a:spcAft>
              <a:buSzPct val="135135"/>
              <a:buChar char="•"/>
            </a:pPr>
            <a:r>
              <a:rPr lang="en-US" sz="2400"/>
              <a:t>Now that you have </a:t>
            </a:r>
            <a:r>
              <a:rPr i="1" lang="en-US" sz="2400"/>
              <a:t>internet on the VM </a:t>
            </a:r>
            <a:r>
              <a:rPr lang="en-US" sz="2400"/>
              <a:t>you can use it to update your drivers and install apps.</a:t>
            </a:r>
            <a:endParaRPr/>
          </a:p>
          <a:p>
            <a:pPr indent="-419100" lvl="0" marL="457200" rtl="0" algn="l">
              <a:lnSpc>
                <a:spcPct val="120000"/>
              </a:lnSpc>
              <a:spcBef>
                <a:spcPts val="900"/>
              </a:spcBef>
              <a:spcAft>
                <a:spcPts val="0"/>
              </a:spcAft>
              <a:buSzPct val="135135"/>
              <a:buChar char="•"/>
            </a:pPr>
            <a:r>
              <a:rPr lang="en-US" sz="2400"/>
              <a:t>We’ve already seen how to install </a:t>
            </a:r>
            <a:r>
              <a:rPr i="1" lang="en-US" sz="2400"/>
              <a:t>CPU-Z</a:t>
            </a:r>
            <a:r>
              <a:rPr lang="en-US" sz="2400"/>
              <a:t> and </a:t>
            </a:r>
            <a:r>
              <a:rPr i="1" lang="en-US" sz="2400"/>
              <a:t>drivers</a:t>
            </a:r>
            <a:r>
              <a:rPr lang="en-US" sz="2400"/>
              <a:t> by downloading the </a:t>
            </a:r>
            <a:r>
              <a:rPr i="1" lang="en-US" sz="2400"/>
              <a:t>.exe </a:t>
            </a:r>
            <a:r>
              <a:rPr lang="en-US" sz="2400"/>
              <a:t>and running the installer.</a:t>
            </a:r>
            <a:endParaRPr/>
          </a:p>
          <a:p>
            <a:pPr indent="-419100" lvl="0" marL="457200" rtl="0" algn="l">
              <a:lnSpc>
                <a:spcPct val="120000"/>
              </a:lnSpc>
              <a:spcBef>
                <a:spcPts val="900"/>
              </a:spcBef>
              <a:spcAft>
                <a:spcPts val="0"/>
              </a:spcAft>
              <a:buSzPct val="135135"/>
              <a:buChar char="•"/>
            </a:pPr>
            <a:r>
              <a:rPr lang="en-US" sz="2400"/>
              <a:t>Let’s see how to use Powershell and a package installer called winget to install multiple apps with a single command.</a:t>
            </a:r>
            <a:endParaRPr/>
          </a:p>
          <a:p>
            <a:pPr indent="-419100" lvl="0" marL="457200" rtl="0" algn="l">
              <a:lnSpc>
                <a:spcPct val="120000"/>
              </a:lnSpc>
              <a:spcBef>
                <a:spcPts val="900"/>
              </a:spcBef>
              <a:spcAft>
                <a:spcPts val="0"/>
              </a:spcAft>
              <a:buSzPct val="135135"/>
              <a:buChar char="•"/>
            </a:pPr>
            <a:r>
              <a:rPr lang="en-US" sz="2400"/>
              <a:t>The winget command line tool enables users to discover, install, upgrade, remove and configure applications on Windows 10 and Windows 11 computers. This tool is the client interface to the Windows Package Manager service.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Activity: Installing apps using winget</a:t>
            </a:r>
            <a:endParaRPr/>
          </a:p>
        </p:txBody>
      </p:sp>
      <p:sp>
        <p:nvSpPr>
          <p:cNvPr id="134" name="Google Shape;134;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Select the apps you most commonly use, here are a few useful ones: </a:t>
            </a:r>
            <a:r>
              <a:rPr lang="en-US" u="sng">
                <a:solidFill>
                  <a:schemeClr val="hlink"/>
                </a:solidFill>
                <a:hlinkClick r:id="rId3"/>
              </a:rPr>
              <a:t>https://winstall.app/</a:t>
            </a:r>
            <a:endParaRPr/>
          </a:p>
          <a:p>
            <a:pPr indent="-419100" lvl="0" marL="457200" rtl="0" algn="l">
              <a:lnSpc>
                <a:spcPct val="90000"/>
              </a:lnSpc>
              <a:spcBef>
                <a:spcPts val="900"/>
              </a:spcBef>
              <a:spcAft>
                <a:spcPts val="0"/>
              </a:spcAft>
              <a:buClr>
                <a:srgbClr val="7F7F7F"/>
              </a:buClr>
              <a:buSzPts val="3000"/>
              <a:buChar char="•"/>
            </a:pPr>
            <a:r>
              <a:rPr lang="en-US" sz="2800"/>
              <a:t>Open Powershell and type: </a:t>
            </a:r>
            <a:r>
              <a:rPr lang="en-US" sz="2800">
                <a:solidFill>
                  <a:srgbClr val="0E57C4"/>
                </a:solidFill>
                <a:latin typeface="Arial"/>
                <a:ea typeface="Arial"/>
                <a:cs typeface="Arial"/>
                <a:sym typeface="Arial"/>
              </a:rPr>
              <a:t>winget install –id &lt;AppId&gt; &amp;&amp; winget install –id &lt;AppId2&gt;</a:t>
            </a:r>
            <a:r>
              <a:rPr lang="en-US" sz="2800">
                <a:solidFill>
                  <a:srgbClr val="FF0000"/>
                </a:solidFill>
                <a:latin typeface="Arial"/>
                <a:ea typeface="Arial"/>
                <a:cs typeface="Arial"/>
                <a:sym typeface="Arial"/>
              </a:rPr>
              <a:t> &amp;&amp;</a:t>
            </a:r>
            <a:r>
              <a:rPr lang="en-US" sz="2800">
                <a:solidFill>
                  <a:srgbClr val="0E57C4"/>
                </a:solidFill>
                <a:latin typeface="Arial"/>
                <a:ea typeface="Arial"/>
                <a:cs typeface="Arial"/>
                <a:sym typeface="Arial"/>
              </a:rPr>
              <a:t> ..</a:t>
            </a:r>
            <a:endParaRPr/>
          </a:p>
          <a:p>
            <a:pPr indent="-228600" lvl="0" marL="457200" rtl="0" algn="l">
              <a:lnSpc>
                <a:spcPct val="90000"/>
              </a:lnSpc>
              <a:spcBef>
                <a:spcPts val="900"/>
              </a:spcBef>
              <a:spcAft>
                <a:spcPts val="0"/>
              </a:spcAft>
              <a:buClr>
                <a:srgbClr val="7F7F7F"/>
              </a:buClr>
              <a:buSzPts val="3000"/>
              <a:buNone/>
            </a:pPr>
            <a:r>
              <a:t/>
            </a:r>
            <a:endParaRPr/>
          </a:p>
        </p:txBody>
      </p:sp>
      <p:graphicFrame>
        <p:nvGraphicFramePr>
          <p:cNvPr id="135" name="Google Shape;135;p6"/>
          <p:cNvGraphicFramePr/>
          <p:nvPr/>
        </p:nvGraphicFramePr>
        <p:xfrm>
          <a:off x="2341880" y="3713163"/>
          <a:ext cx="3000000" cy="3000000"/>
        </p:xfrm>
        <a:graphic>
          <a:graphicData uri="http://schemas.openxmlformats.org/drawingml/2006/table">
            <a:tbl>
              <a:tblPr bandRow="1" firstRow="1">
                <a:noFill/>
                <a:tableStyleId>{90B25307-9BE7-442E-B758-70C9AA84878D}</a:tableStyleId>
              </a:tblPr>
              <a:tblGrid>
                <a:gridCol w="4064000"/>
                <a:gridCol w="4064000"/>
              </a:tblGrid>
              <a:tr h="370850">
                <a:tc>
                  <a:txBody>
                    <a:bodyPr/>
                    <a:lstStyle/>
                    <a:p>
                      <a:pPr indent="0" lvl="0" marL="0" marR="0" rtl="0" algn="ctr">
                        <a:lnSpc>
                          <a:spcPct val="100000"/>
                        </a:lnSpc>
                        <a:spcBef>
                          <a:spcPts val="0"/>
                        </a:spcBef>
                        <a:spcAft>
                          <a:spcPts val="0"/>
                        </a:spcAft>
                        <a:buNone/>
                      </a:pPr>
                      <a:r>
                        <a:rPr lang="en-US" sz="1400" u="none" cap="none" strike="noStrike"/>
                        <a:t>App</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None/>
                      </a:pPr>
                      <a:r>
                        <a:rPr lang="en-US" sz="1400" u="none" cap="none" strike="noStrike"/>
                        <a:t>App Id</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None/>
                      </a:pPr>
                      <a:r>
                        <a:rPr lang="en-US" sz="1400" u="none" cap="none" strike="noStrike"/>
                        <a:t>7 zip</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winget install --id=7zip.7zip</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None/>
                      </a:pPr>
                      <a:r>
                        <a:rPr lang="en-US" sz="1400" u="none" cap="none" strike="noStrike"/>
                        <a:t>CPU-Z</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winget install --id=cpuid.cpu-z</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None/>
                      </a:pPr>
                      <a:r>
                        <a:rPr lang="en-US" sz="1400" u="none" cap="none" strike="noStrike"/>
                        <a:t>VLC Player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winget install --id=VideoLAN.VLC</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None/>
                      </a:pPr>
                      <a:r>
                        <a:rPr lang="en-US" sz="1400" u="none" cap="none" strike="noStrike"/>
                        <a:t>Adobe Acrobat Reader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winget install --id=Adobe.Acrobat.Reader.32bi</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None/>
                      </a:pPr>
                      <a:r>
                        <a:rPr lang="en-US" sz="1400" u="none" cap="none" strike="noStrike"/>
                        <a:t>Notepad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winget install --id=Notepad++.Notepad++</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None/>
                      </a:pPr>
                      <a:r>
                        <a:rPr lang="en-US" sz="1400" u="none" cap="none" strike="noStrike"/>
                        <a:t>Zoom</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winget install --id=Zoom.Zoom</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None/>
                      </a:pPr>
                      <a:r>
                        <a:rPr lang="en-US" sz="1400" u="none" cap="none" strike="noStrike"/>
                        <a:t>MS Office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winget install --id=Microsoft.Office -e</a:t>
                      </a:r>
                      <a:endParaRPr sz="1400" u="none" cap="none" strike="noStrike"/>
                    </a:p>
                  </a:txBody>
                  <a:tcPr marT="45725" marB="45725" marR="91450" marL="9145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Example of a command</a:t>
            </a:r>
            <a:endParaRPr/>
          </a:p>
        </p:txBody>
      </p:sp>
      <p:sp>
        <p:nvSpPr>
          <p:cNvPr id="141" name="Google Shape;141;p7"/>
          <p:cNvSpPr txBox="1"/>
          <p:nvPr>
            <p:ph idx="1" type="body"/>
          </p:nvPr>
        </p:nvSpPr>
        <p:spPr>
          <a:xfrm>
            <a:off x="838200" y="2321367"/>
            <a:ext cx="10515600" cy="3359854"/>
          </a:xfrm>
          <a:prstGeom prst="rect">
            <a:avLst/>
          </a:prstGeom>
          <a:solidFill>
            <a:srgbClr val="F4F4F4"/>
          </a:solidFill>
          <a:ln>
            <a:noFill/>
          </a:ln>
        </p:spPr>
        <p:txBody>
          <a:bodyPr anchorCtr="0" anchor="ctr" bIns="126950" lIns="0" spcFirstLastPara="1" rIns="0" wrap="square" tIns="0">
            <a:spAutoFit/>
          </a:bodyPr>
          <a:lstStyle/>
          <a:p>
            <a:pPr indent="0" lvl="0" marL="0" marR="0" rtl="0" algn="l">
              <a:lnSpc>
                <a:spcPct val="100000"/>
              </a:lnSpc>
              <a:spcBef>
                <a:spcPts val="0"/>
              </a:spcBef>
              <a:spcAft>
                <a:spcPts val="0"/>
              </a:spcAft>
              <a:buClr>
                <a:srgbClr val="313131"/>
              </a:buClr>
              <a:buSzPts val="3000"/>
              <a:buFont typeface="Arimo"/>
              <a:buNone/>
            </a:pPr>
            <a:r>
              <a:rPr b="0" i="0" lang="en-US" u="none" cap="none" strike="noStrike">
                <a:solidFill>
                  <a:srgbClr val="313131"/>
                </a:solidFill>
                <a:latin typeface="Arimo"/>
                <a:ea typeface="Arimo"/>
                <a:cs typeface="Arimo"/>
                <a:sym typeface="Arimo"/>
              </a:rPr>
              <a:t>winget install --id=</a:t>
            </a:r>
            <a:r>
              <a:rPr b="0" i="0" lang="en-US" u="none" cap="none" strike="noStrike">
                <a:solidFill>
                  <a:srgbClr val="FF0000"/>
                </a:solidFill>
                <a:latin typeface="Arimo"/>
                <a:ea typeface="Arimo"/>
                <a:cs typeface="Arimo"/>
                <a:sym typeface="Arimo"/>
              </a:rPr>
              <a:t>7zip.7zip </a:t>
            </a:r>
            <a:r>
              <a:rPr b="0" i="0" lang="en-US" u="none" cap="none" strike="noStrike">
                <a:solidFill>
                  <a:srgbClr val="313131"/>
                </a:solidFill>
                <a:latin typeface="Arimo"/>
                <a:ea typeface="Arimo"/>
                <a:cs typeface="Arimo"/>
                <a:sym typeface="Arimo"/>
              </a:rPr>
              <a:t>-e &amp;&amp; </a:t>
            </a:r>
            <a:endParaRPr/>
          </a:p>
          <a:p>
            <a:pPr indent="0" lvl="0" marL="0" marR="0" rtl="0" algn="l">
              <a:lnSpc>
                <a:spcPct val="100000"/>
              </a:lnSpc>
              <a:spcBef>
                <a:spcPts val="0"/>
              </a:spcBef>
              <a:spcAft>
                <a:spcPts val="0"/>
              </a:spcAft>
              <a:buClr>
                <a:srgbClr val="313131"/>
              </a:buClr>
              <a:buSzPts val="3000"/>
              <a:buFont typeface="Arimo"/>
              <a:buNone/>
            </a:pPr>
            <a:r>
              <a:rPr b="0" i="0" lang="en-US" u="none" cap="none" strike="noStrike">
                <a:solidFill>
                  <a:srgbClr val="313131"/>
                </a:solidFill>
                <a:latin typeface="Arimo"/>
                <a:ea typeface="Arimo"/>
                <a:cs typeface="Arimo"/>
                <a:sym typeface="Arimo"/>
              </a:rPr>
              <a:t>winget install --id=</a:t>
            </a:r>
            <a:r>
              <a:rPr b="0" i="0" lang="en-US" u="none" cap="none" strike="noStrike">
                <a:solidFill>
                  <a:srgbClr val="FF0000"/>
                </a:solidFill>
                <a:latin typeface="Arimo"/>
                <a:ea typeface="Arimo"/>
                <a:cs typeface="Arimo"/>
                <a:sym typeface="Arimo"/>
              </a:rPr>
              <a:t>cpuid.cpu-z </a:t>
            </a:r>
            <a:r>
              <a:rPr b="0" i="0" lang="en-US" u="none" cap="none" strike="noStrike">
                <a:solidFill>
                  <a:srgbClr val="313131"/>
                </a:solidFill>
                <a:latin typeface="Arimo"/>
                <a:ea typeface="Arimo"/>
                <a:cs typeface="Arimo"/>
                <a:sym typeface="Arimo"/>
              </a:rPr>
              <a:t>-e &amp;&amp; </a:t>
            </a:r>
            <a:endParaRPr/>
          </a:p>
          <a:p>
            <a:pPr indent="0" lvl="0" marL="0" marR="0" rtl="0" algn="l">
              <a:lnSpc>
                <a:spcPct val="100000"/>
              </a:lnSpc>
              <a:spcBef>
                <a:spcPts val="0"/>
              </a:spcBef>
              <a:spcAft>
                <a:spcPts val="0"/>
              </a:spcAft>
              <a:buClr>
                <a:srgbClr val="313131"/>
              </a:buClr>
              <a:buSzPts val="3000"/>
              <a:buFont typeface="Arimo"/>
              <a:buNone/>
            </a:pPr>
            <a:r>
              <a:rPr b="0" i="0" lang="en-US" u="none" cap="none" strike="noStrike">
                <a:solidFill>
                  <a:srgbClr val="313131"/>
                </a:solidFill>
                <a:latin typeface="Arimo"/>
                <a:ea typeface="Arimo"/>
                <a:cs typeface="Arimo"/>
                <a:sym typeface="Arimo"/>
              </a:rPr>
              <a:t>winget install --id=</a:t>
            </a:r>
            <a:r>
              <a:rPr b="0" i="0" lang="en-US" u="none" cap="none" strike="noStrike">
                <a:solidFill>
                  <a:srgbClr val="FF0000"/>
                </a:solidFill>
                <a:latin typeface="Arimo"/>
                <a:ea typeface="Arimo"/>
                <a:cs typeface="Arimo"/>
                <a:sym typeface="Arimo"/>
              </a:rPr>
              <a:t>Google.Chrome </a:t>
            </a:r>
            <a:r>
              <a:rPr b="0" i="0" lang="en-US" u="none" cap="none" strike="noStrike">
                <a:solidFill>
                  <a:srgbClr val="313131"/>
                </a:solidFill>
                <a:latin typeface="Arimo"/>
                <a:ea typeface="Arimo"/>
                <a:cs typeface="Arimo"/>
                <a:sym typeface="Arimo"/>
              </a:rPr>
              <a:t>-e &amp;&amp;7</a:t>
            </a:r>
            <a:endParaRPr/>
          </a:p>
          <a:p>
            <a:pPr indent="0" lvl="0" marL="0" marR="0" rtl="0" algn="l">
              <a:lnSpc>
                <a:spcPct val="100000"/>
              </a:lnSpc>
              <a:spcBef>
                <a:spcPts val="0"/>
              </a:spcBef>
              <a:spcAft>
                <a:spcPts val="0"/>
              </a:spcAft>
              <a:buClr>
                <a:srgbClr val="313131"/>
              </a:buClr>
              <a:buSzPts val="3000"/>
              <a:buFont typeface="Arimo"/>
              <a:buNone/>
            </a:pPr>
            <a:r>
              <a:rPr b="0" i="0" lang="en-US" u="none" cap="none" strike="noStrike">
                <a:solidFill>
                  <a:srgbClr val="313131"/>
                </a:solidFill>
                <a:latin typeface="Arimo"/>
                <a:ea typeface="Arimo"/>
                <a:cs typeface="Arimo"/>
                <a:sym typeface="Arimo"/>
              </a:rPr>
              <a:t>winget install --id=</a:t>
            </a:r>
            <a:r>
              <a:rPr b="0" i="0" lang="en-US" u="none" cap="none" strike="noStrike">
                <a:solidFill>
                  <a:srgbClr val="FF0000"/>
                </a:solidFill>
                <a:latin typeface="Arimo"/>
                <a:ea typeface="Arimo"/>
                <a:cs typeface="Arimo"/>
                <a:sym typeface="Arimo"/>
              </a:rPr>
              <a:t>VideoLAN.VLC</a:t>
            </a:r>
            <a:r>
              <a:rPr b="0" i="0" lang="en-US" u="none" cap="none" strike="noStrike">
                <a:solidFill>
                  <a:srgbClr val="313131"/>
                </a:solidFill>
                <a:latin typeface="Arimo"/>
                <a:ea typeface="Arimo"/>
                <a:cs typeface="Arimo"/>
                <a:sym typeface="Arimo"/>
              </a:rPr>
              <a:t> -e &amp;&amp; </a:t>
            </a:r>
            <a:endParaRPr/>
          </a:p>
          <a:p>
            <a:pPr indent="0" lvl="0" marL="0" marR="0" rtl="0" algn="l">
              <a:lnSpc>
                <a:spcPct val="100000"/>
              </a:lnSpc>
              <a:spcBef>
                <a:spcPts val="0"/>
              </a:spcBef>
              <a:spcAft>
                <a:spcPts val="0"/>
              </a:spcAft>
              <a:buClr>
                <a:srgbClr val="313131"/>
              </a:buClr>
              <a:buSzPts val="3000"/>
              <a:buFont typeface="Arimo"/>
              <a:buNone/>
            </a:pPr>
            <a:r>
              <a:rPr b="0" i="0" lang="en-US" u="none" cap="none" strike="noStrike">
                <a:solidFill>
                  <a:srgbClr val="313131"/>
                </a:solidFill>
                <a:latin typeface="Arimo"/>
                <a:ea typeface="Arimo"/>
                <a:cs typeface="Arimo"/>
                <a:sym typeface="Arimo"/>
              </a:rPr>
              <a:t>winget install --id=</a:t>
            </a:r>
            <a:r>
              <a:rPr b="0" i="0" lang="en-US" u="none" cap="none" strike="noStrike">
                <a:solidFill>
                  <a:srgbClr val="FF0000"/>
                </a:solidFill>
                <a:latin typeface="Arimo"/>
                <a:ea typeface="Arimo"/>
                <a:cs typeface="Arimo"/>
                <a:sym typeface="Arimo"/>
              </a:rPr>
              <a:t>Adobe.Acrobat.Reader.32-bit </a:t>
            </a:r>
            <a:r>
              <a:rPr b="0" i="0" lang="en-US" u="none" cap="none" strike="noStrike">
                <a:solidFill>
                  <a:srgbClr val="313131"/>
                </a:solidFill>
                <a:latin typeface="Arimo"/>
                <a:ea typeface="Arimo"/>
                <a:cs typeface="Arimo"/>
                <a:sym typeface="Arimo"/>
              </a:rPr>
              <a:t>-e &amp;&amp; </a:t>
            </a:r>
            <a:endParaRPr/>
          </a:p>
          <a:p>
            <a:pPr indent="0" lvl="0" marL="0" marR="0" rtl="0" algn="l">
              <a:lnSpc>
                <a:spcPct val="100000"/>
              </a:lnSpc>
              <a:spcBef>
                <a:spcPts val="0"/>
              </a:spcBef>
              <a:spcAft>
                <a:spcPts val="0"/>
              </a:spcAft>
              <a:buClr>
                <a:srgbClr val="313131"/>
              </a:buClr>
              <a:buSzPts val="3000"/>
              <a:buFont typeface="Arimo"/>
              <a:buNone/>
            </a:pPr>
            <a:r>
              <a:rPr b="0" i="0" lang="en-US" u="none" cap="none" strike="noStrike">
                <a:solidFill>
                  <a:srgbClr val="313131"/>
                </a:solidFill>
                <a:latin typeface="Arimo"/>
                <a:ea typeface="Arimo"/>
                <a:cs typeface="Arimo"/>
                <a:sym typeface="Arimo"/>
              </a:rPr>
              <a:t>winget install --id=</a:t>
            </a:r>
            <a:r>
              <a:rPr b="0" i="0" lang="en-US" u="none" cap="none" strike="noStrike">
                <a:solidFill>
                  <a:srgbClr val="FF0000"/>
                </a:solidFill>
                <a:latin typeface="Arimo"/>
                <a:ea typeface="Arimo"/>
                <a:cs typeface="Arimo"/>
                <a:sym typeface="Arimo"/>
              </a:rPr>
              <a:t>Notepad++.Notepad++</a:t>
            </a:r>
            <a:r>
              <a:rPr b="0" i="0" lang="en-US" u="none" cap="none" strike="noStrike">
                <a:solidFill>
                  <a:schemeClr val="dk1"/>
                </a:solidFill>
                <a:latin typeface="Arimo"/>
                <a:ea typeface="Arimo"/>
                <a:cs typeface="Arimo"/>
                <a:sym typeface="Arimo"/>
              </a:rPr>
              <a:t>-</a:t>
            </a:r>
            <a:r>
              <a:rPr b="0" i="0" lang="en-US" u="none" cap="none" strike="noStrike">
                <a:solidFill>
                  <a:srgbClr val="313131"/>
                </a:solidFill>
                <a:latin typeface="Arimo"/>
                <a:ea typeface="Arimo"/>
                <a:cs typeface="Arimo"/>
                <a:sym typeface="Arimo"/>
              </a:rPr>
              <a:t>e &amp;&amp; </a:t>
            </a:r>
            <a:endParaRPr/>
          </a:p>
          <a:p>
            <a:pPr indent="0" lvl="0" marL="0" marR="0" rtl="0" algn="l">
              <a:lnSpc>
                <a:spcPct val="100000"/>
              </a:lnSpc>
              <a:spcBef>
                <a:spcPts val="0"/>
              </a:spcBef>
              <a:spcAft>
                <a:spcPts val="0"/>
              </a:spcAft>
              <a:buClr>
                <a:srgbClr val="313131"/>
              </a:buClr>
              <a:buSzPts val="3000"/>
              <a:buFont typeface="Arimo"/>
              <a:buNone/>
            </a:pPr>
            <a:r>
              <a:rPr b="0" i="0" lang="en-US" u="none" cap="none" strike="noStrike">
                <a:solidFill>
                  <a:srgbClr val="313131"/>
                </a:solidFill>
                <a:latin typeface="Arimo"/>
                <a:ea typeface="Arimo"/>
                <a:cs typeface="Arimo"/>
                <a:sym typeface="Arimo"/>
              </a:rPr>
              <a:t>winget install --id=</a:t>
            </a:r>
            <a:r>
              <a:rPr b="0" i="0" lang="en-US" u="none" cap="none" strike="noStrike">
                <a:solidFill>
                  <a:srgbClr val="FF0000"/>
                </a:solidFill>
                <a:latin typeface="Arimo"/>
                <a:ea typeface="Arimo"/>
                <a:cs typeface="Arimo"/>
                <a:sym typeface="Arimo"/>
              </a:rPr>
              <a:t>Zoom.Zoom</a:t>
            </a:r>
            <a:r>
              <a:rPr b="0" i="0" lang="en-US" u="none" cap="none" strike="noStrike">
                <a:solidFill>
                  <a:srgbClr val="313131"/>
                </a:solidFill>
                <a:latin typeface="Arimo"/>
                <a:ea typeface="Arimo"/>
                <a:cs typeface="Arimo"/>
                <a:sym typeface="Arimo"/>
              </a:rPr>
              <a:t> –e</a:t>
            </a:r>
            <a:r>
              <a:rPr b="0" i="0" lang="en-US" sz="1400" u="none" cap="none" strike="noStrike">
                <a:solidFill>
                  <a:schemeClr val="dk1"/>
                </a:solidFill>
              </a:rPr>
              <a:t> </a:t>
            </a:r>
            <a:endParaRPr b="0" i="0" sz="40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Windows Telemetry</a:t>
            </a:r>
            <a:endParaRPr/>
          </a:p>
        </p:txBody>
      </p:sp>
      <p:sp>
        <p:nvSpPr>
          <p:cNvPr id="147" name="Google Shape;147;p8"/>
          <p:cNvSpPr txBox="1"/>
          <p:nvPr>
            <p:ph idx="1" type="body"/>
          </p:nvPr>
        </p:nvSpPr>
        <p:spPr>
          <a:xfrm>
            <a:off x="838200" y="1825625"/>
            <a:ext cx="653796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Windows 10 and Windows 11 	collect information about how people use computers for future enhancements of the user experience.</a:t>
            </a:r>
            <a:endParaRPr/>
          </a:p>
          <a:p>
            <a:pPr indent="-419100" lvl="0" marL="457200" rtl="0" algn="l">
              <a:lnSpc>
                <a:spcPct val="90000"/>
              </a:lnSpc>
              <a:spcBef>
                <a:spcPts val="900"/>
              </a:spcBef>
              <a:spcAft>
                <a:spcPts val="0"/>
              </a:spcAft>
              <a:buClr>
                <a:srgbClr val="7F7F7F"/>
              </a:buClr>
              <a:buSzPts val="3000"/>
              <a:buChar char="•"/>
            </a:pPr>
            <a:r>
              <a:rPr lang="en-US"/>
              <a:t>For example: Handwriting, voice sampling, etc.</a:t>
            </a:r>
            <a:endParaRPr/>
          </a:p>
          <a:p>
            <a:pPr indent="-419100" lvl="0" marL="457200" rtl="0" algn="l">
              <a:lnSpc>
                <a:spcPct val="90000"/>
              </a:lnSpc>
              <a:spcBef>
                <a:spcPts val="900"/>
              </a:spcBef>
              <a:spcAft>
                <a:spcPts val="0"/>
              </a:spcAft>
              <a:buClr>
                <a:srgbClr val="7F7F7F"/>
              </a:buClr>
              <a:buSzPts val="3000"/>
              <a:buChar char="•"/>
            </a:pPr>
            <a:r>
              <a:rPr lang="en-US"/>
              <a:t>The Telemetry process may occupy a lot of CPU ressources.</a:t>
            </a:r>
            <a:endParaRPr/>
          </a:p>
          <a:p>
            <a:pPr indent="-228600" lvl="0" marL="457200" rtl="0" algn="l">
              <a:lnSpc>
                <a:spcPct val="90000"/>
              </a:lnSpc>
              <a:spcBef>
                <a:spcPts val="900"/>
              </a:spcBef>
              <a:spcAft>
                <a:spcPts val="0"/>
              </a:spcAft>
              <a:buClr>
                <a:srgbClr val="7F7F7F"/>
              </a:buClr>
              <a:buSzPts val="3000"/>
              <a:buNone/>
            </a:pPr>
            <a:r>
              <a:t/>
            </a:r>
            <a:endParaRPr/>
          </a:p>
        </p:txBody>
      </p:sp>
      <p:pic>
        <p:nvPicPr>
          <p:cNvPr descr="microsoft-compatibility-telemetry" id="148" name="Google Shape;148;p8"/>
          <p:cNvPicPr preferRelativeResize="0"/>
          <p:nvPr/>
        </p:nvPicPr>
        <p:blipFill rotWithShape="1">
          <a:blip r:embed="rId3">
            <a:alphaModFix/>
          </a:blip>
          <a:srcRect b="0" l="0" r="0" t="0"/>
          <a:stretch/>
        </p:blipFill>
        <p:spPr>
          <a:xfrm>
            <a:off x="7732395" y="2176780"/>
            <a:ext cx="3990930" cy="364902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Windows Telemetry</a:t>
            </a:r>
            <a:endParaRPr/>
          </a:p>
        </p:txBody>
      </p:sp>
      <p:sp>
        <p:nvSpPr>
          <p:cNvPr id="154" name="Google Shape;154;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If you don’t want the OS sending data to Microsoft’s telemetry servers you can disable both the telemetry and the data collection with the following commands”</a:t>
            </a:r>
            <a:endParaRPr/>
          </a:p>
          <a:p>
            <a:pPr indent="-228600" lvl="0" marL="457200" rtl="0" algn="l">
              <a:lnSpc>
                <a:spcPct val="90000"/>
              </a:lnSpc>
              <a:spcBef>
                <a:spcPts val="900"/>
              </a:spcBef>
              <a:spcAft>
                <a:spcPts val="0"/>
              </a:spcAft>
              <a:buClr>
                <a:srgbClr val="7F7F7F"/>
              </a:buClr>
              <a:buSzPts val="3000"/>
              <a:buNone/>
            </a:pPr>
            <a:r>
              <a:t/>
            </a:r>
            <a:endParaRPr/>
          </a:p>
        </p:txBody>
      </p:sp>
      <p:sp>
        <p:nvSpPr>
          <p:cNvPr id="155" name="Google Shape;155;p9"/>
          <p:cNvSpPr/>
          <p:nvPr/>
        </p:nvSpPr>
        <p:spPr>
          <a:xfrm>
            <a:off x="228600" y="3213557"/>
            <a:ext cx="12252960" cy="3144410"/>
          </a:xfrm>
          <a:prstGeom prst="rect">
            <a:avLst/>
          </a:prstGeom>
          <a:solidFill>
            <a:srgbClr val="F4F4F4"/>
          </a:solidFill>
          <a:ln>
            <a:noFill/>
          </a:ln>
        </p:spPr>
        <p:txBody>
          <a:bodyPr anchorCtr="0" anchor="ctr" bIns="126950" lIns="0" spcFirstLastPara="1" rIns="0" wrap="square" tIns="0">
            <a:spAutoFit/>
          </a:bodyPr>
          <a:lstStyle/>
          <a:p>
            <a:pPr indent="0" lvl="0" marL="0" marR="0" rtl="0" algn="l">
              <a:lnSpc>
                <a:spcPct val="100000"/>
              </a:lnSpc>
              <a:spcBef>
                <a:spcPts val="0"/>
              </a:spcBef>
              <a:spcAft>
                <a:spcPts val="0"/>
              </a:spcAft>
              <a:buClr>
                <a:srgbClr val="313131"/>
              </a:buClr>
              <a:buSzPts val="2800"/>
              <a:buFont typeface="Arimo"/>
              <a:buNone/>
            </a:pPr>
            <a:r>
              <a:rPr b="0" i="0" lang="en-US" sz="2800" u="none" cap="none" strike="noStrike">
                <a:solidFill>
                  <a:srgbClr val="313131"/>
                </a:solidFill>
                <a:latin typeface="Arimo"/>
                <a:ea typeface="Arimo"/>
                <a:cs typeface="Arimo"/>
                <a:sym typeface="Arimo"/>
              </a:rPr>
              <a:t>sc delete DiagTrack </a:t>
            </a:r>
            <a:endParaRPr/>
          </a:p>
          <a:p>
            <a:pPr indent="0" lvl="0" marL="0" marR="0" rtl="0" algn="l">
              <a:lnSpc>
                <a:spcPct val="100000"/>
              </a:lnSpc>
              <a:spcBef>
                <a:spcPts val="0"/>
              </a:spcBef>
              <a:spcAft>
                <a:spcPts val="0"/>
              </a:spcAft>
              <a:buClr>
                <a:srgbClr val="313131"/>
              </a:buClr>
              <a:buSzPts val="2800"/>
              <a:buFont typeface="Arimo"/>
              <a:buNone/>
            </a:pPr>
            <a:r>
              <a:rPr b="0" i="0" lang="en-US" sz="2800" u="none" cap="none" strike="noStrike">
                <a:solidFill>
                  <a:srgbClr val="313131"/>
                </a:solidFill>
                <a:latin typeface="Arimo"/>
                <a:ea typeface="Arimo"/>
                <a:cs typeface="Arimo"/>
                <a:sym typeface="Arimo"/>
              </a:rPr>
              <a:t>sc delete dmwappushservice </a:t>
            </a:r>
            <a:endParaRPr/>
          </a:p>
          <a:p>
            <a:pPr indent="0" lvl="0" marL="0" marR="0" rtl="0" algn="l">
              <a:lnSpc>
                <a:spcPct val="100000"/>
              </a:lnSpc>
              <a:spcBef>
                <a:spcPts val="0"/>
              </a:spcBef>
              <a:spcAft>
                <a:spcPts val="0"/>
              </a:spcAft>
              <a:buClr>
                <a:srgbClr val="313131"/>
              </a:buClr>
              <a:buSzPts val="2800"/>
              <a:buFont typeface="Arimo"/>
              <a:buNone/>
            </a:pPr>
            <a:r>
              <a:rPr b="0" i="0" lang="en-US" sz="2800" u="none" cap="none" strike="noStrike">
                <a:solidFill>
                  <a:srgbClr val="313131"/>
                </a:solidFill>
                <a:latin typeface="Arimo"/>
                <a:ea typeface="Arimo"/>
                <a:cs typeface="Arimo"/>
                <a:sym typeface="Arimo"/>
              </a:rPr>
              <a:t>echo ““ &gt; C:\ProgramData\Microsoft\Diagnosis\ETLLogs\AutoLogger\AutoLogger-DiagTrack-Listener.etl </a:t>
            </a:r>
            <a:endParaRPr b="0" i="0" sz="2800" u="none" cap="none" strike="noStrike">
              <a:solidFill>
                <a:srgbClr val="313131"/>
              </a:solidFill>
              <a:latin typeface="Arimo"/>
              <a:ea typeface="Arimo"/>
              <a:cs typeface="Arimo"/>
              <a:sym typeface="Arimo"/>
            </a:endParaRPr>
          </a:p>
          <a:p>
            <a:pPr indent="0" lvl="0" marL="0" marR="0" rtl="0" algn="l">
              <a:lnSpc>
                <a:spcPct val="100000"/>
              </a:lnSpc>
              <a:spcBef>
                <a:spcPts val="0"/>
              </a:spcBef>
              <a:spcAft>
                <a:spcPts val="0"/>
              </a:spcAft>
              <a:buClr>
                <a:srgbClr val="313131"/>
              </a:buClr>
              <a:buSzPts val="2800"/>
              <a:buFont typeface="Arimo"/>
              <a:buNone/>
            </a:pPr>
            <a:r>
              <a:rPr b="0" i="0" lang="en-US" sz="2800" u="none" cap="none" strike="noStrike">
                <a:solidFill>
                  <a:srgbClr val="313131"/>
                </a:solidFill>
                <a:latin typeface="Arimo"/>
                <a:ea typeface="Arimo"/>
                <a:cs typeface="Arimo"/>
                <a:sym typeface="Arimo"/>
              </a:rPr>
              <a:t>REG ADD "HKLM\SOFTWARE\Policies\Microsoft\Windows\DataCollection" /v AllowTelemetry /t REG_DWORD /d 0 /f</a:t>
            </a:r>
            <a:r>
              <a:rPr b="0" i="0" lang="en-US" sz="2000" u="none" cap="none" strike="noStrike">
                <a:solidFill>
                  <a:schemeClr val="dk1"/>
                </a:solidFill>
                <a:latin typeface="Arial"/>
                <a:ea typeface="Arial"/>
                <a:cs typeface="Arial"/>
                <a:sym typeface="Arial"/>
              </a:rPr>
              <a:t> </a:t>
            </a:r>
            <a:endParaRPr b="0" i="0" sz="54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Windows Built-in apps</a:t>
            </a:r>
            <a:endParaRPr/>
          </a:p>
        </p:txBody>
      </p:sp>
      <p:sp>
        <p:nvSpPr>
          <p:cNvPr id="161" name="Google Shape;161;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Windows comes with a wide range of pre-installed apps</a:t>
            </a:r>
            <a:endParaRPr/>
          </a:p>
          <a:p>
            <a:pPr indent="-419100" lvl="0" marL="457200" rtl="0" algn="l">
              <a:lnSpc>
                <a:spcPct val="90000"/>
              </a:lnSpc>
              <a:spcBef>
                <a:spcPts val="900"/>
              </a:spcBef>
              <a:spcAft>
                <a:spcPts val="0"/>
              </a:spcAft>
              <a:buClr>
                <a:srgbClr val="7F7F7F"/>
              </a:buClr>
              <a:buSzPts val="3000"/>
              <a:buChar char="•"/>
            </a:pPr>
            <a:r>
              <a:rPr lang="en-US"/>
              <a:t>Many of those apps you will not use and they will simply be occupying space on your hard drive.</a:t>
            </a:r>
            <a:endParaRPr/>
          </a:p>
          <a:p>
            <a:pPr indent="-419100" lvl="0" marL="457200" rtl="0" algn="l">
              <a:lnSpc>
                <a:spcPct val="90000"/>
              </a:lnSpc>
              <a:spcBef>
                <a:spcPts val="900"/>
              </a:spcBef>
              <a:spcAft>
                <a:spcPts val="0"/>
              </a:spcAft>
              <a:buClr>
                <a:srgbClr val="7F7F7F"/>
              </a:buClr>
              <a:buSzPts val="3000"/>
              <a:buChar char="•"/>
            </a:pPr>
            <a:r>
              <a:rPr lang="en-US"/>
              <a:t>If you wish to remove them follow the </a:t>
            </a:r>
            <a:r>
              <a:rPr b="1" lang="en-US"/>
              <a:t>step 5 </a:t>
            </a:r>
            <a:r>
              <a:rPr lang="en-US"/>
              <a:t>in this tutorial: </a:t>
            </a:r>
            <a:r>
              <a:rPr lang="en-US" u="sng">
                <a:solidFill>
                  <a:schemeClr val="hlink"/>
                </a:solidFill>
                <a:hlinkClick r:id="rId3"/>
              </a:rPr>
              <a:t>https://theitbros.com/sysprep-windows-machine/</a:t>
            </a:r>
            <a:endParaRPr/>
          </a:p>
          <a:p>
            <a:pPr indent="-228600" lvl="0" marL="457200" rtl="0" algn="l">
              <a:lnSpc>
                <a:spcPct val="90000"/>
              </a:lnSpc>
              <a:spcBef>
                <a:spcPts val="900"/>
              </a:spcBef>
              <a:spcAft>
                <a:spcPts val="0"/>
              </a:spcAft>
              <a:buClr>
                <a:srgbClr val="7F7F7F"/>
              </a:buClr>
              <a:buSzPts val="3000"/>
              <a:buNone/>
            </a:pPr>
            <a:r>
              <a:t/>
            </a:r>
            <a:endParaRPr/>
          </a:p>
        </p:txBody>
      </p:sp>
      <p:sp>
        <p:nvSpPr>
          <p:cNvPr id="162" name="Google Shape;162;p10"/>
          <p:cNvSpPr txBox="1"/>
          <p:nvPr/>
        </p:nvSpPr>
        <p:spPr>
          <a:xfrm>
            <a:off x="838200" y="4480560"/>
            <a:ext cx="9951720"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rgbClr val="FF0000"/>
                </a:solidFill>
                <a:latin typeface="Arial"/>
                <a:ea typeface="Arial"/>
                <a:cs typeface="Arial"/>
                <a:sym typeface="Arial"/>
              </a:rPr>
              <a:t>What if we needed to repeat the same exact steps on 1000 machines in a college?</a:t>
            </a:r>
            <a:endParaRPr sz="2800">
              <a:solidFill>
                <a:srgbClr val="FF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1"/>
          <p:cNvSpPr txBox="1"/>
          <p:nvPr>
            <p:ph type="ctrTitle"/>
          </p:nvPr>
        </p:nvSpPr>
        <p:spPr>
          <a:xfrm>
            <a:off x="838200" y="2061006"/>
            <a:ext cx="10515600" cy="23876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lt1"/>
              </a:buClr>
              <a:buSzPct val="100000"/>
              <a:buFont typeface="Quattrocento Sans"/>
              <a:buNone/>
            </a:pPr>
            <a:br>
              <a:rPr lang="en-US"/>
            </a:br>
            <a:r>
              <a:rPr lang="en-US" sz="4900"/>
              <a:t>Technical Support (420-1N6-AB)</a:t>
            </a:r>
            <a:br>
              <a:rPr lang="en-US" sz="4900"/>
            </a:br>
            <a:r>
              <a:rPr lang="en-US" sz="4900"/>
              <a:t>Unattended Installation – Assignment 3</a:t>
            </a:r>
            <a:endParaRPr/>
          </a:p>
        </p:txBody>
      </p:sp>
      <p:sp>
        <p:nvSpPr>
          <p:cNvPr id="169" name="Google Shape;169;p11"/>
          <p:cNvSpPr txBox="1"/>
          <p:nvPr>
            <p:ph idx="1" type="subTitle"/>
          </p:nvPr>
        </p:nvSpPr>
        <p:spPr>
          <a:xfrm>
            <a:off x="838202" y="5110609"/>
            <a:ext cx="11074877" cy="1376455"/>
          </a:xfrm>
          <a:prstGeom prst="rect">
            <a:avLst/>
          </a:prstGeom>
          <a:noFill/>
          <a:ln>
            <a:noFill/>
          </a:ln>
        </p:spPr>
        <p:txBody>
          <a:bodyPr anchorCtr="0" anchor="t" bIns="45700" lIns="91425" spcFirstLastPara="1" rIns="91425" wrap="square" tIns="45700">
            <a:normAutofit/>
          </a:bodyPr>
          <a:lstStyle/>
          <a:p>
            <a:pPr indent="0" lvl="0" marL="0" rtl="0" algn="r">
              <a:lnSpc>
                <a:spcPct val="150000"/>
              </a:lnSpc>
              <a:spcBef>
                <a:spcPts val="0"/>
              </a:spcBef>
              <a:spcAft>
                <a:spcPts val="0"/>
              </a:spcAft>
              <a:buClr>
                <a:schemeClr val="lt1"/>
              </a:buClr>
              <a:buSzPts val="2800"/>
              <a:buNone/>
            </a:pPr>
            <a:r>
              <a:rPr lang="en-US"/>
              <a:t>Fall 2023</a:t>
            </a:r>
            <a:endParaRPr/>
          </a:p>
          <a:p>
            <a:pPr indent="0" lvl="0" marL="0" rtl="0" algn="r">
              <a:lnSpc>
                <a:spcPct val="150000"/>
              </a:lnSpc>
              <a:spcBef>
                <a:spcPts val="0"/>
              </a:spcBef>
              <a:spcAft>
                <a:spcPts val="0"/>
              </a:spcAft>
              <a:buClr>
                <a:schemeClr val="lt1"/>
              </a:buClr>
              <a:buSzPts val="2800"/>
              <a:buNone/>
            </a:pPr>
            <a:r>
              <a:rPr lang="en-US"/>
              <a:t>Adapted for Fall 2024</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Installation Types</a:t>
            </a:r>
            <a:endParaRPr/>
          </a:p>
        </p:txBody>
      </p:sp>
      <p:sp>
        <p:nvSpPr>
          <p:cNvPr id="175" name="Google Shape;175;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rgbClr val="7F7F7F"/>
              </a:buClr>
              <a:buSzPts val="3000"/>
              <a:buChar char="•"/>
            </a:pPr>
            <a:r>
              <a:rPr lang="en-US"/>
              <a:t>Standard Installation</a:t>
            </a:r>
            <a:endParaRPr/>
          </a:p>
          <a:p>
            <a:pPr indent="-228600" lvl="1" marL="685800" rtl="0" algn="l">
              <a:lnSpc>
                <a:spcPct val="90000"/>
              </a:lnSpc>
              <a:spcBef>
                <a:spcPts val="722"/>
              </a:spcBef>
              <a:spcAft>
                <a:spcPts val="0"/>
              </a:spcAft>
              <a:buClr>
                <a:srgbClr val="7F7F7F"/>
              </a:buClr>
              <a:buSzPts val="2600"/>
              <a:buChar char="•"/>
            </a:pPr>
            <a:r>
              <a:rPr lang="en-US"/>
              <a:t>Administrator sitting at the machine answers a series of questions. </a:t>
            </a:r>
            <a:endParaRPr/>
          </a:p>
          <a:p>
            <a:pPr indent="-228600" lvl="1" marL="685800" rtl="0" algn="l">
              <a:lnSpc>
                <a:spcPct val="90000"/>
              </a:lnSpc>
              <a:spcBef>
                <a:spcPts val="722"/>
              </a:spcBef>
              <a:spcAft>
                <a:spcPts val="0"/>
              </a:spcAft>
              <a:buClr>
                <a:srgbClr val="7F7F7F"/>
              </a:buClr>
              <a:buSzPts val="2600"/>
              <a:buChar char="•"/>
            </a:pPr>
            <a:r>
              <a:rPr lang="en-US"/>
              <a:t>Suitable for a small number of computers.</a:t>
            </a:r>
            <a:endParaRPr/>
          </a:p>
          <a:p>
            <a:pPr indent="-228600" lvl="0" marL="228600" rtl="0" algn="l">
              <a:lnSpc>
                <a:spcPct val="90000"/>
              </a:lnSpc>
              <a:spcBef>
                <a:spcPts val="833"/>
              </a:spcBef>
              <a:spcAft>
                <a:spcPts val="0"/>
              </a:spcAft>
              <a:buClr>
                <a:srgbClr val="7F7F7F"/>
              </a:buClr>
              <a:buSzPts val="3000"/>
              <a:buChar char="•"/>
            </a:pPr>
            <a:r>
              <a:rPr lang="en-US"/>
              <a:t>Unattended Installation</a:t>
            </a:r>
            <a:endParaRPr/>
          </a:p>
          <a:p>
            <a:pPr indent="-228600" lvl="1" marL="685800" rtl="0" algn="l">
              <a:lnSpc>
                <a:spcPct val="90000"/>
              </a:lnSpc>
              <a:spcBef>
                <a:spcPts val="722"/>
              </a:spcBef>
              <a:spcAft>
                <a:spcPts val="0"/>
              </a:spcAft>
              <a:buClr>
                <a:srgbClr val="7F7F7F"/>
              </a:buClr>
              <a:buSzPts val="2600"/>
              <a:buChar char="•"/>
            </a:pPr>
            <a:r>
              <a:rPr lang="en-US"/>
              <a:t>Uses an installation file called  </a:t>
            </a:r>
            <a:r>
              <a:rPr lang="en-US">
                <a:solidFill>
                  <a:srgbClr val="0055A4"/>
                </a:solidFill>
              </a:rPr>
              <a:t>Autounattend.xml</a:t>
            </a:r>
            <a:r>
              <a:rPr lang="en-US"/>
              <a:t> which stores the answers.</a:t>
            </a:r>
            <a:endParaRPr/>
          </a:p>
          <a:p>
            <a:pPr indent="-228600" lvl="1" marL="685800" rtl="0" algn="l">
              <a:lnSpc>
                <a:spcPct val="90000"/>
              </a:lnSpc>
              <a:spcBef>
                <a:spcPts val="722"/>
              </a:spcBef>
              <a:spcAft>
                <a:spcPts val="0"/>
              </a:spcAft>
              <a:buClr>
                <a:srgbClr val="7F7F7F"/>
              </a:buClr>
              <a:buSzPts val="2600"/>
              <a:buChar char="•"/>
            </a:pPr>
            <a:r>
              <a:rPr lang="en-US"/>
              <a:t>Windows will check for USB devices with this file in its root directory.</a:t>
            </a:r>
            <a:endParaRPr/>
          </a:p>
          <a:p>
            <a:pPr indent="-228600" lvl="1" marL="685800" rtl="0" algn="l">
              <a:lnSpc>
                <a:spcPct val="90000"/>
              </a:lnSpc>
              <a:spcBef>
                <a:spcPts val="722"/>
              </a:spcBef>
              <a:spcAft>
                <a:spcPts val="0"/>
              </a:spcAft>
              <a:buClr>
                <a:srgbClr val="7F7F7F"/>
              </a:buClr>
              <a:buSzPts val="2600"/>
              <a:buChar char="•"/>
            </a:pPr>
            <a:r>
              <a:rPr lang="en-US">
                <a:solidFill>
                  <a:srgbClr val="FF0000"/>
                </a:solidFill>
              </a:rPr>
              <a:t>Suitable for large number of computers.</a:t>
            </a:r>
            <a:endParaRPr>
              <a:solidFill>
                <a:srgbClr val="FF0000"/>
              </a:solidFill>
            </a:endParaRPr>
          </a:p>
          <a:p>
            <a:pPr indent="-228600" lvl="1" marL="685800" rtl="0" algn="l">
              <a:lnSpc>
                <a:spcPct val="90000"/>
              </a:lnSpc>
              <a:spcBef>
                <a:spcPts val="722"/>
              </a:spcBef>
              <a:spcAft>
                <a:spcPts val="0"/>
              </a:spcAft>
              <a:buClr>
                <a:srgbClr val="7F7F7F"/>
              </a:buClr>
              <a:buSzPts val="2600"/>
              <a:buChar char="•"/>
            </a:pPr>
            <a:r>
              <a:rPr lang="en-US"/>
              <a:t>Details: </a:t>
            </a:r>
            <a:endParaRPr/>
          </a:p>
          <a:p>
            <a:pPr indent="-228600" lvl="1" marL="685800" rtl="0" algn="l">
              <a:lnSpc>
                <a:spcPct val="90000"/>
              </a:lnSpc>
              <a:spcBef>
                <a:spcPts val="722"/>
              </a:spcBef>
              <a:spcAft>
                <a:spcPts val="0"/>
              </a:spcAft>
              <a:buClr>
                <a:srgbClr val="7F7F7F"/>
              </a:buClr>
              <a:buSzPts val="1500"/>
              <a:buChar char="•"/>
            </a:pPr>
            <a:r>
              <a:rPr lang="en-US" sz="1500" u="sng">
                <a:solidFill>
                  <a:schemeClr val="hlink"/>
                </a:solidFill>
                <a:hlinkClick r:id="rId3"/>
              </a:rPr>
              <a:t>https://docs.microsoft.com/en-us/windows-hardware/manufacture/desktop/automate-windows-setup</a:t>
            </a:r>
            <a:endParaRPr sz="1500"/>
          </a:p>
          <a:p>
            <a:pPr indent="-63500" lvl="1" marL="685800" rtl="0" algn="l">
              <a:lnSpc>
                <a:spcPct val="90000"/>
              </a:lnSpc>
              <a:spcBef>
                <a:spcPts val="722"/>
              </a:spcBef>
              <a:spcAft>
                <a:spcPts val="0"/>
              </a:spcAft>
              <a:buClr>
                <a:srgbClr val="7F7F7F"/>
              </a:buClr>
              <a:buSzPts val="26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Unattended Installation</a:t>
            </a:r>
            <a:endParaRPr/>
          </a:p>
        </p:txBody>
      </p:sp>
      <p:sp>
        <p:nvSpPr>
          <p:cNvPr id="181" name="Google Shape;18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Allows us to automate the OOBE (out-of-box-experience) steps (choosing language, create a user, create a password, install apps, remove unused apps) </a:t>
            </a:r>
            <a:endParaRPr/>
          </a:p>
          <a:p>
            <a:pPr indent="-419100" lvl="0" marL="457200" rtl="0" algn="l">
              <a:lnSpc>
                <a:spcPct val="90000"/>
              </a:lnSpc>
              <a:spcBef>
                <a:spcPts val="900"/>
              </a:spcBef>
              <a:spcAft>
                <a:spcPts val="0"/>
              </a:spcAft>
              <a:buClr>
                <a:srgbClr val="7F7F7F"/>
              </a:buClr>
              <a:buSzPts val="3000"/>
              <a:buChar char="•"/>
            </a:pPr>
            <a:r>
              <a:rPr lang="en-US"/>
              <a:t>Very convenient if you need to install the same exact system on many machines.</a:t>
            </a:r>
            <a:endParaRPr/>
          </a:p>
          <a:p>
            <a:pPr indent="-419100" lvl="0" marL="457200" rtl="0" algn="l">
              <a:lnSpc>
                <a:spcPct val="90000"/>
              </a:lnSpc>
              <a:spcBef>
                <a:spcPts val="900"/>
              </a:spcBef>
              <a:spcAft>
                <a:spcPts val="0"/>
              </a:spcAft>
              <a:buClr>
                <a:srgbClr val="7F7F7F"/>
              </a:buClr>
              <a:buSzPts val="3000"/>
              <a:buChar char="•"/>
            </a:pPr>
            <a:r>
              <a:rPr lang="en-US"/>
              <a:t>It’s also useful if you use VMs and would like to keep a personalized version of Windows with you on a USB key with all your favorite apps.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Windows Deployment Services (WDS)</a:t>
            </a:r>
            <a:endParaRPr/>
          </a:p>
        </p:txBody>
      </p:sp>
      <p:sp>
        <p:nvSpPr>
          <p:cNvPr id="187" name="Google Shape;187;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120000"/>
              </a:lnSpc>
              <a:spcBef>
                <a:spcPts val="0"/>
              </a:spcBef>
              <a:spcAft>
                <a:spcPts val="0"/>
              </a:spcAft>
              <a:buClr>
                <a:srgbClr val="7F7F7F"/>
              </a:buClr>
              <a:buSzPct val="100000"/>
              <a:buChar char="•"/>
            </a:pPr>
            <a:r>
              <a:rPr lang="en-US"/>
              <a:t>This is a role available for Windows Server 2008 which allows for automatic deployment of operating system images to computers with PXE-compliant network adapters. </a:t>
            </a:r>
            <a:endParaRPr/>
          </a:p>
          <a:p>
            <a:pPr indent="-228600" lvl="0" marL="228600" rtl="0" algn="l">
              <a:lnSpc>
                <a:spcPct val="120000"/>
              </a:lnSpc>
              <a:spcBef>
                <a:spcPts val="698"/>
              </a:spcBef>
              <a:spcAft>
                <a:spcPts val="0"/>
              </a:spcAft>
              <a:buClr>
                <a:srgbClr val="7F7F7F"/>
              </a:buClr>
              <a:buSzPct val="100000"/>
              <a:buChar char="•"/>
            </a:pPr>
            <a:r>
              <a:rPr lang="en-US"/>
              <a:t>The WDS transmits the operating system to all computers configured to receive it and starts installation.</a:t>
            </a:r>
            <a:endParaRPr/>
          </a:p>
          <a:p>
            <a:pPr indent="-228600" lvl="0" marL="228600" rtl="0" algn="l">
              <a:lnSpc>
                <a:spcPct val="120000"/>
              </a:lnSpc>
              <a:spcBef>
                <a:spcPts val="698"/>
              </a:spcBef>
              <a:spcAft>
                <a:spcPts val="0"/>
              </a:spcAft>
              <a:buClr>
                <a:srgbClr val="7F7F7F"/>
              </a:buClr>
              <a:buSzPct val="100000"/>
              <a:buChar char="•"/>
            </a:pPr>
            <a:r>
              <a:rPr lang="en-US"/>
              <a:t>PXE = Pre-Boot Execution Environment, component of Intel’s WfM specification which allows a workstation to boot from a server. </a:t>
            </a:r>
            <a:endParaRPr/>
          </a:p>
          <a:p>
            <a:pPr indent="-228600" lvl="1" marL="685800" rtl="0" algn="l">
              <a:lnSpc>
                <a:spcPct val="120000"/>
              </a:lnSpc>
              <a:spcBef>
                <a:spcPts val="605"/>
              </a:spcBef>
              <a:spcAft>
                <a:spcPts val="0"/>
              </a:spcAft>
              <a:buClr>
                <a:srgbClr val="7F7F7F"/>
              </a:buClr>
              <a:buSzPct val="100000"/>
              <a:buChar char="•"/>
            </a:pPr>
            <a:r>
              <a:rPr lang="en-US"/>
              <a:t>A PXE-enabled workstation connects its NIC to the LAN via a jumper which keeps the workstation connected to the network even when the power is off. To be considered “compliant”, the PXE must be supported by the NIC and the BIOS.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Assignment 3 - Logistics</a:t>
            </a:r>
            <a:endParaRPr/>
          </a:p>
        </p:txBody>
      </p:sp>
      <p:sp>
        <p:nvSpPr>
          <p:cNvPr id="193" name="Google Shape;193;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80000"/>
              </a:lnSpc>
              <a:spcBef>
                <a:spcPts val="900"/>
              </a:spcBef>
              <a:spcAft>
                <a:spcPts val="0"/>
              </a:spcAft>
              <a:buClr>
                <a:srgbClr val="7F7F7F"/>
              </a:buClr>
              <a:buSzPts val="3000"/>
              <a:buChar char="•"/>
            </a:pPr>
            <a:r>
              <a:rPr b="1" lang="en-US"/>
              <a:t>Assignment 3 Instructions:</a:t>
            </a:r>
            <a:endParaRPr/>
          </a:p>
          <a:p>
            <a:pPr indent="-228600" lvl="1" marL="685800" rtl="0" algn="l">
              <a:lnSpc>
                <a:spcPct val="80000"/>
              </a:lnSpc>
              <a:spcBef>
                <a:spcPts val="900"/>
              </a:spcBef>
              <a:spcAft>
                <a:spcPts val="0"/>
              </a:spcAft>
              <a:buSzPts val="3000"/>
              <a:buChar char="•"/>
            </a:pPr>
            <a:r>
              <a:rPr lang="en-US"/>
              <a:t>Teams 1-2</a:t>
            </a:r>
            <a:endParaRPr/>
          </a:p>
          <a:p>
            <a:pPr indent="-228600" lvl="1" marL="685800" rtl="0" algn="l">
              <a:lnSpc>
                <a:spcPct val="80000"/>
              </a:lnSpc>
              <a:spcBef>
                <a:spcPts val="900"/>
              </a:spcBef>
              <a:spcAft>
                <a:spcPts val="0"/>
              </a:spcAft>
              <a:buSzPts val="3000"/>
              <a:buChar char="•"/>
            </a:pPr>
            <a:r>
              <a:rPr lang="en-US"/>
              <a:t>Done in P-326 (Most of it done in class)</a:t>
            </a:r>
            <a:endParaRPr/>
          </a:p>
          <a:p>
            <a:pPr indent="-228600" lvl="1" marL="685800" rtl="0" algn="l">
              <a:lnSpc>
                <a:spcPct val="80000"/>
              </a:lnSpc>
              <a:spcBef>
                <a:spcPts val="900"/>
              </a:spcBef>
              <a:spcAft>
                <a:spcPts val="0"/>
              </a:spcAft>
              <a:buSzPts val="3000"/>
              <a:buChar char="•"/>
            </a:pPr>
            <a:r>
              <a:rPr lang="en-US"/>
              <a:t>Unattended Installation of Windows</a:t>
            </a:r>
            <a:endParaRPr/>
          </a:p>
          <a:p>
            <a:pPr indent="-228600" lvl="1" marL="685800" rtl="0" algn="l">
              <a:lnSpc>
                <a:spcPct val="80000"/>
              </a:lnSpc>
              <a:spcBef>
                <a:spcPts val="900"/>
              </a:spcBef>
              <a:spcAft>
                <a:spcPts val="0"/>
              </a:spcAft>
              <a:buSzPts val="3000"/>
              <a:buChar char="•"/>
            </a:pPr>
            <a:r>
              <a:rPr lang="en-US"/>
              <a:t>Generalize iso file to deploy on multiple machines</a:t>
            </a:r>
            <a:endParaRPr/>
          </a:p>
          <a:p>
            <a:pPr indent="-228600" lvl="1" marL="685800" rtl="0" algn="l">
              <a:lnSpc>
                <a:spcPct val="80000"/>
              </a:lnSpc>
              <a:spcBef>
                <a:spcPts val="900"/>
              </a:spcBef>
              <a:spcAft>
                <a:spcPts val="0"/>
              </a:spcAft>
              <a:buSzPts val="3000"/>
              <a:buChar char="•"/>
            </a:pPr>
            <a:r>
              <a:rPr lang="en-US"/>
              <a:t>Create the iso file and deploy it on a VM (demo to the teacher)</a:t>
            </a:r>
            <a:endParaRPr/>
          </a:p>
          <a:p>
            <a:pPr indent="-228600" lvl="1" marL="685800" rtl="0" algn="l">
              <a:lnSpc>
                <a:spcPct val="80000"/>
              </a:lnSpc>
              <a:spcBef>
                <a:spcPts val="900"/>
              </a:spcBef>
              <a:spcAft>
                <a:spcPts val="0"/>
              </a:spcAft>
              <a:buSzPts val="3000"/>
              <a:buChar char="•"/>
            </a:pPr>
            <a:r>
              <a:rPr lang="en-US"/>
              <a:t>The steps are prone to errors! </a:t>
            </a:r>
            <a:endParaRPr/>
          </a:p>
          <a:p>
            <a:pPr indent="-38100" lvl="1" marL="685800" rtl="0" algn="l">
              <a:lnSpc>
                <a:spcPct val="80000"/>
              </a:lnSpc>
              <a:spcBef>
                <a:spcPts val="900"/>
              </a:spcBef>
              <a:spcAft>
                <a:spcPts val="0"/>
              </a:spcAft>
              <a:buSzPts val="3000"/>
              <a:buNone/>
            </a:pPr>
            <a:r>
              <a:t/>
            </a:r>
            <a:endParaRPr/>
          </a:p>
          <a:p>
            <a:pPr indent="-38100" lvl="0" marL="228600" rtl="0" algn="l">
              <a:lnSpc>
                <a:spcPct val="80000"/>
              </a:lnSpc>
              <a:spcBef>
                <a:spcPts val="900"/>
              </a:spcBef>
              <a:spcAft>
                <a:spcPts val="0"/>
              </a:spcAft>
              <a:buClr>
                <a:srgbClr val="7F7F7F"/>
              </a:buClr>
              <a:buSzPts val="3000"/>
              <a:buNone/>
            </a:pPr>
            <a:r>
              <a:t/>
            </a:r>
            <a:endParaRPr/>
          </a:p>
          <a:p>
            <a:pPr indent="-38100" lvl="0" marL="228600" rtl="0" algn="l">
              <a:lnSpc>
                <a:spcPct val="80000"/>
              </a:lnSpc>
              <a:spcBef>
                <a:spcPts val="900"/>
              </a:spcBef>
              <a:spcAft>
                <a:spcPts val="0"/>
              </a:spcAft>
              <a:buClr>
                <a:srgbClr val="7F7F7F"/>
              </a:buClr>
              <a:buSzPts val="3000"/>
              <a:buNone/>
            </a:pPr>
            <a:r>
              <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Assignment 4 – Major Steps</a:t>
            </a:r>
            <a:endParaRPr/>
          </a:p>
        </p:txBody>
      </p:sp>
      <p:sp>
        <p:nvSpPr>
          <p:cNvPr id="199" name="Google Shape;199;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419100" lvl="0" marL="457200" rtl="0" algn="l">
              <a:lnSpc>
                <a:spcPct val="90000"/>
              </a:lnSpc>
              <a:spcBef>
                <a:spcPts val="900"/>
              </a:spcBef>
              <a:spcAft>
                <a:spcPts val="0"/>
              </a:spcAft>
              <a:buClr>
                <a:srgbClr val="7F7F7F"/>
              </a:buClr>
              <a:buSzPct val="108108"/>
              <a:buChar char="•"/>
            </a:pPr>
            <a:r>
              <a:rPr lang="en-US"/>
              <a:t>1) Preparing a Windows 11 VM on Hyper-V </a:t>
            </a:r>
            <a:endParaRPr/>
          </a:p>
          <a:p>
            <a:pPr indent="-419100" lvl="0" marL="457200" rtl="0" algn="l">
              <a:lnSpc>
                <a:spcPct val="90000"/>
              </a:lnSpc>
              <a:spcBef>
                <a:spcPts val="900"/>
              </a:spcBef>
              <a:spcAft>
                <a:spcPts val="0"/>
              </a:spcAft>
              <a:buClr>
                <a:srgbClr val="7F7F7F"/>
              </a:buClr>
              <a:buSzPct val="108108"/>
              <a:buChar char="•"/>
            </a:pPr>
            <a:r>
              <a:rPr lang="en-US"/>
              <a:t>2) Getting into Windows 11 </a:t>
            </a:r>
            <a:r>
              <a:rPr b="1" lang="en-US">
                <a:solidFill>
                  <a:srgbClr val="FF0000"/>
                </a:solidFill>
              </a:rPr>
              <a:t>Audit Mode</a:t>
            </a:r>
            <a:endParaRPr/>
          </a:p>
          <a:p>
            <a:pPr indent="-419100" lvl="0" marL="457200" rtl="0" algn="l">
              <a:lnSpc>
                <a:spcPct val="90000"/>
              </a:lnSpc>
              <a:spcBef>
                <a:spcPts val="900"/>
              </a:spcBef>
              <a:spcAft>
                <a:spcPts val="0"/>
              </a:spcAft>
              <a:buClr>
                <a:srgbClr val="7F7F7F"/>
              </a:buClr>
              <a:buSzPct val="108108"/>
              <a:buChar char="•"/>
            </a:pPr>
            <a:r>
              <a:rPr lang="en-US"/>
              <a:t>3) Installing Windows ADK </a:t>
            </a:r>
            <a:endParaRPr/>
          </a:p>
          <a:p>
            <a:pPr indent="-419100" lvl="0" marL="457200" rtl="0" algn="l">
              <a:lnSpc>
                <a:spcPct val="90000"/>
              </a:lnSpc>
              <a:spcBef>
                <a:spcPts val="900"/>
              </a:spcBef>
              <a:spcAft>
                <a:spcPts val="0"/>
              </a:spcAft>
              <a:buClr>
                <a:srgbClr val="7F7F7F"/>
              </a:buClr>
              <a:buSzPct val="108108"/>
              <a:buChar char="•"/>
            </a:pPr>
            <a:r>
              <a:rPr lang="en-US"/>
              <a:t>4) Customize user profile of the PC based on requirements</a:t>
            </a:r>
            <a:endParaRPr/>
          </a:p>
          <a:p>
            <a:pPr indent="-419100" lvl="0" marL="457200" rtl="0" algn="l">
              <a:lnSpc>
                <a:spcPct val="90000"/>
              </a:lnSpc>
              <a:spcBef>
                <a:spcPts val="900"/>
              </a:spcBef>
              <a:spcAft>
                <a:spcPts val="0"/>
              </a:spcAft>
              <a:buClr>
                <a:srgbClr val="7F7F7F"/>
              </a:buClr>
              <a:buSzPct val="108108"/>
              <a:buChar char="•"/>
            </a:pPr>
            <a:r>
              <a:rPr lang="en-US"/>
              <a:t>5) Create </a:t>
            </a:r>
            <a:r>
              <a:rPr b="1" lang="en-US">
                <a:solidFill>
                  <a:srgbClr val="FF0000"/>
                </a:solidFill>
              </a:rPr>
              <a:t>answer file </a:t>
            </a:r>
            <a:endParaRPr/>
          </a:p>
          <a:p>
            <a:pPr indent="-419100" lvl="0" marL="457200" rtl="0" algn="l">
              <a:lnSpc>
                <a:spcPct val="90000"/>
              </a:lnSpc>
              <a:spcBef>
                <a:spcPts val="900"/>
              </a:spcBef>
              <a:spcAft>
                <a:spcPts val="0"/>
              </a:spcAft>
              <a:buClr>
                <a:srgbClr val="7F7F7F"/>
              </a:buClr>
              <a:buSzPct val="108108"/>
              <a:buChar char="•"/>
            </a:pPr>
            <a:r>
              <a:rPr lang="en-US"/>
              <a:t>6) Running </a:t>
            </a:r>
            <a:r>
              <a:rPr b="1" lang="en-US">
                <a:solidFill>
                  <a:srgbClr val="FF0000"/>
                </a:solidFill>
              </a:rPr>
              <a:t>Sysprep</a:t>
            </a:r>
            <a:r>
              <a:rPr lang="en-US"/>
              <a:t> </a:t>
            </a:r>
            <a:endParaRPr/>
          </a:p>
          <a:p>
            <a:pPr indent="-419100" lvl="0" marL="457200" rtl="0" algn="l">
              <a:lnSpc>
                <a:spcPct val="90000"/>
              </a:lnSpc>
              <a:spcBef>
                <a:spcPts val="900"/>
              </a:spcBef>
              <a:spcAft>
                <a:spcPts val="0"/>
              </a:spcAft>
              <a:buClr>
                <a:srgbClr val="7F7F7F"/>
              </a:buClr>
              <a:buSzPct val="108108"/>
              <a:buChar char="•"/>
            </a:pPr>
            <a:r>
              <a:rPr lang="en-US"/>
              <a:t>7) Saving the custom </a:t>
            </a:r>
            <a:r>
              <a:rPr b="1" lang="en-US">
                <a:solidFill>
                  <a:srgbClr val="FF0000"/>
                </a:solidFill>
              </a:rPr>
              <a:t>Windows Image File (.wim)</a:t>
            </a:r>
            <a:endParaRPr/>
          </a:p>
          <a:p>
            <a:pPr indent="-419100" lvl="0" marL="457200" rtl="0" algn="l">
              <a:lnSpc>
                <a:spcPct val="90000"/>
              </a:lnSpc>
              <a:spcBef>
                <a:spcPts val="900"/>
              </a:spcBef>
              <a:spcAft>
                <a:spcPts val="0"/>
              </a:spcAft>
              <a:buClr>
                <a:srgbClr val="7F7F7F"/>
              </a:buClr>
              <a:buSzPct val="108108"/>
              <a:buChar char="•"/>
            </a:pPr>
            <a:r>
              <a:rPr lang="en-US"/>
              <a:t>8) Creating the custom .ISO file </a:t>
            </a:r>
            <a:endParaRPr/>
          </a:p>
          <a:p>
            <a:pPr indent="-419100" lvl="0" marL="457200" rtl="0" algn="l">
              <a:lnSpc>
                <a:spcPct val="90000"/>
              </a:lnSpc>
              <a:spcBef>
                <a:spcPts val="900"/>
              </a:spcBef>
              <a:spcAft>
                <a:spcPts val="0"/>
              </a:spcAft>
              <a:buClr>
                <a:srgbClr val="7F7F7F"/>
              </a:buClr>
              <a:buSzPct val="108108"/>
              <a:buChar char="•"/>
            </a:pPr>
            <a:r>
              <a:rPr lang="en-US"/>
              <a:t>9) Deploying the ISO on new VMS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OOBE vs Audit Mode</a:t>
            </a:r>
            <a:endParaRPr/>
          </a:p>
        </p:txBody>
      </p:sp>
      <p:sp>
        <p:nvSpPr>
          <p:cNvPr id="205" name="Google Shape;205;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When you install Windows there’s two main options:</a:t>
            </a:r>
            <a:endParaRPr/>
          </a:p>
          <a:p>
            <a:pPr indent="-393700" lvl="1" marL="914400" rtl="0" algn="l">
              <a:lnSpc>
                <a:spcPct val="90000"/>
              </a:lnSpc>
              <a:spcBef>
                <a:spcPts val="780"/>
              </a:spcBef>
              <a:spcAft>
                <a:spcPts val="0"/>
              </a:spcAft>
              <a:buSzPts val="2600"/>
              <a:buChar char="•"/>
            </a:pPr>
            <a:r>
              <a:rPr lang="en-US"/>
              <a:t>Out-of-Box Experience (OOBE) – What you have used so far in this course:</a:t>
            </a:r>
            <a:endParaRPr/>
          </a:p>
          <a:p>
            <a:pPr indent="-355600" lvl="2" marL="1371600" rtl="0" algn="l">
              <a:lnSpc>
                <a:spcPct val="90000"/>
              </a:lnSpc>
              <a:spcBef>
                <a:spcPts val="600"/>
              </a:spcBef>
              <a:spcAft>
                <a:spcPts val="0"/>
              </a:spcAft>
              <a:buSzPts val="2000"/>
              <a:buChar char="•"/>
            </a:pPr>
            <a:r>
              <a:rPr lang="en-US"/>
              <a:t>Right after the installation of Windows, you are asked to create a user account with a password, set the language of the system, the time and date, etc…</a:t>
            </a:r>
            <a:endParaRPr/>
          </a:p>
          <a:p>
            <a:pPr indent="0" lvl="2" marL="1016000" rtl="0" algn="l">
              <a:lnSpc>
                <a:spcPct val="90000"/>
              </a:lnSpc>
              <a:spcBef>
                <a:spcPts val="600"/>
              </a:spcBef>
              <a:spcAft>
                <a:spcPts val="0"/>
              </a:spcAft>
              <a:buSzPts val="2000"/>
              <a:buNone/>
            </a:pPr>
            <a:r>
              <a:t/>
            </a:r>
            <a:endParaRPr/>
          </a:p>
          <a:p>
            <a:pPr indent="-393700" lvl="1" marL="914400" rtl="0" algn="l">
              <a:lnSpc>
                <a:spcPct val="90000"/>
              </a:lnSpc>
              <a:spcBef>
                <a:spcPts val="780"/>
              </a:spcBef>
              <a:spcAft>
                <a:spcPts val="0"/>
              </a:spcAft>
              <a:buSzPts val="2600"/>
              <a:buChar char="•"/>
            </a:pPr>
            <a:r>
              <a:rPr lang="en-US"/>
              <a:t>Audit Mode:</a:t>
            </a:r>
            <a:endParaRPr/>
          </a:p>
          <a:p>
            <a:pPr indent="-355600" lvl="2" marL="1371600" rtl="0" algn="l">
              <a:lnSpc>
                <a:spcPct val="90000"/>
              </a:lnSpc>
              <a:spcBef>
                <a:spcPts val="600"/>
              </a:spcBef>
              <a:spcAft>
                <a:spcPts val="0"/>
              </a:spcAft>
              <a:buSzPts val="2000"/>
              <a:buChar char="•"/>
            </a:pPr>
            <a:r>
              <a:rPr lang="en-US"/>
              <a:t>This is a general mode of windows (without a personal email or account) which logs you in with a built-in administrator account. </a:t>
            </a:r>
            <a:endParaRPr/>
          </a:p>
          <a:p>
            <a:pPr indent="-355600" lvl="2" marL="1371600" rtl="0" algn="l">
              <a:lnSpc>
                <a:spcPct val="90000"/>
              </a:lnSpc>
              <a:spcBef>
                <a:spcPts val="600"/>
              </a:spcBef>
              <a:spcAft>
                <a:spcPts val="0"/>
              </a:spcAft>
              <a:buSzPts val="2000"/>
              <a:buChar char="•"/>
            </a:pPr>
            <a:r>
              <a:rPr lang="en-US"/>
              <a:t>To open the audit mode, you must press CTRL + SHFT + F3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After an installation of Windows</a:t>
            </a:r>
            <a:endParaRPr/>
          </a:p>
        </p:txBody>
      </p:sp>
      <p:sp>
        <p:nvSpPr>
          <p:cNvPr id="211" name="Google Shape;211;p18"/>
          <p:cNvSpPr txBox="1"/>
          <p:nvPr/>
        </p:nvSpPr>
        <p:spPr>
          <a:xfrm>
            <a:off x="1546721" y="5496818"/>
            <a:ext cx="173098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OOBE Screen</a:t>
            </a:r>
            <a:endParaRPr sz="2400">
              <a:solidFill>
                <a:schemeClr val="dk1"/>
              </a:solidFill>
              <a:latin typeface="Arial"/>
              <a:ea typeface="Arial"/>
              <a:cs typeface="Arial"/>
              <a:sym typeface="Arial"/>
            </a:endParaRPr>
          </a:p>
        </p:txBody>
      </p:sp>
      <p:pic>
        <p:nvPicPr>
          <p:cNvPr descr="Windows 10 New OOBE Setup | BTNHD" id="212" name="Google Shape;212;p18"/>
          <p:cNvPicPr preferRelativeResize="0"/>
          <p:nvPr/>
        </p:nvPicPr>
        <p:blipFill rotWithShape="1">
          <a:blip r:embed="rId3">
            <a:alphaModFix/>
          </a:blip>
          <a:srcRect b="0" l="0" r="0" t="0"/>
          <a:stretch/>
        </p:blipFill>
        <p:spPr>
          <a:xfrm>
            <a:off x="417130" y="2301147"/>
            <a:ext cx="3784017" cy="2838013"/>
          </a:xfrm>
          <a:prstGeom prst="rect">
            <a:avLst/>
          </a:prstGeom>
          <a:noFill/>
          <a:ln>
            <a:noFill/>
          </a:ln>
        </p:spPr>
      </p:pic>
      <p:pic>
        <p:nvPicPr>
          <p:cNvPr id="213" name="Google Shape;213;p18"/>
          <p:cNvPicPr preferRelativeResize="0"/>
          <p:nvPr/>
        </p:nvPicPr>
        <p:blipFill rotWithShape="1">
          <a:blip r:embed="rId4">
            <a:alphaModFix/>
          </a:blip>
          <a:srcRect b="0" l="0" r="0" t="0"/>
          <a:stretch/>
        </p:blipFill>
        <p:spPr>
          <a:xfrm>
            <a:off x="6571980" y="1465133"/>
            <a:ext cx="3784017" cy="2123520"/>
          </a:xfrm>
          <a:prstGeom prst="rect">
            <a:avLst/>
          </a:prstGeom>
          <a:noFill/>
          <a:ln>
            <a:noFill/>
          </a:ln>
        </p:spPr>
      </p:pic>
      <p:pic>
        <p:nvPicPr>
          <p:cNvPr descr="Blog Windows: Chế độ Audit Mode là gì? Hướng dẫn khởi động vào Audit ..." id="214" name="Google Shape;214;p18"/>
          <p:cNvPicPr preferRelativeResize="0"/>
          <p:nvPr/>
        </p:nvPicPr>
        <p:blipFill rotWithShape="1">
          <a:blip r:embed="rId5">
            <a:alphaModFix/>
          </a:blip>
          <a:srcRect b="0" l="0" r="0" t="0"/>
          <a:stretch/>
        </p:blipFill>
        <p:spPr>
          <a:xfrm>
            <a:off x="6498307" y="4068863"/>
            <a:ext cx="4044802" cy="2123521"/>
          </a:xfrm>
          <a:prstGeom prst="rect">
            <a:avLst/>
          </a:prstGeom>
          <a:noFill/>
          <a:ln>
            <a:noFill/>
          </a:ln>
        </p:spPr>
      </p:pic>
      <p:cxnSp>
        <p:nvCxnSpPr>
          <p:cNvPr id="215" name="Google Shape;215;p18"/>
          <p:cNvCxnSpPr>
            <a:endCxn id="214" idx="1"/>
          </p:cNvCxnSpPr>
          <p:nvPr/>
        </p:nvCxnSpPr>
        <p:spPr>
          <a:xfrm>
            <a:off x="4012207" y="3814524"/>
            <a:ext cx="2486100" cy="1316100"/>
          </a:xfrm>
          <a:prstGeom prst="straightConnector1">
            <a:avLst/>
          </a:prstGeom>
          <a:noFill/>
          <a:ln cap="flat" cmpd="sng" w="38100">
            <a:solidFill>
              <a:srgbClr val="4561AA"/>
            </a:solidFill>
            <a:prstDash val="solid"/>
            <a:round/>
            <a:headEnd len="sm" w="sm" type="none"/>
            <a:tailEnd len="med" w="med" type="triangle"/>
          </a:ln>
        </p:spPr>
      </p:cxnSp>
      <p:cxnSp>
        <p:nvCxnSpPr>
          <p:cNvPr id="216" name="Google Shape;216;p18"/>
          <p:cNvCxnSpPr>
            <a:stCxn id="212" idx="3"/>
            <a:endCxn id="213" idx="1"/>
          </p:cNvCxnSpPr>
          <p:nvPr/>
        </p:nvCxnSpPr>
        <p:spPr>
          <a:xfrm flipH="1" rot="10800000">
            <a:off x="4201147" y="2526754"/>
            <a:ext cx="2370900" cy="1193400"/>
          </a:xfrm>
          <a:prstGeom prst="straightConnector1">
            <a:avLst/>
          </a:prstGeom>
          <a:noFill/>
          <a:ln cap="flat" cmpd="sng" w="38100">
            <a:solidFill>
              <a:srgbClr val="4561AA"/>
            </a:solidFill>
            <a:prstDash val="solid"/>
            <a:round/>
            <a:headEnd len="sm" w="sm" type="none"/>
            <a:tailEnd len="med" w="med" type="triangle"/>
          </a:ln>
        </p:spPr>
      </p:cxnSp>
      <p:sp>
        <p:nvSpPr>
          <p:cNvPr id="217" name="Google Shape;217;p18"/>
          <p:cNvSpPr txBox="1"/>
          <p:nvPr/>
        </p:nvSpPr>
        <p:spPr>
          <a:xfrm>
            <a:off x="4850031" y="2379923"/>
            <a:ext cx="95778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Next</a:t>
            </a:r>
            <a:endParaRPr sz="2400">
              <a:solidFill>
                <a:schemeClr val="dk1"/>
              </a:solidFill>
              <a:latin typeface="Arial"/>
              <a:ea typeface="Arial"/>
              <a:cs typeface="Arial"/>
              <a:sym typeface="Arial"/>
            </a:endParaRPr>
          </a:p>
        </p:txBody>
      </p:sp>
      <p:sp>
        <p:nvSpPr>
          <p:cNvPr id="218" name="Google Shape;218;p18"/>
          <p:cNvSpPr txBox="1"/>
          <p:nvPr/>
        </p:nvSpPr>
        <p:spPr>
          <a:xfrm>
            <a:off x="10543109" y="1632858"/>
            <a:ext cx="115411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OOBE</a:t>
            </a:r>
            <a:endParaRPr sz="1800">
              <a:solidFill>
                <a:schemeClr val="dk1"/>
              </a:solidFill>
              <a:latin typeface="Arial"/>
              <a:ea typeface="Arial"/>
              <a:cs typeface="Arial"/>
              <a:sym typeface="Arial"/>
            </a:endParaRPr>
          </a:p>
        </p:txBody>
      </p:sp>
      <p:sp>
        <p:nvSpPr>
          <p:cNvPr id="219" name="Google Shape;219;p18"/>
          <p:cNvSpPr txBox="1"/>
          <p:nvPr/>
        </p:nvSpPr>
        <p:spPr>
          <a:xfrm>
            <a:off x="10543109" y="4068863"/>
            <a:ext cx="13860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Audit Mode</a:t>
            </a:r>
            <a:endParaRPr sz="1800">
              <a:solidFill>
                <a:schemeClr val="dk1"/>
              </a:solidFill>
              <a:latin typeface="Arial"/>
              <a:ea typeface="Arial"/>
              <a:cs typeface="Arial"/>
              <a:sym typeface="Arial"/>
            </a:endParaRPr>
          </a:p>
        </p:txBody>
      </p:sp>
      <p:sp>
        <p:nvSpPr>
          <p:cNvPr id="220" name="Google Shape;220;p18"/>
          <p:cNvSpPr txBox="1"/>
          <p:nvPr/>
        </p:nvSpPr>
        <p:spPr>
          <a:xfrm>
            <a:off x="3640580" y="5325162"/>
            <a:ext cx="322933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CTRL + SHFT + F3 </a:t>
            </a:r>
            <a:endParaRPr sz="2400">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Audit Mode</a:t>
            </a:r>
            <a:endParaRPr/>
          </a:p>
        </p:txBody>
      </p:sp>
      <p:pic>
        <p:nvPicPr>
          <p:cNvPr descr="Blog Windows: Chế độ Audit Mode là gì? Hướng dẫn khởi động vào Audit ..." id="226" name="Google Shape;226;p19"/>
          <p:cNvPicPr preferRelativeResize="0"/>
          <p:nvPr/>
        </p:nvPicPr>
        <p:blipFill rotWithShape="1">
          <a:blip r:embed="rId3">
            <a:alphaModFix/>
          </a:blip>
          <a:srcRect b="0" l="0" r="0" t="0"/>
          <a:stretch/>
        </p:blipFill>
        <p:spPr>
          <a:xfrm>
            <a:off x="1148443" y="1511466"/>
            <a:ext cx="9666514" cy="5074920"/>
          </a:xfrm>
          <a:prstGeom prst="rect">
            <a:avLst/>
          </a:prstGeom>
          <a:noFill/>
          <a:ln>
            <a:noFill/>
          </a:ln>
        </p:spPr>
      </p:pic>
      <p:sp>
        <p:nvSpPr>
          <p:cNvPr id="227" name="Google Shape;227;p19"/>
          <p:cNvSpPr/>
          <p:nvPr/>
        </p:nvSpPr>
        <p:spPr>
          <a:xfrm>
            <a:off x="4421529" y="2685327"/>
            <a:ext cx="2685327" cy="2002420"/>
          </a:xfrm>
          <a:prstGeom prst="rect">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28" name="Google Shape;228;p19"/>
          <p:cNvCxnSpPr/>
          <p:nvPr/>
        </p:nvCxnSpPr>
        <p:spPr>
          <a:xfrm flipH="1">
            <a:off x="7037407" y="2150273"/>
            <a:ext cx="1122745" cy="393540"/>
          </a:xfrm>
          <a:prstGeom prst="straightConnector1">
            <a:avLst/>
          </a:prstGeom>
          <a:noFill/>
          <a:ln cap="flat" cmpd="sng" w="38100">
            <a:solidFill>
              <a:srgbClr val="FFFF00"/>
            </a:solidFill>
            <a:prstDash val="solid"/>
            <a:round/>
            <a:headEnd len="sm" w="sm" type="none"/>
            <a:tailEnd len="med" w="med" type="triangle"/>
          </a:ln>
        </p:spPr>
      </p:cxnSp>
      <p:sp>
        <p:nvSpPr>
          <p:cNvPr id="229" name="Google Shape;229;p19"/>
          <p:cNvSpPr txBox="1"/>
          <p:nvPr/>
        </p:nvSpPr>
        <p:spPr>
          <a:xfrm>
            <a:off x="8160152" y="1782501"/>
            <a:ext cx="2488557"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FF00"/>
                </a:solidFill>
                <a:latin typeface="Arial"/>
                <a:ea typeface="Arial"/>
                <a:cs typeface="Arial"/>
                <a:sym typeface="Arial"/>
              </a:rPr>
              <a:t>This little menu is the GUI for Sysprep</a:t>
            </a:r>
            <a:endParaRPr sz="1800">
              <a:solidFill>
                <a:srgbClr val="FFFF00"/>
              </a:solidFill>
              <a:latin typeface="Arial"/>
              <a:ea typeface="Arial"/>
              <a:cs typeface="Arial"/>
              <a:sym typeface="Arial"/>
            </a:endParaRPr>
          </a:p>
          <a:p>
            <a:pPr indent="0" lvl="0" marL="0" marR="0" rtl="0" algn="l">
              <a:spcBef>
                <a:spcPts val="0"/>
              </a:spcBef>
              <a:spcAft>
                <a:spcPts val="0"/>
              </a:spcAft>
              <a:buNone/>
            </a:pPr>
            <a:r>
              <a:rPr lang="en-US" sz="1800">
                <a:solidFill>
                  <a:srgbClr val="FFFF00"/>
                </a:solidFill>
                <a:latin typeface="Arial"/>
                <a:ea typeface="Arial"/>
                <a:cs typeface="Arial"/>
                <a:sym typeface="Arial"/>
              </a:rPr>
              <a:t>We will use Powershell or CMD</a:t>
            </a:r>
            <a:endParaRPr sz="1800">
              <a:solidFill>
                <a:srgbClr val="FFFF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SysPrep</a:t>
            </a:r>
            <a:endParaRPr/>
          </a:p>
        </p:txBody>
      </p:sp>
      <p:sp>
        <p:nvSpPr>
          <p:cNvPr id="235" name="Google Shape;235;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419100" lvl="0" marL="457200" rtl="0" algn="l">
              <a:lnSpc>
                <a:spcPct val="90000"/>
              </a:lnSpc>
              <a:spcBef>
                <a:spcPts val="900"/>
              </a:spcBef>
              <a:spcAft>
                <a:spcPts val="0"/>
              </a:spcAft>
              <a:buClr>
                <a:srgbClr val="7F7F7F"/>
              </a:buClr>
              <a:buSzPts val="3000"/>
              <a:buChar char="•"/>
            </a:pPr>
            <a:r>
              <a:rPr lang="en-US"/>
              <a:t>SysPrep stands for System Preparation “Generalization” tool. </a:t>
            </a:r>
            <a:endParaRPr/>
          </a:p>
          <a:p>
            <a:pPr indent="-419100" lvl="0" marL="457200" rtl="0" algn="l">
              <a:lnSpc>
                <a:spcPct val="90000"/>
              </a:lnSpc>
              <a:spcBef>
                <a:spcPts val="900"/>
              </a:spcBef>
              <a:spcAft>
                <a:spcPts val="0"/>
              </a:spcAft>
              <a:buClr>
                <a:srgbClr val="7F7F7F"/>
              </a:buClr>
              <a:buSzPts val="3000"/>
              <a:buChar char="•"/>
            </a:pPr>
            <a:r>
              <a:rPr lang="en-US"/>
              <a:t>It takes the current configuration and customization of your machine to produce an .iso file that can be installed on other machines.</a:t>
            </a:r>
            <a:endParaRPr/>
          </a:p>
          <a:p>
            <a:pPr indent="-419100" lvl="0" marL="457200" rtl="0" algn="l">
              <a:lnSpc>
                <a:spcPct val="90000"/>
              </a:lnSpc>
              <a:spcBef>
                <a:spcPts val="900"/>
              </a:spcBef>
              <a:spcAft>
                <a:spcPts val="0"/>
              </a:spcAft>
              <a:buClr>
                <a:srgbClr val="7F7F7F"/>
              </a:buClr>
              <a:buSzPts val="3000"/>
              <a:buChar char="•"/>
            </a:pPr>
            <a:r>
              <a:rPr lang="en-US"/>
              <a:t>SysPrep will remove computer-specific information such as drivers and the computer security identifier (SID).</a:t>
            </a:r>
            <a:endParaRPr/>
          </a:p>
          <a:p>
            <a:pPr indent="-419100" lvl="0" marL="457200" rtl="0" algn="l">
              <a:lnSpc>
                <a:spcPct val="90000"/>
              </a:lnSpc>
              <a:spcBef>
                <a:spcPts val="900"/>
              </a:spcBef>
              <a:spcAft>
                <a:spcPts val="0"/>
              </a:spcAft>
              <a:buClr>
                <a:srgbClr val="7F7F7F"/>
              </a:buClr>
              <a:buSzPts val="3000"/>
              <a:buChar char="•"/>
            </a:pPr>
            <a:r>
              <a:rPr lang="en-US"/>
              <a:t>There’s two ways of using sysprep: </a:t>
            </a:r>
            <a:endParaRPr/>
          </a:p>
          <a:p>
            <a:pPr indent="-393700" lvl="1" marL="914400" rtl="0" algn="l">
              <a:lnSpc>
                <a:spcPct val="90000"/>
              </a:lnSpc>
              <a:spcBef>
                <a:spcPts val="780"/>
              </a:spcBef>
              <a:spcAft>
                <a:spcPts val="0"/>
              </a:spcAft>
              <a:buSzPts val="2600"/>
              <a:buChar char="•"/>
            </a:pPr>
            <a:r>
              <a:rPr lang="en-US"/>
              <a:t>By itself</a:t>
            </a:r>
            <a:endParaRPr/>
          </a:p>
          <a:p>
            <a:pPr indent="-393700" lvl="1" marL="914400" rtl="0" algn="l">
              <a:lnSpc>
                <a:spcPct val="90000"/>
              </a:lnSpc>
              <a:spcBef>
                <a:spcPts val="780"/>
              </a:spcBef>
              <a:spcAft>
                <a:spcPts val="0"/>
              </a:spcAft>
              <a:buSzPts val="2600"/>
              <a:buChar char="•"/>
            </a:pPr>
            <a:r>
              <a:rPr lang="en-US"/>
              <a:t>Unattend Answer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How to run SysPrep</a:t>
            </a:r>
            <a:endParaRPr/>
          </a:p>
        </p:txBody>
      </p:sp>
      <p:sp>
        <p:nvSpPr>
          <p:cNvPr id="241" name="Google Shape;241;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After personalizing the PC to your liking in Audit mode and creating the unattend file, we will “</a:t>
            </a:r>
            <a:r>
              <a:rPr lang="en-US">
                <a:solidFill>
                  <a:srgbClr val="FF0000"/>
                </a:solidFill>
              </a:rPr>
              <a:t>generalize</a:t>
            </a:r>
            <a:r>
              <a:rPr lang="en-US"/>
              <a:t>” the current windows</a:t>
            </a:r>
            <a:endParaRPr/>
          </a:p>
          <a:p>
            <a:pPr indent="-419100" lvl="0" marL="457200" rtl="0" algn="l">
              <a:lnSpc>
                <a:spcPct val="90000"/>
              </a:lnSpc>
              <a:spcBef>
                <a:spcPts val="900"/>
              </a:spcBef>
              <a:spcAft>
                <a:spcPts val="0"/>
              </a:spcAft>
              <a:buClr>
                <a:srgbClr val="7F7F7F"/>
              </a:buClr>
              <a:buSzPts val="3000"/>
              <a:buChar char="•"/>
            </a:pPr>
            <a:r>
              <a:rPr lang="en-US"/>
              <a:t>Through a CMD opened as admin:</a:t>
            </a:r>
            <a:endParaRPr/>
          </a:p>
          <a:p>
            <a:pPr indent="0" lvl="1" marL="520700" rtl="0" algn="l">
              <a:lnSpc>
                <a:spcPct val="90000"/>
              </a:lnSpc>
              <a:spcBef>
                <a:spcPts val="780"/>
              </a:spcBef>
              <a:spcAft>
                <a:spcPts val="0"/>
              </a:spcAft>
              <a:buSzPts val="2600"/>
              <a:buNone/>
            </a:pPr>
            <a:r>
              <a:rPr b="0" i="0" lang="en-US">
                <a:solidFill>
                  <a:srgbClr val="498DF1"/>
                </a:solidFill>
                <a:latin typeface="Arial"/>
                <a:ea typeface="Arial"/>
                <a:cs typeface="Arial"/>
                <a:sym typeface="Arial"/>
              </a:rPr>
              <a:t>C:/Windows/system32\sysprep\sysprep.exe /</a:t>
            </a:r>
            <a:r>
              <a:rPr b="0" i="0" lang="en-US">
                <a:solidFill>
                  <a:srgbClr val="FF0000"/>
                </a:solidFill>
                <a:latin typeface="Arial"/>
                <a:ea typeface="Arial"/>
                <a:cs typeface="Arial"/>
                <a:sym typeface="Arial"/>
              </a:rPr>
              <a:t>generalize</a:t>
            </a:r>
            <a:r>
              <a:rPr b="0" i="0" lang="en-US">
                <a:solidFill>
                  <a:srgbClr val="498DF1"/>
                </a:solidFill>
                <a:latin typeface="Arial"/>
                <a:ea typeface="Arial"/>
                <a:cs typeface="Arial"/>
                <a:sym typeface="Arial"/>
              </a:rPr>
              <a:t> /reboot /oobe /unattend:d:\unattend</a:t>
            </a:r>
            <a:r>
              <a:rPr lang="en-US">
                <a:solidFill>
                  <a:srgbClr val="498DF1"/>
                </a:solidFill>
                <a:latin typeface="Arial"/>
                <a:ea typeface="Arial"/>
                <a:cs typeface="Arial"/>
                <a:sym typeface="Arial"/>
              </a:rPr>
              <a:t>.xml</a:t>
            </a:r>
            <a:endParaRPr>
              <a:solidFill>
                <a:srgbClr val="498DF1"/>
              </a:solidFill>
            </a:endParaRPr>
          </a:p>
          <a:p>
            <a:pPr indent="-228600" lvl="0" marL="457200" rtl="0" algn="l">
              <a:lnSpc>
                <a:spcPct val="90000"/>
              </a:lnSpc>
              <a:spcBef>
                <a:spcPts val="900"/>
              </a:spcBef>
              <a:spcAft>
                <a:spcPts val="0"/>
              </a:spcAft>
              <a:buClr>
                <a:srgbClr val="7F7F7F"/>
              </a:buClr>
              <a:buSzPts val="3000"/>
              <a:buNone/>
            </a:pPr>
            <a:r>
              <a:t/>
            </a:r>
            <a:endParaRPr/>
          </a:p>
        </p:txBody>
      </p:sp>
      <p:cxnSp>
        <p:nvCxnSpPr>
          <p:cNvPr id="242" name="Google Shape;242;p21"/>
          <p:cNvCxnSpPr/>
          <p:nvPr/>
        </p:nvCxnSpPr>
        <p:spPr>
          <a:xfrm flipH="1" rot="10800000">
            <a:off x="5981700" y="4352544"/>
            <a:ext cx="1975035" cy="548640"/>
          </a:xfrm>
          <a:prstGeom prst="straightConnector1">
            <a:avLst/>
          </a:prstGeom>
          <a:noFill/>
          <a:ln cap="flat" cmpd="sng" w="9525">
            <a:solidFill>
              <a:srgbClr val="FF0000"/>
            </a:solidFill>
            <a:prstDash val="solid"/>
            <a:round/>
            <a:headEnd len="sm" w="sm" type="none"/>
            <a:tailEnd len="med" w="med" type="triangle"/>
          </a:ln>
        </p:spPr>
      </p:cxnSp>
      <p:sp>
        <p:nvSpPr>
          <p:cNvPr id="243" name="Google Shape;243;p21"/>
          <p:cNvSpPr txBox="1"/>
          <p:nvPr/>
        </p:nvSpPr>
        <p:spPr>
          <a:xfrm>
            <a:off x="1162950" y="4664589"/>
            <a:ext cx="50959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This means it can be deployed to other machines, otherwise this image will be only for this PC.</a:t>
            </a:r>
            <a:endParaRPr sz="2400">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How to run SysPrep</a:t>
            </a:r>
            <a:endParaRPr/>
          </a:p>
        </p:txBody>
      </p:sp>
      <p:sp>
        <p:nvSpPr>
          <p:cNvPr id="249" name="Google Shape;249;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After personalizing the PC to your liking in Audit mode and creating the unattend file, we will “</a:t>
            </a:r>
            <a:r>
              <a:rPr lang="en-US">
                <a:solidFill>
                  <a:srgbClr val="7F7F7F"/>
                </a:solidFill>
              </a:rPr>
              <a:t>generalize</a:t>
            </a:r>
            <a:r>
              <a:rPr lang="en-US"/>
              <a:t>” the current windows</a:t>
            </a:r>
            <a:endParaRPr/>
          </a:p>
          <a:p>
            <a:pPr indent="-419100" lvl="0" marL="457200" rtl="0" algn="l">
              <a:lnSpc>
                <a:spcPct val="90000"/>
              </a:lnSpc>
              <a:spcBef>
                <a:spcPts val="900"/>
              </a:spcBef>
              <a:spcAft>
                <a:spcPts val="0"/>
              </a:spcAft>
              <a:buClr>
                <a:srgbClr val="7F7F7F"/>
              </a:buClr>
              <a:buSzPts val="3000"/>
              <a:buChar char="•"/>
            </a:pPr>
            <a:r>
              <a:rPr lang="en-US"/>
              <a:t>Through a CMD opened as admin:</a:t>
            </a:r>
            <a:endParaRPr/>
          </a:p>
          <a:p>
            <a:pPr indent="0" lvl="1" marL="520700" rtl="0" algn="l">
              <a:lnSpc>
                <a:spcPct val="90000"/>
              </a:lnSpc>
              <a:spcBef>
                <a:spcPts val="780"/>
              </a:spcBef>
              <a:spcAft>
                <a:spcPts val="0"/>
              </a:spcAft>
              <a:buSzPts val="2600"/>
              <a:buNone/>
            </a:pPr>
            <a:r>
              <a:rPr b="0" i="0" lang="en-US">
                <a:solidFill>
                  <a:srgbClr val="498DF1"/>
                </a:solidFill>
                <a:latin typeface="Arial"/>
                <a:ea typeface="Arial"/>
                <a:cs typeface="Arial"/>
                <a:sym typeface="Arial"/>
              </a:rPr>
              <a:t>C:/Windows/system32\sysprep\sysprep.exe /</a:t>
            </a:r>
            <a:r>
              <a:rPr b="0" i="0" lang="en-US">
                <a:solidFill>
                  <a:srgbClr val="3477B2"/>
                </a:solidFill>
                <a:latin typeface="Arial"/>
                <a:ea typeface="Arial"/>
                <a:cs typeface="Arial"/>
                <a:sym typeface="Arial"/>
              </a:rPr>
              <a:t>generalize</a:t>
            </a:r>
            <a:r>
              <a:rPr b="0" i="0" lang="en-US">
                <a:solidFill>
                  <a:srgbClr val="498DF1"/>
                </a:solidFill>
                <a:latin typeface="Arial"/>
                <a:ea typeface="Arial"/>
                <a:cs typeface="Arial"/>
                <a:sym typeface="Arial"/>
              </a:rPr>
              <a:t> /</a:t>
            </a:r>
            <a:r>
              <a:rPr b="0" i="0" lang="en-US">
                <a:solidFill>
                  <a:srgbClr val="FF0000"/>
                </a:solidFill>
                <a:latin typeface="Arial"/>
                <a:ea typeface="Arial"/>
                <a:cs typeface="Arial"/>
                <a:sym typeface="Arial"/>
              </a:rPr>
              <a:t>reboot</a:t>
            </a:r>
            <a:r>
              <a:rPr b="0" i="0" lang="en-US">
                <a:solidFill>
                  <a:srgbClr val="498DF1"/>
                </a:solidFill>
                <a:latin typeface="Arial"/>
                <a:ea typeface="Arial"/>
                <a:cs typeface="Arial"/>
                <a:sym typeface="Arial"/>
              </a:rPr>
              <a:t> /oobe /unattend:d:\unattend</a:t>
            </a:r>
            <a:r>
              <a:rPr lang="en-US">
                <a:solidFill>
                  <a:srgbClr val="498DF1"/>
                </a:solidFill>
                <a:latin typeface="Arial"/>
                <a:ea typeface="Arial"/>
                <a:cs typeface="Arial"/>
                <a:sym typeface="Arial"/>
              </a:rPr>
              <a:t>.xml</a:t>
            </a:r>
            <a:endParaRPr>
              <a:solidFill>
                <a:srgbClr val="498DF1"/>
              </a:solidFill>
            </a:endParaRPr>
          </a:p>
          <a:p>
            <a:pPr indent="0" lvl="1" marL="520700" rtl="0" algn="l">
              <a:lnSpc>
                <a:spcPct val="90000"/>
              </a:lnSpc>
              <a:spcBef>
                <a:spcPts val="780"/>
              </a:spcBef>
              <a:spcAft>
                <a:spcPts val="0"/>
              </a:spcAft>
              <a:buSzPts val="2600"/>
              <a:buNone/>
            </a:pPr>
            <a:r>
              <a:t/>
            </a:r>
            <a:endParaRPr>
              <a:solidFill>
                <a:srgbClr val="498DF1"/>
              </a:solidFill>
            </a:endParaRPr>
          </a:p>
          <a:p>
            <a:pPr indent="-228600" lvl="0" marL="457200" rtl="0" algn="l">
              <a:lnSpc>
                <a:spcPct val="90000"/>
              </a:lnSpc>
              <a:spcBef>
                <a:spcPts val="900"/>
              </a:spcBef>
              <a:spcAft>
                <a:spcPts val="0"/>
              </a:spcAft>
              <a:buClr>
                <a:srgbClr val="7F7F7F"/>
              </a:buClr>
              <a:buSzPts val="3000"/>
              <a:buNone/>
            </a:pPr>
            <a:r>
              <a:t/>
            </a:r>
            <a:endParaRPr/>
          </a:p>
        </p:txBody>
      </p:sp>
      <p:cxnSp>
        <p:nvCxnSpPr>
          <p:cNvPr id="250" name="Google Shape;250;p22"/>
          <p:cNvCxnSpPr/>
          <p:nvPr/>
        </p:nvCxnSpPr>
        <p:spPr>
          <a:xfrm flipH="1" rot="10800000">
            <a:off x="8414004" y="4224528"/>
            <a:ext cx="1150620" cy="714381"/>
          </a:xfrm>
          <a:prstGeom prst="straightConnector1">
            <a:avLst/>
          </a:prstGeom>
          <a:noFill/>
          <a:ln cap="flat" cmpd="sng" w="9525">
            <a:solidFill>
              <a:srgbClr val="FF0000"/>
            </a:solidFill>
            <a:prstDash val="solid"/>
            <a:round/>
            <a:headEnd len="sm" w="sm" type="none"/>
            <a:tailEnd len="med" w="med" type="triangle"/>
          </a:ln>
        </p:spPr>
      </p:cxnSp>
      <p:sp>
        <p:nvSpPr>
          <p:cNvPr id="251" name="Google Shape;251;p22"/>
          <p:cNvSpPr txBox="1"/>
          <p:nvPr/>
        </p:nvSpPr>
        <p:spPr>
          <a:xfrm>
            <a:off x="4674246" y="4995496"/>
            <a:ext cx="509598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This means that the computer will reboot after running sysprep</a:t>
            </a:r>
            <a:endParaRPr sz="2400">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How to run SysPrep</a:t>
            </a:r>
            <a:endParaRPr/>
          </a:p>
        </p:txBody>
      </p:sp>
      <p:sp>
        <p:nvSpPr>
          <p:cNvPr id="257" name="Google Shape;257;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After personalizing the PC to your liking in Audit mode and creating the unattend file, we will “</a:t>
            </a:r>
            <a:r>
              <a:rPr lang="en-US">
                <a:solidFill>
                  <a:srgbClr val="7F7F7F"/>
                </a:solidFill>
              </a:rPr>
              <a:t>generalize</a:t>
            </a:r>
            <a:r>
              <a:rPr lang="en-US"/>
              <a:t>” the current windows</a:t>
            </a:r>
            <a:endParaRPr/>
          </a:p>
          <a:p>
            <a:pPr indent="-419100" lvl="0" marL="457200" rtl="0" algn="l">
              <a:lnSpc>
                <a:spcPct val="90000"/>
              </a:lnSpc>
              <a:spcBef>
                <a:spcPts val="900"/>
              </a:spcBef>
              <a:spcAft>
                <a:spcPts val="0"/>
              </a:spcAft>
              <a:buClr>
                <a:srgbClr val="7F7F7F"/>
              </a:buClr>
              <a:buSzPts val="3000"/>
              <a:buChar char="•"/>
            </a:pPr>
            <a:r>
              <a:rPr lang="en-US"/>
              <a:t>Through a CMD opened as admin:</a:t>
            </a:r>
            <a:endParaRPr/>
          </a:p>
          <a:p>
            <a:pPr indent="0" lvl="1" marL="520700" rtl="0" algn="l">
              <a:lnSpc>
                <a:spcPct val="90000"/>
              </a:lnSpc>
              <a:spcBef>
                <a:spcPts val="780"/>
              </a:spcBef>
              <a:spcAft>
                <a:spcPts val="0"/>
              </a:spcAft>
              <a:buSzPts val="2600"/>
              <a:buNone/>
            </a:pPr>
            <a:r>
              <a:rPr b="0" i="0" lang="en-US">
                <a:solidFill>
                  <a:srgbClr val="498DF1"/>
                </a:solidFill>
                <a:latin typeface="Arial"/>
                <a:ea typeface="Arial"/>
                <a:cs typeface="Arial"/>
                <a:sym typeface="Arial"/>
              </a:rPr>
              <a:t>C:/Windows/system32\sysprep\sysprep.exe /generalize /reboot /</a:t>
            </a:r>
            <a:r>
              <a:rPr b="0" i="0" lang="en-US">
                <a:solidFill>
                  <a:srgbClr val="FF0000"/>
                </a:solidFill>
                <a:latin typeface="Arial"/>
                <a:ea typeface="Arial"/>
                <a:cs typeface="Arial"/>
                <a:sym typeface="Arial"/>
              </a:rPr>
              <a:t>oobe </a:t>
            </a:r>
            <a:r>
              <a:rPr b="0" i="0" lang="en-US">
                <a:solidFill>
                  <a:srgbClr val="498DF1"/>
                </a:solidFill>
                <a:latin typeface="Arial"/>
                <a:ea typeface="Arial"/>
                <a:cs typeface="Arial"/>
                <a:sym typeface="Arial"/>
              </a:rPr>
              <a:t>/unattend:d:\unattend</a:t>
            </a:r>
            <a:r>
              <a:rPr lang="en-US">
                <a:solidFill>
                  <a:srgbClr val="498DF1"/>
                </a:solidFill>
                <a:latin typeface="Arial"/>
                <a:ea typeface="Arial"/>
                <a:cs typeface="Arial"/>
                <a:sym typeface="Arial"/>
              </a:rPr>
              <a:t>.xml</a:t>
            </a:r>
            <a:endParaRPr>
              <a:solidFill>
                <a:srgbClr val="498DF1"/>
              </a:solidFill>
            </a:endParaRPr>
          </a:p>
          <a:p>
            <a:pPr indent="0" lvl="1" marL="520700" rtl="0" algn="l">
              <a:lnSpc>
                <a:spcPct val="90000"/>
              </a:lnSpc>
              <a:spcBef>
                <a:spcPts val="780"/>
              </a:spcBef>
              <a:spcAft>
                <a:spcPts val="0"/>
              </a:spcAft>
              <a:buSzPts val="2600"/>
              <a:buNone/>
            </a:pPr>
            <a:r>
              <a:t/>
            </a:r>
            <a:endParaRPr>
              <a:solidFill>
                <a:srgbClr val="FF0000"/>
              </a:solidFill>
            </a:endParaRPr>
          </a:p>
          <a:p>
            <a:pPr indent="-228600" lvl="0" marL="457200" rtl="0" algn="l">
              <a:lnSpc>
                <a:spcPct val="90000"/>
              </a:lnSpc>
              <a:spcBef>
                <a:spcPts val="900"/>
              </a:spcBef>
              <a:spcAft>
                <a:spcPts val="0"/>
              </a:spcAft>
              <a:buClr>
                <a:srgbClr val="7F7F7F"/>
              </a:buClr>
              <a:buSzPts val="3000"/>
              <a:buNone/>
            </a:pPr>
            <a:r>
              <a:t/>
            </a:r>
            <a:endParaRPr/>
          </a:p>
        </p:txBody>
      </p:sp>
      <p:cxnSp>
        <p:nvCxnSpPr>
          <p:cNvPr id="258" name="Google Shape;258;p23"/>
          <p:cNvCxnSpPr/>
          <p:nvPr/>
        </p:nvCxnSpPr>
        <p:spPr>
          <a:xfrm flipH="1" rot="10800000">
            <a:off x="9411393" y="4281115"/>
            <a:ext cx="1150620" cy="714381"/>
          </a:xfrm>
          <a:prstGeom prst="straightConnector1">
            <a:avLst/>
          </a:prstGeom>
          <a:noFill/>
          <a:ln cap="flat" cmpd="sng" w="9525">
            <a:solidFill>
              <a:srgbClr val="FF0000"/>
            </a:solidFill>
            <a:prstDash val="solid"/>
            <a:round/>
            <a:headEnd len="sm" w="sm" type="none"/>
            <a:tailEnd len="med" w="med" type="triangle"/>
          </a:ln>
        </p:spPr>
      </p:cxnSp>
      <p:sp>
        <p:nvSpPr>
          <p:cNvPr id="259" name="Google Shape;259;p23"/>
          <p:cNvSpPr txBox="1"/>
          <p:nvPr/>
        </p:nvSpPr>
        <p:spPr>
          <a:xfrm>
            <a:off x="4674246" y="4995496"/>
            <a:ext cx="509598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This means that the computer will start in oobe mode after the reboot</a:t>
            </a:r>
            <a:endParaRPr sz="2400">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How to run SysPrep</a:t>
            </a:r>
            <a:endParaRPr/>
          </a:p>
        </p:txBody>
      </p:sp>
      <p:sp>
        <p:nvSpPr>
          <p:cNvPr id="265" name="Google Shape;265;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After personalizing the PC to your liking in Audit mode and creating the unattend file, we will “</a:t>
            </a:r>
            <a:r>
              <a:rPr lang="en-US">
                <a:solidFill>
                  <a:srgbClr val="7F7F7F"/>
                </a:solidFill>
              </a:rPr>
              <a:t>generalize</a:t>
            </a:r>
            <a:r>
              <a:rPr lang="en-US"/>
              <a:t>” the current windows</a:t>
            </a:r>
            <a:endParaRPr/>
          </a:p>
          <a:p>
            <a:pPr indent="-419100" lvl="0" marL="457200" rtl="0" algn="l">
              <a:lnSpc>
                <a:spcPct val="90000"/>
              </a:lnSpc>
              <a:spcBef>
                <a:spcPts val="900"/>
              </a:spcBef>
              <a:spcAft>
                <a:spcPts val="0"/>
              </a:spcAft>
              <a:buClr>
                <a:srgbClr val="7F7F7F"/>
              </a:buClr>
              <a:buSzPts val="3000"/>
              <a:buChar char="•"/>
            </a:pPr>
            <a:r>
              <a:rPr lang="en-US"/>
              <a:t>Through a CMD opened as admin:</a:t>
            </a:r>
            <a:endParaRPr/>
          </a:p>
          <a:p>
            <a:pPr indent="0" lvl="1" marL="520700" rtl="0" algn="l">
              <a:lnSpc>
                <a:spcPct val="90000"/>
              </a:lnSpc>
              <a:spcBef>
                <a:spcPts val="780"/>
              </a:spcBef>
              <a:spcAft>
                <a:spcPts val="0"/>
              </a:spcAft>
              <a:buSzPts val="2600"/>
              <a:buNone/>
            </a:pPr>
            <a:r>
              <a:rPr b="0" i="0" lang="en-US">
                <a:solidFill>
                  <a:srgbClr val="498DF1"/>
                </a:solidFill>
                <a:latin typeface="Arial"/>
                <a:ea typeface="Arial"/>
                <a:cs typeface="Arial"/>
                <a:sym typeface="Arial"/>
              </a:rPr>
              <a:t>C:/Windows/system32\sysprep\sysprep.exe /generalize /reboot /oobe</a:t>
            </a:r>
            <a:r>
              <a:rPr b="0" i="0" lang="en-US">
                <a:solidFill>
                  <a:srgbClr val="FF0000"/>
                </a:solidFill>
                <a:latin typeface="Arial"/>
                <a:ea typeface="Arial"/>
                <a:cs typeface="Arial"/>
                <a:sym typeface="Arial"/>
              </a:rPr>
              <a:t> </a:t>
            </a:r>
            <a:r>
              <a:rPr b="0" i="0" lang="en-US">
                <a:solidFill>
                  <a:srgbClr val="498DF1"/>
                </a:solidFill>
                <a:latin typeface="Arial"/>
                <a:ea typeface="Arial"/>
                <a:cs typeface="Arial"/>
                <a:sym typeface="Arial"/>
              </a:rPr>
              <a:t>/</a:t>
            </a:r>
            <a:r>
              <a:rPr b="0" i="0" lang="en-US">
                <a:solidFill>
                  <a:srgbClr val="FF0000"/>
                </a:solidFill>
                <a:latin typeface="Arial"/>
                <a:ea typeface="Arial"/>
                <a:cs typeface="Arial"/>
                <a:sym typeface="Arial"/>
              </a:rPr>
              <a:t>unattend:&lt;path to the file&gt;:\unattend</a:t>
            </a:r>
            <a:r>
              <a:rPr lang="en-US">
                <a:solidFill>
                  <a:srgbClr val="FF0000"/>
                </a:solidFill>
                <a:latin typeface="Arial"/>
                <a:ea typeface="Arial"/>
                <a:cs typeface="Arial"/>
                <a:sym typeface="Arial"/>
              </a:rPr>
              <a:t>.xml</a:t>
            </a:r>
            <a:endParaRPr>
              <a:solidFill>
                <a:srgbClr val="FF0000"/>
              </a:solidFill>
            </a:endParaRPr>
          </a:p>
          <a:p>
            <a:pPr indent="0" lvl="1" marL="520700" rtl="0" algn="l">
              <a:lnSpc>
                <a:spcPct val="90000"/>
              </a:lnSpc>
              <a:spcBef>
                <a:spcPts val="780"/>
              </a:spcBef>
              <a:spcAft>
                <a:spcPts val="0"/>
              </a:spcAft>
              <a:buSzPts val="2600"/>
              <a:buNone/>
            </a:pPr>
            <a:r>
              <a:t/>
            </a:r>
            <a:endParaRPr>
              <a:solidFill>
                <a:srgbClr val="FF0000"/>
              </a:solidFill>
            </a:endParaRPr>
          </a:p>
          <a:p>
            <a:pPr indent="-228600" lvl="0" marL="457200" rtl="0" algn="l">
              <a:lnSpc>
                <a:spcPct val="90000"/>
              </a:lnSpc>
              <a:spcBef>
                <a:spcPts val="900"/>
              </a:spcBef>
              <a:spcAft>
                <a:spcPts val="0"/>
              </a:spcAft>
              <a:buClr>
                <a:srgbClr val="7F7F7F"/>
              </a:buClr>
              <a:buSzPts val="3000"/>
              <a:buNone/>
            </a:pPr>
            <a:r>
              <a:t/>
            </a:r>
            <a:endParaRPr/>
          </a:p>
        </p:txBody>
      </p:sp>
      <p:cxnSp>
        <p:nvCxnSpPr>
          <p:cNvPr id="266" name="Google Shape;266;p24"/>
          <p:cNvCxnSpPr/>
          <p:nvPr/>
        </p:nvCxnSpPr>
        <p:spPr>
          <a:xfrm rot="10800000">
            <a:off x="6096000" y="4608576"/>
            <a:ext cx="431430" cy="419433"/>
          </a:xfrm>
          <a:prstGeom prst="straightConnector1">
            <a:avLst/>
          </a:prstGeom>
          <a:noFill/>
          <a:ln cap="flat" cmpd="sng" w="9525">
            <a:solidFill>
              <a:srgbClr val="FF0000"/>
            </a:solidFill>
            <a:prstDash val="solid"/>
            <a:round/>
            <a:headEnd len="sm" w="sm" type="none"/>
            <a:tailEnd len="med" w="med" type="triangle"/>
          </a:ln>
        </p:spPr>
      </p:cxnSp>
      <p:sp>
        <p:nvSpPr>
          <p:cNvPr id="267" name="Google Shape;267;p24"/>
          <p:cNvSpPr txBox="1"/>
          <p:nvPr/>
        </p:nvSpPr>
        <p:spPr>
          <a:xfrm>
            <a:off x="5350902" y="5028009"/>
            <a:ext cx="6243690"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This means “use specifically this unattended xml script to create the windows image”… this contains the users, passwords, apps ,etc all the personalization</a:t>
            </a:r>
            <a:endParaRPr sz="2400">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Answer file – or unattended.xml</a:t>
            </a:r>
            <a:endParaRPr/>
          </a:p>
        </p:txBody>
      </p:sp>
      <p:sp>
        <p:nvSpPr>
          <p:cNvPr id="273" name="Google Shape;273;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It’s an XML file which specifies the various setup options, includes:</a:t>
            </a:r>
            <a:endParaRPr/>
          </a:p>
          <a:p>
            <a:pPr indent="-393700" lvl="1" marL="914400" rtl="0" algn="l">
              <a:lnSpc>
                <a:spcPct val="90000"/>
              </a:lnSpc>
              <a:spcBef>
                <a:spcPts val="780"/>
              </a:spcBef>
              <a:spcAft>
                <a:spcPts val="0"/>
              </a:spcAft>
              <a:buSzPts val="2600"/>
              <a:buChar char="•"/>
            </a:pPr>
            <a:r>
              <a:rPr lang="en-US"/>
              <a:t>How to partitions disks</a:t>
            </a:r>
            <a:endParaRPr/>
          </a:p>
          <a:p>
            <a:pPr indent="-393700" lvl="1" marL="914400" rtl="0" algn="l">
              <a:lnSpc>
                <a:spcPct val="90000"/>
              </a:lnSpc>
              <a:spcBef>
                <a:spcPts val="780"/>
              </a:spcBef>
              <a:spcAft>
                <a:spcPts val="0"/>
              </a:spcAft>
              <a:buSzPts val="2600"/>
              <a:buChar char="•"/>
            </a:pPr>
            <a:r>
              <a:rPr lang="en-US"/>
              <a:t>Where to find the Windows image.</a:t>
            </a:r>
            <a:endParaRPr/>
          </a:p>
          <a:p>
            <a:pPr indent="-393700" lvl="1" marL="914400" rtl="0" algn="l">
              <a:lnSpc>
                <a:spcPct val="90000"/>
              </a:lnSpc>
              <a:spcBef>
                <a:spcPts val="780"/>
              </a:spcBef>
              <a:spcAft>
                <a:spcPts val="0"/>
              </a:spcAft>
              <a:buSzPts val="2600"/>
              <a:buChar char="•"/>
            </a:pPr>
            <a:r>
              <a:rPr lang="en-US"/>
              <a:t>The product key.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How to create the - Answer file</a:t>
            </a:r>
            <a:endParaRPr/>
          </a:p>
        </p:txBody>
      </p:sp>
      <p:sp>
        <p:nvSpPr>
          <p:cNvPr id="279" name="Google Shape;279;p26"/>
          <p:cNvSpPr txBox="1"/>
          <p:nvPr>
            <p:ph idx="1" type="body"/>
          </p:nvPr>
        </p:nvSpPr>
        <p:spPr>
          <a:xfrm>
            <a:off x="838200" y="1825625"/>
            <a:ext cx="5105400" cy="4351338"/>
          </a:xfrm>
          <a:prstGeom prst="rect">
            <a:avLst/>
          </a:prstGeom>
          <a:noFill/>
          <a:ln>
            <a:noFill/>
          </a:ln>
        </p:spPr>
        <p:txBody>
          <a:bodyPr anchorCtr="0" anchor="t" bIns="45700" lIns="91425" spcFirstLastPara="1" rIns="91425" wrap="square" tIns="45700">
            <a:normAutofit fontScale="92500" lnSpcReduction="10000"/>
          </a:bodyPr>
          <a:lstStyle/>
          <a:p>
            <a:pPr indent="-419100" lvl="0" marL="457200" rtl="0" algn="l">
              <a:lnSpc>
                <a:spcPct val="90000"/>
              </a:lnSpc>
              <a:spcBef>
                <a:spcPts val="900"/>
              </a:spcBef>
              <a:spcAft>
                <a:spcPts val="0"/>
              </a:spcAft>
              <a:buClr>
                <a:srgbClr val="7F7F7F"/>
              </a:buClr>
              <a:buSzPct val="108108"/>
              <a:buChar char="•"/>
            </a:pPr>
            <a:r>
              <a:rPr lang="en-US"/>
              <a:t>You must download the Windows Assessment and Deployment Kit (ADK) from: </a:t>
            </a:r>
            <a:r>
              <a:rPr lang="en-US" u="sng">
                <a:solidFill>
                  <a:schemeClr val="hlink"/>
                </a:solidFill>
                <a:hlinkClick r:id="rId3"/>
              </a:rPr>
              <a:t>https://go.microsoft.com/fwlink/?linkid=2243390</a:t>
            </a:r>
            <a:endParaRPr/>
          </a:p>
          <a:p>
            <a:pPr indent="-419100" lvl="0" marL="457200" rtl="0" algn="l">
              <a:lnSpc>
                <a:spcPct val="90000"/>
              </a:lnSpc>
              <a:spcBef>
                <a:spcPts val="900"/>
              </a:spcBef>
              <a:spcAft>
                <a:spcPts val="0"/>
              </a:spcAft>
              <a:buClr>
                <a:srgbClr val="7F7F7F"/>
              </a:buClr>
              <a:buSzPct val="108108"/>
              <a:buChar char="•"/>
            </a:pPr>
            <a:r>
              <a:rPr lang="en-US"/>
              <a:t>Then you must install it and run it</a:t>
            </a:r>
            <a:endParaRPr/>
          </a:p>
          <a:p>
            <a:pPr indent="-419100" lvl="0" marL="457200" rtl="0" algn="l">
              <a:lnSpc>
                <a:spcPct val="90000"/>
              </a:lnSpc>
              <a:spcBef>
                <a:spcPts val="900"/>
              </a:spcBef>
              <a:spcAft>
                <a:spcPts val="0"/>
              </a:spcAft>
              <a:buClr>
                <a:srgbClr val="7F7F7F"/>
              </a:buClr>
              <a:buSzPct val="108108"/>
              <a:buChar char="•"/>
            </a:pPr>
            <a:r>
              <a:rPr lang="en-US"/>
              <a:t>The ADK has a GUI to help you select what you wish to keep in your generalized version of Windows</a:t>
            </a:r>
            <a:endParaRPr/>
          </a:p>
          <a:p>
            <a:pPr indent="-228600" lvl="0" marL="457200" rtl="0" algn="l">
              <a:lnSpc>
                <a:spcPct val="90000"/>
              </a:lnSpc>
              <a:spcBef>
                <a:spcPts val="900"/>
              </a:spcBef>
              <a:spcAft>
                <a:spcPts val="0"/>
              </a:spcAft>
              <a:buClr>
                <a:srgbClr val="7F7F7F"/>
              </a:buClr>
              <a:buSzPct val="108108"/>
              <a:buNone/>
            </a:pPr>
            <a:r>
              <a:t/>
            </a:r>
            <a:endParaRPr/>
          </a:p>
        </p:txBody>
      </p:sp>
      <p:pic>
        <p:nvPicPr>
          <p:cNvPr descr="Windows 10 deployment scenarios and tools - Windows Deployment | Microsoft  Learn" id="280" name="Google Shape;280;p26"/>
          <p:cNvPicPr preferRelativeResize="0"/>
          <p:nvPr/>
        </p:nvPicPr>
        <p:blipFill rotWithShape="1">
          <a:blip r:embed="rId4">
            <a:alphaModFix/>
          </a:blip>
          <a:srcRect b="0" l="0" r="0" t="0"/>
          <a:stretch/>
        </p:blipFill>
        <p:spPr>
          <a:xfrm>
            <a:off x="6411705" y="1879414"/>
            <a:ext cx="5023747" cy="435133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Assignment 3- Practical Examination - deliverables</a:t>
            </a:r>
            <a:endParaRPr/>
          </a:p>
        </p:txBody>
      </p:sp>
      <p:sp>
        <p:nvSpPr>
          <p:cNvPr id="286" name="Google Shape;286;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SzPts val="3000"/>
              <a:buFont typeface="Noto Sans Symbols"/>
              <a:buChar char="✔"/>
            </a:pPr>
            <a:r>
              <a:rPr lang="en-US"/>
              <a:t>Part 1 (3%): Creating a Windows 11 VM access the audit mode and connect it to the internet. </a:t>
            </a:r>
            <a:endParaRPr/>
          </a:p>
          <a:p>
            <a:pPr indent="-419100" lvl="0" marL="457200" rtl="0" algn="l">
              <a:lnSpc>
                <a:spcPct val="90000"/>
              </a:lnSpc>
              <a:spcBef>
                <a:spcPts val="900"/>
              </a:spcBef>
              <a:spcAft>
                <a:spcPts val="0"/>
              </a:spcAft>
              <a:buSzPts val="3000"/>
              <a:buFont typeface="Noto Sans Symbols"/>
              <a:buChar char="✔"/>
            </a:pPr>
            <a:r>
              <a:rPr lang="en-US"/>
              <a:t>Part 2 (6%):  Customize user profile of the PC based on requirements  + Creating an Answer file + Running SysPrep</a:t>
            </a:r>
            <a:endParaRPr/>
          </a:p>
          <a:p>
            <a:pPr indent="-419100" lvl="0" marL="457200" rtl="0" algn="l">
              <a:lnSpc>
                <a:spcPct val="90000"/>
              </a:lnSpc>
              <a:spcBef>
                <a:spcPts val="900"/>
              </a:spcBef>
              <a:spcAft>
                <a:spcPts val="0"/>
              </a:spcAft>
              <a:buClr>
                <a:srgbClr val="7F7F7F"/>
              </a:buClr>
              <a:buSzPts val="3000"/>
              <a:buChar char="•"/>
            </a:pPr>
            <a:r>
              <a:rPr lang="en-US"/>
              <a:t>Part 3 (5%): TBD (Next week)</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Before and After running Sysprep</a:t>
            </a:r>
            <a:endParaRPr/>
          </a:p>
        </p:txBody>
      </p:sp>
      <p:sp>
        <p:nvSpPr>
          <p:cNvPr id="292" name="Google Shape;292;p28"/>
          <p:cNvSpPr txBox="1"/>
          <p:nvPr>
            <p:ph idx="1" type="body"/>
          </p:nvPr>
        </p:nvSpPr>
        <p:spPr>
          <a:xfrm>
            <a:off x="838200" y="4186105"/>
            <a:ext cx="10515600" cy="1990857"/>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sz="1800">
                <a:latin typeface="Calibri"/>
                <a:ea typeface="Calibri"/>
                <a:cs typeface="Calibri"/>
                <a:sym typeface="Calibri"/>
              </a:rPr>
              <a:t>The System Preparation Tool is a built-in tool which is used to duplicate, test and deliver new installations of Windows. </a:t>
            </a:r>
            <a:endParaRPr/>
          </a:p>
          <a:p>
            <a:pPr indent="-419100" lvl="0" marL="457200" rtl="0" algn="l">
              <a:lnSpc>
                <a:spcPct val="90000"/>
              </a:lnSpc>
              <a:spcBef>
                <a:spcPts val="900"/>
              </a:spcBef>
              <a:spcAft>
                <a:spcPts val="0"/>
              </a:spcAft>
              <a:buClr>
                <a:srgbClr val="7F7F7F"/>
              </a:buClr>
              <a:buSzPts val="3000"/>
              <a:buChar char="•"/>
            </a:pPr>
            <a:r>
              <a:rPr lang="en-US" sz="1800">
                <a:latin typeface="Calibri"/>
                <a:ea typeface="Calibri"/>
                <a:cs typeface="Calibri"/>
                <a:sym typeface="Calibri"/>
              </a:rPr>
              <a:t>One of the procedures sysprep did was to remove the security identifier so that your current installation of Windows 11 can be re-used on different machines while preserving your software and preferences. </a:t>
            </a:r>
            <a:endParaRPr/>
          </a:p>
          <a:p>
            <a:pPr indent="-419100" lvl="0" marL="457200" rtl="0" algn="l">
              <a:lnSpc>
                <a:spcPct val="90000"/>
              </a:lnSpc>
              <a:spcBef>
                <a:spcPts val="900"/>
              </a:spcBef>
              <a:spcAft>
                <a:spcPts val="0"/>
              </a:spcAft>
              <a:buClr>
                <a:srgbClr val="7F7F7F"/>
              </a:buClr>
              <a:buSzPts val="3000"/>
              <a:buChar char="•"/>
            </a:pPr>
            <a:r>
              <a:rPr lang="en-US" sz="1800">
                <a:latin typeface="Calibri"/>
                <a:ea typeface="Calibri"/>
                <a:cs typeface="Calibri"/>
                <a:sym typeface="Calibri"/>
              </a:rPr>
              <a:t>The Generalized Windows Installation is currently inside the VHDX and still cannot be used on another PC.</a:t>
            </a:r>
            <a:endParaRPr/>
          </a:p>
        </p:txBody>
      </p:sp>
      <p:sp>
        <p:nvSpPr>
          <p:cNvPr id="293" name="Google Shape;293;p28"/>
          <p:cNvSpPr/>
          <p:nvPr/>
        </p:nvSpPr>
        <p:spPr>
          <a:xfrm>
            <a:off x="759174" y="2713170"/>
            <a:ext cx="1784774" cy="564115"/>
          </a:xfrm>
          <a:prstGeom prst="rect">
            <a:avLst/>
          </a:prstGeom>
          <a:solidFill>
            <a:srgbClr val="4472C4"/>
          </a:solidFill>
          <a:ln cap="flat" cmpd="sng" w="12700">
            <a:solidFill>
              <a:srgbClr val="09101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 C drive (VHDX)</a:t>
            </a:r>
            <a:endParaRPr b="0" i="0" sz="1800" u="none" cap="none" strike="noStrike">
              <a:solidFill>
                <a:schemeClr val="dk1"/>
              </a:solidFill>
              <a:latin typeface="Arial"/>
              <a:ea typeface="Arial"/>
              <a:cs typeface="Arial"/>
              <a:sym typeface="Arial"/>
            </a:endParaRPr>
          </a:p>
        </p:txBody>
      </p:sp>
      <p:sp>
        <p:nvSpPr>
          <p:cNvPr id="294" name="Google Shape;294;p28"/>
          <p:cNvSpPr/>
          <p:nvPr/>
        </p:nvSpPr>
        <p:spPr>
          <a:xfrm>
            <a:off x="2607921" y="2720957"/>
            <a:ext cx="1310031" cy="564115"/>
          </a:xfrm>
          <a:prstGeom prst="rect">
            <a:avLst/>
          </a:prstGeom>
          <a:solidFill>
            <a:srgbClr val="ED7D31"/>
          </a:solidFill>
          <a:ln cap="flat" cmpd="sng" w="12700">
            <a:solidFill>
              <a:srgbClr val="26110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CD/DVD drive (.ISO)  </a:t>
            </a:r>
            <a:endParaRPr b="0" i="0" sz="1800" u="none" cap="none" strike="noStrike">
              <a:solidFill>
                <a:schemeClr val="dk1"/>
              </a:solidFill>
              <a:latin typeface="Arial"/>
              <a:ea typeface="Arial"/>
              <a:cs typeface="Arial"/>
              <a:sym typeface="Arial"/>
            </a:endParaRPr>
          </a:p>
        </p:txBody>
      </p:sp>
      <p:sp>
        <p:nvSpPr>
          <p:cNvPr id="295" name="Google Shape;295;p28"/>
          <p:cNvSpPr/>
          <p:nvPr/>
        </p:nvSpPr>
        <p:spPr>
          <a:xfrm>
            <a:off x="3992710" y="2738880"/>
            <a:ext cx="1310031" cy="564115"/>
          </a:xfrm>
          <a:prstGeom prst="rect">
            <a:avLst/>
          </a:prstGeom>
          <a:solidFill>
            <a:srgbClr val="70AD47"/>
          </a:solidFill>
          <a:ln cap="flat" cmpd="sng" w="12700">
            <a:solidFill>
              <a:srgbClr val="10190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D drive (additional VHDX)  </a:t>
            </a:r>
            <a:endParaRPr b="0" i="0" sz="1800" u="none" cap="none" strike="noStrike">
              <a:solidFill>
                <a:schemeClr val="dk1"/>
              </a:solidFill>
              <a:latin typeface="Arial"/>
              <a:ea typeface="Arial"/>
              <a:cs typeface="Arial"/>
              <a:sym typeface="Arial"/>
            </a:endParaRPr>
          </a:p>
        </p:txBody>
      </p:sp>
      <p:sp>
        <p:nvSpPr>
          <p:cNvPr id="296" name="Google Shape;296;p28"/>
          <p:cNvSpPr/>
          <p:nvPr/>
        </p:nvSpPr>
        <p:spPr>
          <a:xfrm>
            <a:off x="762793" y="2452820"/>
            <a:ext cx="1791300" cy="213679"/>
          </a:xfrm>
          <a:prstGeom prst="rect">
            <a:avLst/>
          </a:prstGeom>
          <a:solidFill>
            <a:srgbClr val="4472C4"/>
          </a:solidFill>
          <a:ln cap="flat" cmpd="sng" w="12700">
            <a:solidFill>
              <a:srgbClr val="09101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800"/>
              <a:buFont typeface="Calibri"/>
              <a:buNone/>
            </a:pPr>
            <a:r>
              <a:rPr b="0" i="0" lang="en-US" sz="800" u="none" cap="none" strike="noStrike">
                <a:solidFill>
                  <a:schemeClr val="dk1"/>
                </a:solidFill>
                <a:latin typeface="Calibri"/>
                <a:ea typeface="Calibri"/>
                <a:cs typeface="Calibri"/>
                <a:sym typeface="Calibri"/>
              </a:rPr>
              <a:t>Windows Instllation</a:t>
            </a:r>
            <a:endParaRPr b="0" i="0" sz="1800" u="none" cap="none" strike="noStrike">
              <a:solidFill>
                <a:schemeClr val="dk1"/>
              </a:solidFill>
              <a:latin typeface="Arial"/>
              <a:ea typeface="Arial"/>
              <a:cs typeface="Arial"/>
              <a:sym typeface="Arial"/>
            </a:endParaRPr>
          </a:p>
        </p:txBody>
      </p:sp>
      <p:sp>
        <p:nvSpPr>
          <p:cNvPr id="297" name="Google Shape;297;p28"/>
          <p:cNvSpPr/>
          <p:nvPr/>
        </p:nvSpPr>
        <p:spPr>
          <a:xfrm>
            <a:off x="2599712" y="2452821"/>
            <a:ext cx="1318240" cy="206746"/>
          </a:xfrm>
          <a:prstGeom prst="rect">
            <a:avLst/>
          </a:prstGeom>
          <a:solidFill>
            <a:srgbClr val="A5A5A5"/>
          </a:solidFill>
          <a:ln cap="flat" cmpd="sng" w="12700">
            <a:solidFill>
              <a:srgbClr val="18181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800"/>
              <a:buFont typeface="Calibri"/>
              <a:buNone/>
            </a:pPr>
            <a:r>
              <a:rPr b="0" i="0" lang="en-US" sz="800" u="none" cap="none" strike="noStrike">
                <a:solidFill>
                  <a:schemeClr val="dk1"/>
                </a:solidFill>
                <a:latin typeface="Calibri"/>
                <a:ea typeface="Calibri"/>
                <a:cs typeface="Calibri"/>
                <a:sym typeface="Calibri"/>
              </a:rPr>
              <a:t>ISO</a:t>
            </a:r>
            <a:endParaRPr b="0" i="0" sz="1800" u="none" cap="none" strike="noStrike">
              <a:solidFill>
                <a:schemeClr val="dk1"/>
              </a:solidFill>
              <a:latin typeface="Arial"/>
              <a:ea typeface="Arial"/>
              <a:cs typeface="Arial"/>
              <a:sym typeface="Arial"/>
            </a:endParaRPr>
          </a:p>
        </p:txBody>
      </p:sp>
      <p:sp>
        <p:nvSpPr>
          <p:cNvPr id="298" name="Google Shape;298;p28"/>
          <p:cNvSpPr/>
          <p:nvPr/>
        </p:nvSpPr>
        <p:spPr>
          <a:xfrm>
            <a:off x="419448" y="1970839"/>
            <a:ext cx="4667679" cy="53860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latin typeface="Calibri"/>
                <a:ea typeface="Calibri"/>
                <a:cs typeface="Calibri"/>
                <a:sym typeface="Calibri"/>
              </a:rPr>
              <a:t>Before Sysprep:</a:t>
            </a:r>
            <a:endParaRPr b="0" i="0" sz="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9" name="Google Shape;299;p28"/>
          <p:cNvSpPr/>
          <p:nvPr/>
        </p:nvSpPr>
        <p:spPr>
          <a:xfrm>
            <a:off x="419449" y="2448057"/>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0" name="Google Shape;300;p28"/>
          <p:cNvSpPr/>
          <p:nvPr/>
        </p:nvSpPr>
        <p:spPr>
          <a:xfrm>
            <a:off x="5971832" y="2737885"/>
            <a:ext cx="1784774" cy="564115"/>
          </a:xfrm>
          <a:prstGeom prst="rect">
            <a:avLst/>
          </a:prstGeom>
          <a:solidFill>
            <a:srgbClr val="4472C4"/>
          </a:solidFill>
          <a:ln cap="flat" cmpd="sng" w="12700">
            <a:solidFill>
              <a:srgbClr val="09101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 C drive (VHDX)</a:t>
            </a:r>
            <a:endParaRPr b="0" i="0" sz="1800" u="none" cap="none" strike="noStrike">
              <a:solidFill>
                <a:schemeClr val="dk1"/>
              </a:solidFill>
              <a:latin typeface="Arial"/>
              <a:ea typeface="Arial"/>
              <a:cs typeface="Arial"/>
              <a:sym typeface="Arial"/>
            </a:endParaRPr>
          </a:p>
        </p:txBody>
      </p:sp>
      <p:sp>
        <p:nvSpPr>
          <p:cNvPr id="301" name="Google Shape;301;p28"/>
          <p:cNvSpPr/>
          <p:nvPr/>
        </p:nvSpPr>
        <p:spPr>
          <a:xfrm>
            <a:off x="7835597" y="2744235"/>
            <a:ext cx="1310031" cy="564115"/>
          </a:xfrm>
          <a:prstGeom prst="rect">
            <a:avLst/>
          </a:prstGeom>
          <a:solidFill>
            <a:srgbClr val="ED7D31"/>
          </a:solidFill>
          <a:ln cap="flat" cmpd="sng" w="12700">
            <a:solidFill>
              <a:srgbClr val="26110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CD/DVD drive </a:t>
            </a:r>
            <a:endParaRPr b="0" i="0" sz="1800" u="none" cap="none" strike="noStrike">
              <a:solidFill>
                <a:schemeClr val="dk1"/>
              </a:solidFill>
              <a:latin typeface="Arial"/>
              <a:ea typeface="Arial"/>
              <a:cs typeface="Arial"/>
              <a:sym typeface="Arial"/>
            </a:endParaRPr>
          </a:p>
        </p:txBody>
      </p:sp>
      <p:sp>
        <p:nvSpPr>
          <p:cNvPr id="302" name="Google Shape;302;p28"/>
          <p:cNvSpPr/>
          <p:nvPr/>
        </p:nvSpPr>
        <p:spPr>
          <a:xfrm>
            <a:off x="9224619" y="2761699"/>
            <a:ext cx="1310031" cy="531300"/>
          </a:xfrm>
          <a:prstGeom prst="rect">
            <a:avLst/>
          </a:prstGeom>
          <a:solidFill>
            <a:srgbClr val="70AD47"/>
          </a:solidFill>
          <a:ln cap="flat" cmpd="sng" w="12700">
            <a:solidFill>
              <a:srgbClr val="10190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D drive (additional VHDX)  </a:t>
            </a:r>
            <a:endParaRPr b="0" i="0" sz="1800" u="none" cap="none" strike="noStrike">
              <a:solidFill>
                <a:schemeClr val="dk1"/>
              </a:solidFill>
              <a:latin typeface="Arial"/>
              <a:ea typeface="Arial"/>
              <a:cs typeface="Arial"/>
              <a:sym typeface="Arial"/>
            </a:endParaRPr>
          </a:p>
        </p:txBody>
      </p:sp>
      <p:sp>
        <p:nvSpPr>
          <p:cNvPr id="303" name="Google Shape;303;p28"/>
          <p:cNvSpPr/>
          <p:nvPr/>
        </p:nvSpPr>
        <p:spPr>
          <a:xfrm>
            <a:off x="5970243" y="2452820"/>
            <a:ext cx="1791300" cy="240765"/>
          </a:xfrm>
          <a:prstGeom prst="rect">
            <a:avLst/>
          </a:prstGeom>
          <a:solidFill>
            <a:srgbClr val="A5A5A5"/>
          </a:solidFill>
          <a:ln cap="flat" cmpd="sng" w="12700">
            <a:solidFill>
              <a:srgbClr val="18181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800"/>
              <a:buFont typeface="Calibri"/>
              <a:buNone/>
            </a:pPr>
            <a:r>
              <a:rPr b="0" i="0" lang="en-US" sz="800" u="none" cap="none" strike="noStrike">
                <a:solidFill>
                  <a:schemeClr val="dk1"/>
                </a:solidFill>
                <a:latin typeface="Calibri"/>
                <a:ea typeface="Calibri"/>
                <a:cs typeface="Calibri"/>
                <a:sym typeface="Calibri"/>
              </a:rPr>
              <a:t>Generalized Windows Installation</a:t>
            </a:r>
            <a:endParaRPr b="0" i="0" sz="1800" u="none" cap="none" strike="noStrike">
              <a:solidFill>
                <a:schemeClr val="dk1"/>
              </a:solidFill>
              <a:latin typeface="Arial"/>
              <a:ea typeface="Arial"/>
              <a:cs typeface="Arial"/>
              <a:sym typeface="Arial"/>
            </a:endParaRPr>
          </a:p>
        </p:txBody>
      </p:sp>
      <p:sp>
        <p:nvSpPr>
          <p:cNvPr id="304" name="Google Shape;304;p28"/>
          <p:cNvSpPr/>
          <p:nvPr/>
        </p:nvSpPr>
        <p:spPr>
          <a:xfrm>
            <a:off x="7817650" y="2508286"/>
            <a:ext cx="1310031" cy="193944"/>
          </a:xfrm>
          <a:prstGeom prst="rect">
            <a:avLst/>
          </a:prstGeom>
          <a:solidFill>
            <a:srgbClr val="F4B083"/>
          </a:solidFill>
          <a:ln cap="flat" cmpd="sng" w="12700">
            <a:solidFill>
              <a:srgbClr val="18181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800"/>
              <a:buFont typeface="Calibri"/>
              <a:buNone/>
            </a:pPr>
            <a:r>
              <a:rPr b="0" i="0" lang="en-US" sz="800" u="none" cap="none" strike="noStrike">
                <a:solidFill>
                  <a:schemeClr val="dk1"/>
                </a:solidFill>
                <a:latin typeface="Calibri"/>
                <a:ea typeface="Calibri"/>
                <a:cs typeface="Calibri"/>
                <a:sym typeface="Calibri"/>
              </a:rPr>
              <a:t>ISO</a:t>
            </a:r>
            <a:endParaRPr b="0" i="0" sz="1800" u="none" cap="none" strike="noStrike">
              <a:solidFill>
                <a:schemeClr val="dk1"/>
              </a:solidFill>
              <a:latin typeface="Arial"/>
              <a:ea typeface="Arial"/>
              <a:cs typeface="Arial"/>
              <a:sym typeface="Arial"/>
            </a:endParaRPr>
          </a:p>
        </p:txBody>
      </p:sp>
      <p:sp>
        <p:nvSpPr>
          <p:cNvPr id="305" name="Google Shape;305;p28"/>
          <p:cNvSpPr/>
          <p:nvPr/>
        </p:nvSpPr>
        <p:spPr>
          <a:xfrm>
            <a:off x="5121479" y="1579695"/>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6" name="Google Shape;306;p28"/>
          <p:cNvSpPr/>
          <p:nvPr/>
        </p:nvSpPr>
        <p:spPr>
          <a:xfrm>
            <a:off x="5833574" y="1702002"/>
            <a:ext cx="5057571" cy="707886"/>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latin typeface="Calibri"/>
                <a:ea typeface="Calibri"/>
                <a:cs typeface="Calibri"/>
                <a:sym typeface="Calibri"/>
              </a:rPr>
              <a:t>After Sysprep:</a:t>
            </a:r>
            <a:endParaRPr b="0" i="0" sz="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7" name="Google Shape;307;p28"/>
          <p:cNvSpPr/>
          <p:nvPr/>
        </p:nvSpPr>
        <p:spPr>
          <a:xfrm>
            <a:off x="5121479" y="2494095"/>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Saving the Wim image</a:t>
            </a:r>
            <a:endParaRPr/>
          </a:p>
        </p:txBody>
      </p:sp>
      <p:sp>
        <p:nvSpPr>
          <p:cNvPr id="313" name="Google Shape;313;p29"/>
          <p:cNvSpPr txBox="1"/>
          <p:nvPr>
            <p:ph idx="1" type="body"/>
          </p:nvPr>
        </p:nvSpPr>
        <p:spPr>
          <a:xfrm>
            <a:off x="976313" y="3600449"/>
            <a:ext cx="5970587" cy="2254251"/>
          </a:xfrm>
          <a:prstGeom prst="rect">
            <a:avLst/>
          </a:prstGeom>
          <a:noFill/>
          <a:ln>
            <a:noFill/>
          </a:ln>
        </p:spPr>
        <p:txBody>
          <a:bodyPr anchorCtr="0" anchor="t" bIns="45700" lIns="91425" spcFirstLastPara="1" rIns="91425" wrap="square" tIns="45700">
            <a:normAutofit lnSpcReduction="10000"/>
          </a:bodyPr>
          <a:lstStyle/>
          <a:p>
            <a:pPr indent="-419100" lvl="0" marL="457200" rtl="0" algn="l">
              <a:lnSpc>
                <a:spcPct val="90000"/>
              </a:lnSpc>
              <a:spcBef>
                <a:spcPts val="900"/>
              </a:spcBef>
              <a:spcAft>
                <a:spcPts val="0"/>
              </a:spcAft>
              <a:buClr>
                <a:srgbClr val="7F7F7F"/>
              </a:buClr>
              <a:buSzPts val="3000"/>
              <a:buChar char="•"/>
            </a:pPr>
            <a:r>
              <a:rPr lang="en-US" sz="1800">
                <a:latin typeface="Calibri"/>
                <a:ea typeface="Calibri"/>
                <a:cs typeface="Calibri"/>
                <a:sym typeface="Calibri"/>
              </a:rPr>
              <a:t>The Deployment Image Servicing and Management (DISM) is another command line tool that allows you to “capture” the customized image and move it to a different location.</a:t>
            </a:r>
            <a:endParaRPr/>
          </a:p>
          <a:p>
            <a:pPr indent="-419100" lvl="0" marL="457200" rtl="0" algn="l">
              <a:lnSpc>
                <a:spcPct val="90000"/>
              </a:lnSpc>
              <a:spcBef>
                <a:spcPts val="900"/>
              </a:spcBef>
              <a:spcAft>
                <a:spcPts val="0"/>
              </a:spcAft>
              <a:buClr>
                <a:srgbClr val="7F7F7F"/>
              </a:buClr>
              <a:buSzPts val="3000"/>
              <a:buChar char="•"/>
            </a:pPr>
            <a:r>
              <a:rPr lang="en-US" sz="1800">
                <a:latin typeface="Calibri"/>
                <a:ea typeface="Calibri"/>
                <a:cs typeface="Calibri"/>
                <a:sym typeface="Calibri"/>
              </a:rPr>
              <a:t>To do that we want to run the </a:t>
            </a:r>
            <a:r>
              <a:rPr lang="en-US" sz="1800">
                <a:solidFill>
                  <a:srgbClr val="000000"/>
                </a:solidFill>
                <a:latin typeface="Consolas"/>
                <a:ea typeface="Consolas"/>
                <a:cs typeface="Consolas"/>
                <a:sym typeface="Consolas"/>
              </a:rPr>
              <a:t>/capture-image</a:t>
            </a:r>
            <a:r>
              <a:rPr lang="en-US" sz="1100"/>
              <a:t> </a:t>
            </a:r>
            <a:r>
              <a:rPr lang="en-US" sz="1800">
                <a:latin typeface="Calibri"/>
                <a:ea typeface="Calibri"/>
                <a:cs typeface="Calibri"/>
                <a:sym typeface="Calibri"/>
              </a:rPr>
              <a:t>command inside a command prompt. This will create our own install.wim file. </a:t>
            </a:r>
            <a:br>
              <a:rPr lang="en-US" sz="1800">
                <a:solidFill>
                  <a:srgbClr val="000000"/>
                </a:solidFill>
                <a:latin typeface="Consolas"/>
                <a:ea typeface="Consolas"/>
                <a:cs typeface="Consolas"/>
                <a:sym typeface="Consolas"/>
              </a:rPr>
            </a:br>
            <a:r>
              <a:rPr lang="en-US" sz="1800">
                <a:latin typeface="Calibri"/>
                <a:ea typeface="Calibri"/>
                <a:cs typeface="Calibri"/>
                <a:sym typeface="Calibri"/>
              </a:rPr>
              <a:t> </a:t>
            </a:r>
            <a:endParaRPr/>
          </a:p>
        </p:txBody>
      </p:sp>
      <p:sp>
        <p:nvSpPr>
          <p:cNvPr id="314" name="Google Shape;314;p29"/>
          <p:cNvSpPr/>
          <p:nvPr/>
        </p:nvSpPr>
        <p:spPr>
          <a:xfrm>
            <a:off x="3616325" y="2647028"/>
            <a:ext cx="1736725" cy="523875"/>
          </a:xfrm>
          <a:prstGeom prst="rect">
            <a:avLst/>
          </a:prstGeom>
          <a:solidFill>
            <a:srgbClr val="4472C4"/>
          </a:solidFill>
          <a:ln cap="flat" cmpd="sng" w="12700">
            <a:solidFill>
              <a:srgbClr val="09101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 C drive (VHDX)</a:t>
            </a:r>
            <a:endParaRPr b="0" i="0" sz="1800" u="none" cap="none" strike="noStrike">
              <a:solidFill>
                <a:schemeClr val="dk1"/>
              </a:solidFill>
              <a:latin typeface="Arial"/>
              <a:ea typeface="Arial"/>
              <a:cs typeface="Arial"/>
              <a:sym typeface="Arial"/>
            </a:endParaRPr>
          </a:p>
        </p:txBody>
      </p:sp>
      <p:sp>
        <p:nvSpPr>
          <p:cNvPr id="315" name="Google Shape;315;p29"/>
          <p:cNvSpPr/>
          <p:nvPr/>
        </p:nvSpPr>
        <p:spPr>
          <a:xfrm>
            <a:off x="5429250" y="2651790"/>
            <a:ext cx="1274763" cy="523875"/>
          </a:xfrm>
          <a:prstGeom prst="rect">
            <a:avLst/>
          </a:prstGeom>
          <a:solidFill>
            <a:srgbClr val="ED7D31"/>
          </a:solidFill>
          <a:ln cap="flat" cmpd="sng" w="12700">
            <a:solidFill>
              <a:srgbClr val="26110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CD/DVD drive </a:t>
            </a:r>
            <a:endParaRPr b="0" i="0" sz="1800" u="none" cap="none" strike="noStrike">
              <a:solidFill>
                <a:schemeClr val="dk1"/>
              </a:solidFill>
              <a:latin typeface="Arial"/>
              <a:ea typeface="Arial"/>
              <a:cs typeface="Arial"/>
              <a:sym typeface="Arial"/>
            </a:endParaRPr>
          </a:p>
        </p:txBody>
      </p:sp>
      <p:sp>
        <p:nvSpPr>
          <p:cNvPr id="316" name="Google Shape;316;p29"/>
          <p:cNvSpPr/>
          <p:nvPr/>
        </p:nvSpPr>
        <p:spPr>
          <a:xfrm>
            <a:off x="6805613" y="2647028"/>
            <a:ext cx="1274762" cy="523875"/>
          </a:xfrm>
          <a:prstGeom prst="rect">
            <a:avLst/>
          </a:prstGeom>
          <a:solidFill>
            <a:srgbClr val="70AD47"/>
          </a:solidFill>
          <a:ln cap="flat" cmpd="sng" w="12700">
            <a:solidFill>
              <a:srgbClr val="10190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D drive (additional VHDX)  </a:t>
            </a:r>
            <a:endParaRPr b="0" i="0" sz="1800" u="none" cap="none" strike="noStrike">
              <a:solidFill>
                <a:schemeClr val="dk1"/>
              </a:solidFill>
              <a:latin typeface="Arial"/>
              <a:ea typeface="Arial"/>
              <a:cs typeface="Arial"/>
              <a:sym typeface="Arial"/>
            </a:endParaRPr>
          </a:p>
        </p:txBody>
      </p:sp>
      <p:sp>
        <p:nvSpPr>
          <p:cNvPr id="317" name="Google Shape;317;p29"/>
          <p:cNvSpPr/>
          <p:nvPr/>
        </p:nvSpPr>
        <p:spPr>
          <a:xfrm>
            <a:off x="3635375" y="2381915"/>
            <a:ext cx="1701800" cy="198438"/>
          </a:xfrm>
          <a:prstGeom prst="rect">
            <a:avLst/>
          </a:prstGeom>
          <a:solidFill>
            <a:srgbClr val="A5A5A5"/>
          </a:solidFill>
          <a:ln cap="flat" cmpd="sng" w="12700">
            <a:solidFill>
              <a:srgbClr val="18181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800"/>
              <a:buFont typeface="Calibri"/>
              <a:buNone/>
            </a:pPr>
            <a:r>
              <a:rPr b="0" i="0" lang="en-US" sz="800" u="none" cap="none" strike="noStrike">
                <a:solidFill>
                  <a:schemeClr val="dk1"/>
                </a:solidFill>
                <a:latin typeface="Calibri"/>
                <a:ea typeface="Calibri"/>
                <a:cs typeface="Calibri"/>
                <a:sym typeface="Calibri"/>
              </a:rPr>
              <a:t>Generalized Windows Installation</a:t>
            </a:r>
            <a:endParaRPr b="0" i="0" sz="1800" u="none" cap="none" strike="noStrike">
              <a:solidFill>
                <a:schemeClr val="dk1"/>
              </a:solidFill>
              <a:latin typeface="Arial"/>
              <a:ea typeface="Arial"/>
              <a:cs typeface="Arial"/>
              <a:sym typeface="Arial"/>
            </a:endParaRPr>
          </a:p>
        </p:txBody>
      </p:sp>
      <p:sp>
        <p:nvSpPr>
          <p:cNvPr id="318" name="Google Shape;318;p29"/>
          <p:cNvSpPr/>
          <p:nvPr/>
        </p:nvSpPr>
        <p:spPr>
          <a:xfrm>
            <a:off x="5449888" y="2393028"/>
            <a:ext cx="1239837" cy="198437"/>
          </a:xfrm>
          <a:prstGeom prst="rect">
            <a:avLst/>
          </a:prstGeom>
          <a:solidFill>
            <a:srgbClr val="F4B083"/>
          </a:solidFill>
          <a:ln cap="flat" cmpd="sng" w="12700">
            <a:solidFill>
              <a:srgbClr val="18181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800"/>
              <a:buFont typeface="Calibri"/>
              <a:buNone/>
            </a:pPr>
            <a:r>
              <a:rPr b="0" i="0" lang="en-US" sz="800" u="none" cap="none" strike="noStrike">
                <a:solidFill>
                  <a:schemeClr val="dk1"/>
                </a:solidFill>
                <a:latin typeface="Calibri"/>
                <a:ea typeface="Calibri"/>
                <a:cs typeface="Calibri"/>
                <a:sym typeface="Calibri"/>
              </a:rPr>
              <a:t>ISO</a:t>
            </a:r>
            <a:endParaRPr b="0" i="0" sz="1800" u="none" cap="none" strike="noStrike">
              <a:solidFill>
                <a:schemeClr val="dk1"/>
              </a:solidFill>
              <a:latin typeface="Arial"/>
              <a:ea typeface="Arial"/>
              <a:cs typeface="Arial"/>
              <a:sym typeface="Arial"/>
            </a:endParaRPr>
          </a:p>
        </p:txBody>
      </p:sp>
      <p:sp>
        <p:nvSpPr>
          <p:cNvPr id="319" name="Google Shape;319;p29"/>
          <p:cNvSpPr/>
          <p:nvPr/>
        </p:nvSpPr>
        <p:spPr>
          <a:xfrm>
            <a:off x="6410960" y="2380343"/>
            <a:ext cx="96520" cy="187960"/>
          </a:xfrm>
          <a:prstGeom prst="rect">
            <a:avLst/>
          </a:prstGeom>
          <a:solidFill>
            <a:srgbClr val="3477B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20" name="Google Shape;320;p29"/>
          <p:cNvSpPr txBox="1"/>
          <p:nvPr/>
        </p:nvSpPr>
        <p:spPr>
          <a:xfrm>
            <a:off x="5438775" y="1885028"/>
            <a:ext cx="1173163" cy="3048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Reference Image</a:t>
            </a:r>
            <a:endParaRPr b="0" i="0" sz="1800" u="none" cap="none" strike="noStrike">
              <a:solidFill>
                <a:schemeClr val="dk1"/>
              </a:solidFill>
              <a:latin typeface="Arial"/>
              <a:ea typeface="Arial"/>
              <a:cs typeface="Arial"/>
              <a:sym typeface="Arial"/>
            </a:endParaRPr>
          </a:p>
        </p:txBody>
      </p:sp>
      <p:sp>
        <p:nvSpPr>
          <p:cNvPr id="321" name="Google Shape;321;p29"/>
          <p:cNvSpPr/>
          <p:nvPr/>
        </p:nvSpPr>
        <p:spPr>
          <a:xfrm>
            <a:off x="7807960" y="2385423"/>
            <a:ext cx="96520" cy="187960"/>
          </a:xfrm>
          <a:prstGeom prst="rect">
            <a:avLst/>
          </a:prstGeom>
          <a:solidFill>
            <a:srgbClr val="00B05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22" name="Google Shape;322;p29"/>
          <p:cNvSpPr txBox="1"/>
          <p:nvPr/>
        </p:nvSpPr>
        <p:spPr>
          <a:xfrm>
            <a:off x="6902450" y="1850103"/>
            <a:ext cx="1173163" cy="3048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Custom Image</a:t>
            </a:r>
            <a:endParaRPr b="0" i="0" sz="1800" u="none" cap="none" strike="noStrike">
              <a:solidFill>
                <a:schemeClr val="dk1"/>
              </a:solidFill>
              <a:latin typeface="Arial"/>
              <a:ea typeface="Arial"/>
              <a:cs typeface="Arial"/>
              <a:sym typeface="Arial"/>
            </a:endParaRPr>
          </a:p>
        </p:txBody>
      </p:sp>
      <p:sp>
        <p:nvSpPr>
          <p:cNvPr id="323" name="Google Shape;323;p29"/>
          <p:cNvSpPr txBox="1"/>
          <p:nvPr/>
        </p:nvSpPr>
        <p:spPr>
          <a:xfrm>
            <a:off x="3824288" y="1921540"/>
            <a:ext cx="1173162" cy="26352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Capture Dir</a:t>
            </a:r>
            <a:endParaRPr b="0" i="0" sz="1800" u="none" cap="none" strike="noStrike">
              <a:solidFill>
                <a:schemeClr val="dk1"/>
              </a:solidFill>
              <a:latin typeface="Arial"/>
              <a:ea typeface="Arial"/>
              <a:cs typeface="Arial"/>
              <a:sym typeface="Arial"/>
            </a:endParaRPr>
          </a:p>
        </p:txBody>
      </p:sp>
      <p:sp>
        <p:nvSpPr>
          <p:cNvPr id="324" name="Google Shape;324;p29"/>
          <p:cNvSpPr/>
          <p:nvPr/>
        </p:nvSpPr>
        <p:spPr>
          <a:xfrm>
            <a:off x="1384300" y="1168400"/>
            <a:ext cx="12192000" cy="457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 </a:t>
            </a:r>
            <a:endParaRPr b="0" i="0" sz="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5" name="Google Shape;325;p29"/>
          <p:cNvSpPr/>
          <p:nvPr/>
        </p:nvSpPr>
        <p:spPr>
          <a:xfrm>
            <a:off x="3616325" y="1389697"/>
            <a:ext cx="2392680" cy="707886"/>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latin typeface="Calibri"/>
                <a:ea typeface="Calibri"/>
                <a:cs typeface="Calibri"/>
                <a:sym typeface="Calibri"/>
              </a:rPr>
              <a:t>After DISM capture Image:</a:t>
            </a:r>
            <a:endParaRPr b="0" i="0" sz="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6" name="Google Shape;326;p29"/>
          <p:cNvSpPr/>
          <p:nvPr/>
        </p:nvSpPr>
        <p:spPr>
          <a:xfrm>
            <a:off x="1384300" y="2082800"/>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7" name="Google Shape;327;p29"/>
          <p:cNvSpPr txBox="1"/>
          <p:nvPr/>
        </p:nvSpPr>
        <p:spPr>
          <a:xfrm>
            <a:off x="7346950" y="3549650"/>
            <a:ext cx="3603872" cy="3139193"/>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lang="en-US" sz="1800">
                <a:solidFill>
                  <a:srgbClr val="000000"/>
                </a:solidFill>
                <a:latin typeface="Consolas"/>
                <a:ea typeface="Consolas"/>
                <a:cs typeface="Consolas"/>
                <a:sym typeface="Consolas"/>
              </a:rPr>
              <a:t>dism /capture-image </a:t>
            </a:r>
            <a:endParaRPr sz="1800">
              <a:solidFill>
                <a:schemeClr val="dk1"/>
              </a:solidFill>
              <a:latin typeface="Calibri"/>
              <a:ea typeface="Calibri"/>
              <a:cs typeface="Calibri"/>
              <a:sym typeface="Calibri"/>
            </a:endParaRPr>
          </a:p>
          <a:p>
            <a:pPr indent="0" lvl="0" marL="0" marR="0" rtl="0" algn="l">
              <a:lnSpc>
                <a:spcPct val="107000"/>
              </a:lnSpc>
              <a:spcBef>
                <a:spcPts val="0"/>
              </a:spcBef>
              <a:spcAft>
                <a:spcPts val="0"/>
              </a:spcAft>
              <a:buNone/>
            </a:pPr>
            <a:r>
              <a:rPr lang="en-US" sz="1800">
                <a:solidFill>
                  <a:srgbClr val="C55A11"/>
                </a:solidFill>
                <a:latin typeface="Consolas"/>
                <a:ea typeface="Consolas"/>
                <a:cs typeface="Consolas"/>
                <a:sym typeface="Consolas"/>
              </a:rPr>
              <a:t>/imagefile:E</a:t>
            </a:r>
            <a:r>
              <a:rPr lang="en-US" sz="1800">
                <a:solidFill>
                  <a:srgbClr val="000000"/>
                </a:solidFill>
                <a:latin typeface="Consolas"/>
                <a:ea typeface="Consolas"/>
                <a:cs typeface="Consolas"/>
                <a:sym typeface="Consolas"/>
              </a:rPr>
              <a:t>:\install.wim </a:t>
            </a:r>
            <a:br>
              <a:rPr lang="en-US" sz="1800">
                <a:solidFill>
                  <a:schemeClr val="dk1"/>
                </a:solidFill>
                <a:latin typeface="Consolas"/>
                <a:ea typeface="Consolas"/>
                <a:cs typeface="Consolas"/>
                <a:sym typeface="Consolas"/>
              </a:rPr>
            </a:br>
            <a:r>
              <a:rPr lang="en-US" sz="1800">
                <a:solidFill>
                  <a:srgbClr val="0070C0"/>
                </a:solidFill>
                <a:latin typeface="Consolas"/>
                <a:ea typeface="Consolas"/>
                <a:cs typeface="Consolas"/>
                <a:sym typeface="Consolas"/>
              </a:rPr>
              <a:t>/capturedir:</a:t>
            </a:r>
            <a:r>
              <a:rPr lang="en-US" sz="1800">
                <a:solidFill>
                  <a:srgbClr val="000000"/>
                </a:solidFill>
                <a:latin typeface="Consolas"/>
                <a:ea typeface="Consolas"/>
                <a:cs typeface="Consolas"/>
                <a:sym typeface="Consolas"/>
              </a:rPr>
              <a:t>C:\ </a:t>
            </a:r>
            <a:br>
              <a:rPr lang="en-US" sz="1800">
                <a:solidFill>
                  <a:schemeClr val="dk1"/>
                </a:solidFill>
                <a:latin typeface="Consolas"/>
                <a:ea typeface="Consolas"/>
                <a:cs typeface="Consolas"/>
                <a:sym typeface="Consolas"/>
              </a:rPr>
            </a:br>
            <a:r>
              <a:rPr lang="en-US" sz="1800">
                <a:solidFill>
                  <a:srgbClr val="548235"/>
                </a:solidFill>
                <a:latin typeface="Consolas"/>
                <a:ea typeface="Consolas"/>
                <a:cs typeface="Consolas"/>
                <a:sym typeface="Consolas"/>
              </a:rPr>
              <a:t>/ScratchDir:</a:t>
            </a:r>
            <a:r>
              <a:rPr lang="en-US" sz="1800">
                <a:solidFill>
                  <a:srgbClr val="000000"/>
                </a:solidFill>
                <a:latin typeface="Consolas"/>
                <a:ea typeface="Consolas"/>
                <a:cs typeface="Consolas"/>
                <a:sym typeface="Consolas"/>
              </a:rPr>
              <a:t>D:\Scratch</a:t>
            </a:r>
            <a:endParaRPr sz="1800">
              <a:solidFill>
                <a:schemeClr val="dk1"/>
              </a:solidFill>
              <a:latin typeface="Consolas"/>
              <a:ea typeface="Consolas"/>
              <a:cs typeface="Consolas"/>
              <a:sym typeface="Consolas"/>
            </a:endParaRPr>
          </a:p>
          <a:p>
            <a:pPr indent="0" lvl="0" marL="0" marR="0" rtl="0" algn="l">
              <a:lnSpc>
                <a:spcPct val="107000"/>
              </a:lnSpc>
              <a:spcBef>
                <a:spcPts val="0"/>
              </a:spcBef>
              <a:spcAft>
                <a:spcPts val="0"/>
              </a:spcAft>
              <a:buNone/>
            </a:pPr>
            <a:r>
              <a:rPr lang="en-US" sz="1800">
                <a:solidFill>
                  <a:srgbClr val="548235"/>
                </a:solidFill>
                <a:latin typeface="Consolas"/>
                <a:ea typeface="Consolas"/>
                <a:cs typeface="Consolas"/>
                <a:sym typeface="Consolas"/>
              </a:rPr>
              <a:t>/name:"</a:t>
            </a:r>
            <a:r>
              <a:rPr lang="en-US" sz="1800">
                <a:solidFill>
                  <a:srgbClr val="000000"/>
                </a:solidFill>
                <a:latin typeface="Consolas"/>
                <a:ea typeface="Consolas"/>
                <a:cs typeface="Consolas"/>
                <a:sym typeface="Consolas"/>
              </a:rPr>
              <a:t>LASTNAME_Win1EDx64" </a:t>
            </a:r>
            <a:endParaRPr sz="1800">
              <a:solidFill>
                <a:schemeClr val="dk1"/>
              </a:solidFill>
              <a:latin typeface="Calibri"/>
              <a:ea typeface="Calibri"/>
              <a:cs typeface="Calibri"/>
              <a:sym typeface="Calibri"/>
            </a:endParaRPr>
          </a:p>
          <a:p>
            <a:pPr indent="0" lvl="0" marL="0" marR="0" rtl="0" algn="l">
              <a:lnSpc>
                <a:spcPct val="107000"/>
              </a:lnSpc>
              <a:spcBef>
                <a:spcPts val="0"/>
              </a:spcBef>
              <a:spcAft>
                <a:spcPts val="0"/>
              </a:spcAft>
              <a:buNone/>
            </a:pPr>
            <a:r>
              <a:rPr lang="en-US" sz="1800">
                <a:solidFill>
                  <a:srgbClr val="000000"/>
                </a:solidFill>
                <a:latin typeface="Consolas"/>
                <a:ea typeface="Consolas"/>
                <a:cs typeface="Consolas"/>
                <a:sym typeface="Consolas"/>
              </a:rPr>
              <a:t>/compress:maximum</a:t>
            </a:r>
            <a:endParaRPr sz="1800">
              <a:solidFill>
                <a:schemeClr val="dk1"/>
              </a:solidFill>
              <a:latin typeface="Calibri"/>
              <a:ea typeface="Calibri"/>
              <a:cs typeface="Calibri"/>
              <a:sym typeface="Calibri"/>
            </a:endParaRPr>
          </a:p>
          <a:p>
            <a:pPr indent="0" lvl="0" marL="0" marR="0" rtl="0" algn="l">
              <a:lnSpc>
                <a:spcPct val="107000"/>
              </a:lnSpc>
              <a:spcBef>
                <a:spcPts val="0"/>
              </a:spcBef>
              <a:spcAft>
                <a:spcPts val="0"/>
              </a:spcAft>
              <a:buNone/>
            </a:pPr>
            <a:r>
              <a:rPr lang="en-US" sz="1800">
                <a:solidFill>
                  <a:srgbClr val="000000"/>
                </a:solidFill>
                <a:latin typeface="Consolas"/>
                <a:ea typeface="Consolas"/>
                <a:cs typeface="Consolas"/>
                <a:sym typeface="Consolas"/>
              </a:rPr>
              <a:t>/checkintegrity </a:t>
            </a:r>
            <a:endParaRPr sz="1800">
              <a:solidFill>
                <a:schemeClr val="dk1"/>
              </a:solidFill>
              <a:latin typeface="Calibri"/>
              <a:ea typeface="Calibri"/>
              <a:cs typeface="Calibri"/>
              <a:sym typeface="Calibri"/>
            </a:endParaRPr>
          </a:p>
          <a:p>
            <a:pPr indent="0" lvl="0" marL="0" marR="0" rtl="0" algn="l">
              <a:lnSpc>
                <a:spcPct val="107000"/>
              </a:lnSpc>
              <a:spcBef>
                <a:spcPts val="0"/>
              </a:spcBef>
              <a:spcAft>
                <a:spcPts val="0"/>
              </a:spcAft>
              <a:buNone/>
            </a:pPr>
            <a:r>
              <a:rPr lang="en-US" sz="1800">
                <a:solidFill>
                  <a:srgbClr val="000000"/>
                </a:solidFill>
                <a:latin typeface="Consolas"/>
                <a:ea typeface="Consolas"/>
                <a:cs typeface="Consolas"/>
                <a:sym typeface="Consolas"/>
              </a:rPr>
              <a:t>/verify </a:t>
            </a:r>
            <a:endParaRPr sz="1800">
              <a:solidFill>
                <a:schemeClr val="dk1"/>
              </a:solidFill>
              <a:latin typeface="Calibri"/>
              <a:ea typeface="Calibri"/>
              <a:cs typeface="Calibri"/>
              <a:sym typeface="Calibri"/>
            </a:endParaRPr>
          </a:p>
          <a:p>
            <a:pPr indent="0" lvl="0" marL="0" marR="0" rtl="0" algn="l">
              <a:lnSpc>
                <a:spcPct val="107000"/>
              </a:lnSpc>
              <a:spcBef>
                <a:spcPts val="0"/>
              </a:spcBef>
              <a:spcAft>
                <a:spcPts val="0"/>
              </a:spcAft>
              <a:buNone/>
            </a:pPr>
            <a:r>
              <a:rPr lang="en-US" sz="1800">
                <a:solidFill>
                  <a:srgbClr val="000000"/>
                </a:solidFill>
                <a:latin typeface="Consolas"/>
                <a:ea typeface="Consolas"/>
                <a:cs typeface="Consolas"/>
                <a:sym typeface="Consolas"/>
              </a:rPr>
              <a:t>/bootable</a:t>
            </a:r>
            <a:endParaRPr sz="1800">
              <a:solidFill>
                <a:schemeClr val="dk1"/>
              </a:solidFill>
              <a:latin typeface="Calibri"/>
              <a:ea typeface="Calibri"/>
              <a:cs typeface="Calibri"/>
              <a:sym typeface="Calibri"/>
            </a:endParaRPr>
          </a:p>
          <a:p>
            <a:pPr indent="0" lvl="0" marL="0" marR="0" rtl="0" algn="l">
              <a:spcBef>
                <a:spcPts val="80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Saving the Wim image</a:t>
            </a:r>
            <a:endParaRPr/>
          </a:p>
        </p:txBody>
      </p:sp>
      <p:sp>
        <p:nvSpPr>
          <p:cNvPr id="333" name="Google Shape;333;p30"/>
          <p:cNvSpPr txBox="1"/>
          <p:nvPr>
            <p:ph idx="1" type="body"/>
          </p:nvPr>
        </p:nvSpPr>
        <p:spPr>
          <a:xfrm>
            <a:off x="838200" y="3720348"/>
            <a:ext cx="5734050" cy="2456614"/>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sz="1800">
                <a:latin typeface="Calibri"/>
                <a:ea typeface="Calibri"/>
                <a:cs typeface="Calibri"/>
                <a:sym typeface="Calibri"/>
              </a:rPr>
              <a:t>All we have on our host machine to show for our work is a single .vhdx file</a:t>
            </a:r>
            <a:endParaRPr/>
          </a:p>
          <a:p>
            <a:pPr indent="-419100" lvl="0" marL="457200" rtl="0" algn="l">
              <a:lnSpc>
                <a:spcPct val="90000"/>
              </a:lnSpc>
              <a:spcBef>
                <a:spcPts val="900"/>
              </a:spcBef>
              <a:spcAft>
                <a:spcPts val="0"/>
              </a:spcAft>
              <a:buClr>
                <a:srgbClr val="7F7F7F"/>
              </a:buClr>
              <a:buSzPts val="3000"/>
              <a:buChar char="•"/>
            </a:pPr>
            <a:r>
              <a:rPr lang="en-US" sz="1800">
                <a:latin typeface="Calibri"/>
                <a:ea typeface="Calibri"/>
                <a:cs typeface="Calibri"/>
                <a:sym typeface="Calibri"/>
              </a:rPr>
              <a:t>How do we extract a .wim file from the C:\ drive?</a:t>
            </a:r>
            <a:endParaRPr/>
          </a:p>
          <a:p>
            <a:pPr indent="-419100" lvl="0" marL="457200" rtl="0" algn="l">
              <a:lnSpc>
                <a:spcPct val="90000"/>
              </a:lnSpc>
              <a:spcBef>
                <a:spcPts val="900"/>
              </a:spcBef>
              <a:spcAft>
                <a:spcPts val="0"/>
              </a:spcAft>
              <a:buClr>
                <a:srgbClr val="7F7F7F"/>
              </a:buClr>
              <a:buSzPts val="3000"/>
              <a:buChar char="•"/>
            </a:pPr>
            <a:r>
              <a:rPr lang="en-US" sz="1800">
                <a:latin typeface="Calibri"/>
                <a:ea typeface="Calibri"/>
                <a:cs typeface="Calibri"/>
                <a:sym typeface="Calibri"/>
              </a:rPr>
              <a:t>We need to be inside the VM but outside of Windows.</a:t>
            </a:r>
            <a:endParaRPr/>
          </a:p>
          <a:p>
            <a:pPr indent="-419100" lvl="0" marL="457200" rtl="0" algn="l">
              <a:lnSpc>
                <a:spcPct val="90000"/>
              </a:lnSpc>
              <a:spcBef>
                <a:spcPts val="900"/>
              </a:spcBef>
              <a:spcAft>
                <a:spcPts val="0"/>
              </a:spcAft>
              <a:buClr>
                <a:srgbClr val="7F7F7F"/>
              </a:buClr>
              <a:buSzPts val="3000"/>
              <a:buChar char="•"/>
            </a:pPr>
            <a:r>
              <a:rPr lang="en-US" sz="1800">
                <a:latin typeface="Calibri"/>
                <a:ea typeface="Calibri"/>
                <a:cs typeface="Calibri"/>
                <a:sym typeface="Calibri"/>
              </a:rPr>
              <a:t>We can use WinRE or WinPE</a:t>
            </a:r>
            <a:endParaRPr/>
          </a:p>
          <a:p>
            <a:pPr indent="-228600" lvl="0" marL="457200" rtl="0" algn="l">
              <a:lnSpc>
                <a:spcPct val="90000"/>
              </a:lnSpc>
              <a:spcBef>
                <a:spcPts val="900"/>
              </a:spcBef>
              <a:spcAft>
                <a:spcPts val="0"/>
              </a:spcAft>
              <a:buClr>
                <a:srgbClr val="7F7F7F"/>
              </a:buClr>
              <a:buSzPts val="3000"/>
              <a:buNone/>
            </a:pPr>
            <a:r>
              <a:t/>
            </a:r>
            <a:endParaRPr sz="1800">
              <a:latin typeface="Calibri"/>
              <a:ea typeface="Calibri"/>
              <a:cs typeface="Calibri"/>
              <a:sym typeface="Calibri"/>
            </a:endParaRPr>
          </a:p>
          <a:p>
            <a:pPr indent="-228600" lvl="0" marL="457200" rtl="0" algn="l">
              <a:lnSpc>
                <a:spcPct val="90000"/>
              </a:lnSpc>
              <a:spcBef>
                <a:spcPts val="900"/>
              </a:spcBef>
              <a:spcAft>
                <a:spcPts val="0"/>
              </a:spcAft>
              <a:buClr>
                <a:srgbClr val="7F7F7F"/>
              </a:buClr>
              <a:buSzPts val="3000"/>
              <a:buNone/>
            </a:pPr>
            <a:r>
              <a:t/>
            </a:r>
            <a:endParaRPr/>
          </a:p>
        </p:txBody>
      </p:sp>
      <p:sp>
        <p:nvSpPr>
          <p:cNvPr id="334" name="Google Shape;334;p30"/>
          <p:cNvSpPr txBox="1"/>
          <p:nvPr/>
        </p:nvSpPr>
        <p:spPr>
          <a:xfrm>
            <a:off x="7543800" y="3187700"/>
            <a:ext cx="3603872" cy="3139193"/>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lang="en-US" sz="1800">
                <a:solidFill>
                  <a:srgbClr val="000000"/>
                </a:solidFill>
                <a:latin typeface="Consolas"/>
                <a:ea typeface="Consolas"/>
                <a:cs typeface="Consolas"/>
                <a:sym typeface="Consolas"/>
              </a:rPr>
              <a:t>dism /capture-image </a:t>
            </a:r>
            <a:endParaRPr sz="1800">
              <a:solidFill>
                <a:schemeClr val="dk1"/>
              </a:solidFill>
              <a:latin typeface="Calibri"/>
              <a:ea typeface="Calibri"/>
              <a:cs typeface="Calibri"/>
              <a:sym typeface="Calibri"/>
            </a:endParaRPr>
          </a:p>
          <a:p>
            <a:pPr indent="0" lvl="0" marL="0" marR="0" rtl="0" algn="l">
              <a:lnSpc>
                <a:spcPct val="107000"/>
              </a:lnSpc>
              <a:spcBef>
                <a:spcPts val="0"/>
              </a:spcBef>
              <a:spcAft>
                <a:spcPts val="0"/>
              </a:spcAft>
              <a:buNone/>
            </a:pPr>
            <a:r>
              <a:rPr lang="en-US" sz="1800">
                <a:solidFill>
                  <a:srgbClr val="C55A11"/>
                </a:solidFill>
                <a:latin typeface="Consolas"/>
                <a:ea typeface="Consolas"/>
                <a:cs typeface="Consolas"/>
                <a:sym typeface="Consolas"/>
              </a:rPr>
              <a:t>/imagefile:E</a:t>
            </a:r>
            <a:r>
              <a:rPr lang="en-US" sz="1800">
                <a:solidFill>
                  <a:srgbClr val="000000"/>
                </a:solidFill>
                <a:latin typeface="Consolas"/>
                <a:ea typeface="Consolas"/>
                <a:cs typeface="Consolas"/>
                <a:sym typeface="Consolas"/>
              </a:rPr>
              <a:t>:\install.wim </a:t>
            </a:r>
            <a:br>
              <a:rPr lang="en-US" sz="1800">
                <a:solidFill>
                  <a:schemeClr val="dk1"/>
                </a:solidFill>
                <a:latin typeface="Consolas"/>
                <a:ea typeface="Consolas"/>
                <a:cs typeface="Consolas"/>
                <a:sym typeface="Consolas"/>
              </a:rPr>
            </a:br>
            <a:r>
              <a:rPr lang="en-US" sz="1800">
                <a:solidFill>
                  <a:srgbClr val="0070C0"/>
                </a:solidFill>
                <a:latin typeface="Consolas"/>
                <a:ea typeface="Consolas"/>
                <a:cs typeface="Consolas"/>
                <a:sym typeface="Consolas"/>
              </a:rPr>
              <a:t>/capturedir:</a:t>
            </a:r>
            <a:r>
              <a:rPr lang="en-US" sz="1800">
                <a:solidFill>
                  <a:srgbClr val="000000"/>
                </a:solidFill>
                <a:latin typeface="Consolas"/>
                <a:ea typeface="Consolas"/>
                <a:cs typeface="Consolas"/>
                <a:sym typeface="Consolas"/>
              </a:rPr>
              <a:t>C:\ </a:t>
            </a:r>
            <a:br>
              <a:rPr lang="en-US" sz="1800">
                <a:solidFill>
                  <a:schemeClr val="dk1"/>
                </a:solidFill>
                <a:latin typeface="Consolas"/>
                <a:ea typeface="Consolas"/>
                <a:cs typeface="Consolas"/>
                <a:sym typeface="Consolas"/>
              </a:rPr>
            </a:br>
            <a:r>
              <a:rPr lang="en-US" sz="1800">
                <a:solidFill>
                  <a:srgbClr val="548235"/>
                </a:solidFill>
                <a:latin typeface="Consolas"/>
                <a:ea typeface="Consolas"/>
                <a:cs typeface="Consolas"/>
                <a:sym typeface="Consolas"/>
              </a:rPr>
              <a:t>/ScratchDir:</a:t>
            </a:r>
            <a:r>
              <a:rPr lang="en-US" sz="1800">
                <a:solidFill>
                  <a:srgbClr val="000000"/>
                </a:solidFill>
                <a:latin typeface="Consolas"/>
                <a:ea typeface="Consolas"/>
                <a:cs typeface="Consolas"/>
                <a:sym typeface="Consolas"/>
              </a:rPr>
              <a:t>D:\Scratch</a:t>
            </a:r>
            <a:endParaRPr sz="1800">
              <a:solidFill>
                <a:schemeClr val="dk1"/>
              </a:solidFill>
              <a:latin typeface="Consolas"/>
              <a:ea typeface="Consolas"/>
              <a:cs typeface="Consolas"/>
              <a:sym typeface="Consolas"/>
            </a:endParaRPr>
          </a:p>
          <a:p>
            <a:pPr indent="0" lvl="0" marL="0" marR="0" rtl="0" algn="l">
              <a:lnSpc>
                <a:spcPct val="107000"/>
              </a:lnSpc>
              <a:spcBef>
                <a:spcPts val="0"/>
              </a:spcBef>
              <a:spcAft>
                <a:spcPts val="0"/>
              </a:spcAft>
              <a:buNone/>
            </a:pPr>
            <a:r>
              <a:rPr lang="en-US" sz="1800">
                <a:solidFill>
                  <a:srgbClr val="548235"/>
                </a:solidFill>
                <a:latin typeface="Consolas"/>
                <a:ea typeface="Consolas"/>
                <a:cs typeface="Consolas"/>
                <a:sym typeface="Consolas"/>
              </a:rPr>
              <a:t>/name:"</a:t>
            </a:r>
            <a:r>
              <a:rPr lang="en-US" sz="1800">
                <a:solidFill>
                  <a:srgbClr val="000000"/>
                </a:solidFill>
                <a:latin typeface="Consolas"/>
                <a:ea typeface="Consolas"/>
                <a:cs typeface="Consolas"/>
                <a:sym typeface="Consolas"/>
              </a:rPr>
              <a:t>LASTNAME_Win1EDx64" </a:t>
            </a:r>
            <a:endParaRPr sz="1800">
              <a:solidFill>
                <a:schemeClr val="dk1"/>
              </a:solidFill>
              <a:latin typeface="Calibri"/>
              <a:ea typeface="Calibri"/>
              <a:cs typeface="Calibri"/>
              <a:sym typeface="Calibri"/>
            </a:endParaRPr>
          </a:p>
          <a:p>
            <a:pPr indent="0" lvl="0" marL="0" marR="0" rtl="0" algn="l">
              <a:lnSpc>
                <a:spcPct val="107000"/>
              </a:lnSpc>
              <a:spcBef>
                <a:spcPts val="0"/>
              </a:spcBef>
              <a:spcAft>
                <a:spcPts val="0"/>
              </a:spcAft>
              <a:buNone/>
            </a:pPr>
            <a:r>
              <a:rPr lang="en-US" sz="1800">
                <a:solidFill>
                  <a:srgbClr val="000000"/>
                </a:solidFill>
                <a:latin typeface="Consolas"/>
                <a:ea typeface="Consolas"/>
                <a:cs typeface="Consolas"/>
                <a:sym typeface="Consolas"/>
              </a:rPr>
              <a:t>/compress:maximum</a:t>
            </a:r>
            <a:endParaRPr sz="1800">
              <a:solidFill>
                <a:schemeClr val="dk1"/>
              </a:solidFill>
              <a:latin typeface="Calibri"/>
              <a:ea typeface="Calibri"/>
              <a:cs typeface="Calibri"/>
              <a:sym typeface="Calibri"/>
            </a:endParaRPr>
          </a:p>
          <a:p>
            <a:pPr indent="0" lvl="0" marL="0" marR="0" rtl="0" algn="l">
              <a:lnSpc>
                <a:spcPct val="107000"/>
              </a:lnSpc>
              <a:spcBef>
                <a:spcPts val="0"/>
              </a:spcBef>
              <a:spcAft>
                <a:spcPts val="0"/>
              </a:spcAft>
              <a:buNone/>
            </a:pPr>
            <a:r>
              <a:rPr lang="en-US" sz="1800">
                <a:solidFill>
                  <a:srgbClr val="000000"/>
                </a:solidFill>
                <a:latin typeface="Consolas"/>
                <a:ea typeface="Consolas"/>
                <a:cs typeface="Consolas"/>
                <a:sym typeface="Consolas"/>
              </a:rPr>
              <a:t>/checkintegrity </a:t>
            </a:r>
            <a:endParaRPr sz="1800">
              <a:solidFill>
                <a:schemeClr val="dk1"/>
              </a:solidFill>
              <a:latin typeface="Calibri"/>
              <a:ea typeface="Calibri"/>
              <a:cs typeface="Calibri"/>
              <a:sym typeface="Calibri"/>
            </a:endParaRPr>
          </a:p>
          <a:p>
            <a:pPr indent="0" lvl="0" marL="0" marR="0" rtl="0" algn="l">
              <a:lnSpc>
                <a:spcPct val="107000"/>
              </a:lnSpc>
              <a:spcBef>
                <a:spcPts val="0"/>
              </a:spcBef>
              <a:spcAft>
                <a:spcPts val="0"/>
              </a:spcAft>
              <a:buNone/>
            </a:pPr>
            <a:r>
              <a:rPr lang="en-US" sz="1800">
                <a:solidFill>
                  <a:srgbClr val="000000"/>
                </a:solidFill>
                <a:latin typeface="Consolas"/>
                <a:ea typeface="Consolas"/>
                <a:cs typeface="Consolas"/>
                <a:sym typeface="Consolas"/>
              </a:rPr>
              <a:t>/verify </a:t>
            </a:r>
            <a:endParaRPr sz="1800">
              <a:solidFill>
                <a:schemeClr val="dk1"/>
              </a:solidFill>
              <a:latin typeface="Calibri"/>
              <a:ea typeface="Calibri"/>
              <a:cs typeface="Calibri"/>
              <a:sym typeface="Calibri"/>
            </a:endParaRPr>
          </a:p>
          <a:p>
            <a:pPr indent="0" lvl="0" marL="0" marR="0" rtl="0" algn="l">
              <a:lnSpc>
                <a:spcPct val="107000"/>
              </a:lnSpc>
              <a:spcBef>
                <a:spcPts val="0"/>
              </a:spcBef>
              <a:spcAft>
                <a:spcPts val="0"/>
              </a:spcAft>
              <a:buNone/>
            </a:pPr>
            <a:r>
              <a:rPr lang="en-US" sz="1800">
                <a:solidFill>
                  <a:srgbClr val="000000"/>
                </a:solidFill>
                <a:latin typeface="Consolas"/>
                <a:ea typeface="Consolas"/>
                <a:cs typeface="Consolas"/>
                <a:sym typeface="Consolas"/>
              </a:rPr>
              <a:t>/bootable</a:t>
            </a:r>
            <a:endParaRPr sz="1800">
              <a:solidFill>
                <a:schemeClr val="dk1"/>
              </a:solidFill>
              <a:latin typeface="Calibri"/>
              <a:ea typeface="Calibri"/>
              <a:cs typeface="Calibri"/>
              <a:sym typeface="Calibri"/>
            </a:endParaRPr>
          </a:p>
          <a:p>
            <a:pPr indent="0" lvl="0" marL="0" marR="0" rtl="0" algn="l">
              <a:spcBef>
                <a:spcPts val="800"/>
              </a:spcBef>
              <a:spcAft>
                <a:spcPts val="0"/>
              </a:spcAft>
              <a:buNone/>
            </a:pPr>
            <a:r>
              <a:t/>
            </a:r>
            <a:endParaRPr sz="1800">
              <a:solidFill>
                <a:schemeClr val="dk1"/>
              </a:solidFill>
              <a:latin typeface="Arial"/>
              <a:ea typeface="Arial"/>
              <a:cs typeface="Arial"/>
              <a:sym typeface="Arial"/>
            </a:endParaRPr>
          </a:p>
        </p:txBody>
      </p:sp>
      <p:sp>
        <p:nvSpPr>
          <p:cNvPr id="335" name="Google Shape;335;p30"/>
          <p:cNvSpPr/>
          <p:nvPr/>
        </p:nvSpPr>
        <p:spPr>
          <a:xfrm>
            <a:off x="3616325" y="2647028"/>
            <a:ext cx="1736725" cy="523875"/>
          </a:xfrm>
          <a:prstGeom prst="rect">
            <a:avLst/>
          </a:prstGeom>
          <a:solidFill>
            <a:srgbClr val="4472C4"/>
          </a:solidFill>
          <a:ln cap="flat" cmpd="sng" w="12700">
            <a:solidFill>
              <a:srgbClr val="09101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 C drive (VHDX)</a:t>
            </a:r>
            <a:endParaRPr b="0" i="0" sz="1800" u="none" cap="none" strike="noStrike">
              <a:solidFill>
                <a:schemeClr val="dk1"/>
              </a:solidFill>
              <a:latin typeface="Arial"/>
              <a:ea typeface="Arial"/>
              <a:cs typeface="Arial"/>
              <a:sym typeface="Arial"/>
            </a:endParaRPr>
          </a:p>
        </p:txBody>
      </p:sp>
      <p:sp>
        <p:nvSpPr>
          <p:cNvPr id="336" name="Google Shape;336;p30"/>
          <p:cNvSpPr/>
          <p:nvPr/>
        </p:nvSpPr>
        <p:spPr>
          <a:xfrm>
            <a:off x="5429250" y="2651790"/>
            <a:ext cx="1274763" cy="523875"/>
          </a:xfrm>
          <a:prstGeom prst="rect">
            <a:avLst/>
          </a:prstGeom>
          <a:solidFill>
            <a:srgbClr val="ED7D31"/>
          </a:solidFill>
          <a:ln cap="flat" cmpd="sng" w="12700">
            <a:solidFill>
              <a:srgbClr val="26110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CD/DVD drive </a:t>
            </a:r>
            <a:endParaRPr b="0" i="0" sz="1800" u="none" cap="none" strike="noStrike">
              <a:solidFill>
                <a:schemeClr val="dk1"/>
              </a:solidFill>
              <a:latin typeface="Arial"/>
              <a:ea typeface="Arial"/>
              <a:cs typeface="Arial"/>
              <a:sym typeface="Arial"/>
            </a:endParaRPr>
          </a:p>
        </p:txBody>
      </p:sp>
      <p:sp>
        <p:nvSpPr>
          <p:cNvPr id="337" name="Google Shape;337;p30"/>
          <p:cNvSpPr/>
          <p:nvPr/>
        </p:nvSpPr>
        <p:spPr>
          <a:xfrm>
            <a:off x="6805613" y="2647028"/>
            <a:ext cx="1274762" cy="523875"/>
          </a:xfrm>
          <a:prstGeom prst="rect">
            <a:avLst/>
          </a:prstGeom>
          <a:solidFill>
            <a:srgbClr val="70AD47"/>
          </a:solidFill>
          <a:ln cap="flat" cmpd="sng" w="12700">
            <a:solidFill>
              <a:srgbClr val="10190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D drive (additional VHDX)  </a:t>
            </a:r>
            <a:endParaRPr b="0" i="0" sz="1800" u="none" cap="none" strike="noStrike">
              <a:solidFill>
                <a:schemeClr val="dk1"/>
              </a:solidFill>
              <a:latin typeface="Arial"/>
              <a:ea typeface="Arial"/>
              <a:cs typeface="Arial"/>
              <a:sym typeface="Arial"/>
            </a:endParaRPr>
          </a:p>
        </p:txBody>
      </p:sp>
      <p:sp>
        <p:nvSpPr>
          <p:cNvPr id="338" name="Google Shape;338;p30"/>
          <p:cNvSpPr/>
          <p:nvPr/>
        </p:nvSpPr>
        <p:spPr>
          <a:xfrm>
            <a:off x="3635375" y="2381915"/>
            <a:ext cx="1701800" cy="198438"/>
          </a:xfrm>
          <a:prstGeom prst="rect">
            <a:avLst/>
          </a:prstGeom>
          <a:solidFill>
            <a:srgbClr val="A5A5A5"/>
          </a:solidFill>
          <a:ln cap="flat" cmpd="sng" w="12700">
            <a:solidFill>
              <a:srgbClr val="18181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800"/>
              <a:buFont typeface="Calibri"/>
              <a:buNone/>
            </a:pPr>
            <a:r>
              <a:rPr b="0" i="0" lang="en-US" sz="800" u="none" cap="none" strike="noStrike">
                <a:solidFill>
                  <a:schemeClr val="dk1"/>
                </a:solidFill>
                <a:latin typeface="Calibri"/>
                <a:ea typeface="Calibri"/>
                <a:cs typeface="Calibri"/>
                <a:sym typeface="Calibri"/>
              </a:rPr>
              <a:t>Generalized Windows Installation</a:t>
            </a:r>
            <a:endParaRPr b="0" i="0" sz="1800" u="none" cap="none" strike="noStrike">
              <a:solidFill>
                <a:schemeClr val="dk1"/>
              </a:solidFill>
              <a:latin typeface="Arial"/>
              <a:ea typeface="Arial"/>
              <a:cs typeface="Arial"/>
              <a:sym typeface="Arial"/>
            </a:endParaRPr>
          </a:p>
        </p:txBody>
      </p:sp>
      <p:sp>
        <p:nvSpPr>
          <p:cNvPr id="339" name="Google Shape;339;p30"/>
          <p:cNvSpPr/>
          <p:nvPr/>
        </p:nvSpPr>
        <p:spPr>
          <a:xfrm>
            <a:off x="5449888" y="2393028"/>
            <a:ext cx="1239837" cy="198437"/>
          </a:xfrm>
          <a:prstGeom prst="rect">
            <a:avLst/>
          </a:prstGeom>
          <a:solidFill>
            <a:srgbClr val="F4B083"/>
          </a:solidFill>
          <a:ln cap="flat" cmpd="sng" w="12700">
            <a:solidFill>
              <a:srgbClr val="18181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800"/>
              <a:buFont typeface="Calibri"/>
              <a:buNone/>
            </a:pPr>
            <a:r>
              <a:rPr b="0" i="0" lang="en-US" sz="800" u="none" cap="none" strike="noStrike">
                <a:solidFill>
                  <a:schemeClr val="dk1"/>
                </a:solidFill>
                <a:latin typeface="Calibri"/>
                <a:ea typeface="Calibri"/>
                <a:cs typeface="Calibri"/>
                <a:sym typeface="Calibri"/>
              </a:rPr>
              <a:t>ISO</a:t>
            </a:r>
            <a:endParaRPr b="0" i="0" sz="1800" u="none" cap="none" strike="noStrike">
              <a:solidFill>
                <a:schemeClr val="dk1"/>
              </a:solidFill>
              <a:latin typeface="Arial"/>
              <a:ea typeface="Arial"/>
              <a:cs typeface="Arial"/>
              <a:sym typeface="Arial"/>
            </a:endParaRPr>
          </a:p>
        </p:txBody>
      </p:sp>
      <p:sp>
        <p:nvSpPr>
          <p:cNvPr id="340" name="Google Shape;340;p30"/>
          <p:cNvSpPr/>
          <p:nvPr/>
        </p:nvSpPr>
        <p:spPr>
          <a:xfrm>
            <a:off x="6410960" y="2380343"/>
            <a:ext cx="96520" cy="187960"/>
          </a:xfrm>
          <a:prstGeom prst="rect">
            <a:avLst/>
          </a:prstGeom>
          <a:solidFill>
            <a:srgbClr val="3477B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41" name="Google Shape;341;p30"/>
          <p:cNvSpPr txBox="1"/>
          <p:nvPr/>
        </p:nvSpPr>
        <p:spPr>
          <a:xfrm>
            <a:off x="5438775" y="1885028"/>
            <a:ext cx="1173163" cy="3048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Reference Image</a:t>
            </a:r>
            <a:endParaRPr b="0" i="0" sz="1800" u="none" cap="none" strike="noStrike">
              <a:solidFill>
                <a:schemeClr val="dk1"/>
              </a:solidFill>
              <a:latin typeface="Arial"/>
              <a:ea typeface="Arial"/>
              <a:cs typeface="Arial"/>
              <a:sym typeface="Arial"/>
            </a:endParaRPr>
          </a:p>
        </p:txBody>
      </p:sp>
      <p:sp>
        <p:nvSpPr>
          <p:cNvPr id="342" name="Google Shape;342;p30"/>
          <p:cNvSpPr/>
          <p:nvPr/>
        </p:nvSpPr>
        <p:spPr>
          <a:xfrm>
            <a:off x="7807960" y="2385423"/>
            <a:ext cx="96520" cy="187960"/>
          </a:xfrm>
          <a:prstGeom prst="rect">
            <a:avLst/>
          </a:prstGeom>
          <a:solidFill>
            <a:srgbClr val="00B05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43" name="Google Shape;343;p30"/>
          <p:cNvSpPr txBox="1"/>
          <p:nvPr/>
        </p:nvSpPr>
        <p:spPr>
          <a:xfrm>
            <a:off x="6902450" y="1850103"/>
            <a:ext cx="1173163" cy="3048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Custom Image</a:t>
            </a:r>
            <a:endParaRPr b="0" i="0" sz="1800" u="none" cap="none" strike="noStrike">
              <a:solidFill>
                <a:schemeClr val="dk1"/>
              </a:solidFill>
              <a:latin typeface="Arial"/>
              <a:ea typeface="Arial"/>
              <a:cs typeface="Arial"/>
              <a:sym typeface="Arial"/>
            </a:endParaRPr>
          </a:p>
        </p:txBody>
      </p:sp>
      <p:sp>
        <p:nvSpPr>
          <p:cNvPr id="344" name="Google Shape;344;p30"/>
          <p:cNvSpPr txBox="1"/>
          <p:nvPr/>
        </p:nvSpPr>
        <p:spPr>
          <a:xfrm>
            <a:off x="3824288" y="1921540"/>
            <a:ext cx="1173162" cy="26352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Capture Dir</a:t>
            </a:r>
            <a:endParaRPr b="0" i="0" sz="1800" u="none" cap="none" strike="noStrike">
              <a:solidFill>
                <a:schemeClr val="dk1"/>
              </a:solidFill>
              <a:latin typeface="Arial"/>
              <a:ea typeface="Arial"/>
              <a:cs typeface="Arial"/>
              <a:sym typeface="Arial"/>
            </a:endParaRPr>
          </a:p>
        </p:txBody>
      </p:sp>
      <p:sp>
        <p:nvSpPr>
          <p:cNvPr id="345" name="Google Shape;345;p30"/>
          <p:cNvSpPr/>
          <p:nvPr/>
        </p:nvSpPr>
        <p:spPr>
          <a:xfrm>
            <a:off x="3616325" y="1389697"/>
            <a:ext cx="2392680" cy="707886"/>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latin typeface="Calibri"/>
                <a:ea typeface="Calibri"/>
                <a:cs typeface="Calibri"/>
                <a:sym typeface="Calibri"/>
              </a:rPr>
              <a:t>After DISM capture Image:</a:t>
            </a:r>
            <a:endParaRPr b="0" i="0" sz="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1"/>
          <p:cNvSpPr txBox="1"/>
          <p:nvPr>
            <p:ph type="title"/>
          </p:nvPr>
        </p:nvSpPr>
        <p:spPr>
          <a:xfrm>
            <a:off x="609600" y="0"/>
            <a:ext cx="10737851"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WinRE and WinPE – Reminder Lecture 10</a:t>
            </a:r>
            <a:endParaRPr/>
          </a:p>
        </p:txBody>
      </p:sp>
      <p:sp>
        <p:nvSpPr>
          <p:cNvPr id="351" name="Google Shape;351;p31"/>
          <p:cNvSpPr txBox="1"/>
          <p:nvPr>
            <p:ph idx="1" type="body"/>
          </p:nvPr>
        </p:nvSpPr>
        <p:spPr>
          <a:xfrm>
            <a:off x="831851" y="1489075"/>
            <a:ext cx="5156200" cy="641350"/>
          </a:xfrm>
          <a:prstGeom prst="rect">
            <a:avLst/>
          </a:prstGeom>
          <a:noFill/>
          <a:ln>
            <a:noFill/>
          </a:ln>
        </p:spPr>
        <p:txBody>
          <a:bodyPr anchorCtr="0" anchor="b" bIns="45700" lIns="91425" spcFirstLastPara="1" rIns="91425" wrap="square" tIns="45700">
            <a:normAutofit fontScale="92500"/>
          </a:bodyPr>
          <a:lstStyle/>
          <a:p>
            <a:pPr indent="-228600" lvl="0" marL="457200" rtl="0" algn="l">
              <a:lnSpc>
                <a:spcPct val="90000"/>
              </a:lnSpc>
              <a:spcBef>
                <a:spcPts val="720"/>
              </a:spcBef>
              <a:spcAft>
                <a:spcPts val="0"/>
              </a:spcAft>
              <a:buClr>
                <a:schemeClr val="dk1"/>
              </a:buClr>
              <a:buSzPct val="108108"/>
              <a:buNone/>
            </a:pPr>
            <a:r>
              <a:rPr lang="en-US"/>
              <a:t>Windows Recovery Environement</a:t>
            </a:r>
            <a:endParaRPr/>
          </a:p>
        </p:txBody>
      </p:sp>
      <p:sp>
        <p:nvSpPr>
          <p:cNvPr id="352" name="Google Shape;352;p31"/>
          <p:cNvSpPr txBox="1"/>
          <p:nvPr>
            <p:ph idx="2" type="body"/>
          </p:nvPr>
        </p:nvSpPr>
        <p:spPr>
          <a:xfrm>
            <a:off x="831851" y="2193927"/>
            <a:ext cx="5156200" cy="3978275"/>
          </a:xfrm>
          <a:prstGeom prst="rect">
            <a:avLst/>
          </a:prstGeom>
          <a:noFill/>
          <a:ln>
            <a:noFill/>
          </a:ln>
        </p:spPr>
        <p:txBody>
          <a:bodyPr anchorCtr="0" anchor="t" bIns="45700" lIns="91425" spcFirstLastPara="1" rIns="91425" wrap="square" tIns="45700">
            <a:normAutofit/>
          </a:bodyPr>
          <a:lstStyle/>
          <a:p>
            <a:pPr indent="-330200" lvl="0" marL="457200" rtl="0" algn="l">
              <a:lnSpc>
                <a:spcPct val="90000"/>
              </a:lnSpc>
              <a:spcBef>
                <a:spcPts val="480"/>
              </a:spcBef>
              <a:spcAft>
                <a:spcPts val="0"/>
              </a:spcAft>
              <a:buClr>
                <a:srgbClr val="7F7F7F"/>
              </a:buClr>
              <a:buSzPts val="1600"/>
              <a:buChar char="•"/>
            </a:pPr>
            <a:r>
              <a:rPr lang="en-US"/>
              <a:t>WinRE is based on WinPE allows you to run diagnostic tools and troubleshoot issues related to Windows. </a:t>
            </a:r>
            <a:endParaRPr/>
          </a:p>
        </p:txBody>
      </p:sp>
      <p:sp>
        <p:nvSpPr>
          <p:cNvPr id="353" name="Google Shape;353;p31"/>
          <p:cNvSpPr txBox="1"/>
          <p:nvPr>
            <p:ph idx="3" type="body"/>
          </p:nvPr>
        </p:nvSpPr>
        <p:spPr>
          <a:xfrm>
            <a:off x="6189664" y="1489075"/>
            <a:ext cx="5157787" cy="641350"/>
          </a:xfrm>
          <a:prstGeom prst="rect">
            <a:avLst/>
          </a:prstGeom>
          <a:noFill/>
          <a:ln>
            <a:noFill/>
          </a:ln>
        </p:spPr>
        <p:txBody>
          <a:bodyPr anchorCtr="0" anchor="b" bIns="45700" lIns="91425" spcFirstLastPara="1" rIns="91425" wrap="square" tIns="45700">
            <a:normAutofit fontScale="92500"/>
          </a:bodyPr>
          <a:lstStyle/>
          <a:p>
            <a:pPr indent="-228600" lvl="0" marL="457200" rtl="0" algn="l">
              <a:lnSpc>
                <a:spcPct val="90000"/>
              </a:lnSpc>
              <a:spcBef>
                <a:spcPts val="720"/>
              </a:spcBef>
              <a:spcAft>
                <a:spcPts val="0"/>
              </a:spcAft>
              <a:buClr>
                <a:schemeClr val="dk1"/>
              </a:buClr>
              <a:buSzPct val="108108"/>
              <a:buNone/>
            </a:pPr>
            <a:r>
              <a:rPr lang="en-US"/>
              <a:t>Windows Pre-Installation Environment </a:t>
            </a:r>
            <a:endParaRPr/>
          </a:p>
        </p:txBody>
      </p:sp>
      <p:sp>
        <p:nvSpPr>
          <p:cNvPr id="354" name="Google Shape;354;p31"/>
          <p:cNvSpPr txBox="1"/>
          <p:nvPr>
            <p:ph idx="4" type="body"/>
          </p:nvPr>
        </p:nvSpPr>
        <p:spPr>
          <a:xfrm>
            <a:off x="6189664" y="2193927"/>
            <a:ext cx="5157787" cy="3978275"/>
          </a:xfrm>
          <a:prstGeom prst="rect">
            <a:avLst/>
          </a:prstGeom>
          <a:noFill/>
          <a:ln>
            <a:noFill/>
          </a:ln>
        </p:spPr>
        <p:txBody>
          <a:bodyPr anchorCtr="0" anchor="t" bIns="45700" lIns="91425" spcFirstLastPara="1" rIns="91425" wrap="square" tIns="45700">
            <a:normAutofit/>
          </a:bodyPr>
          <a:lstStyle/>
          <a:p>
            <a:pPr indent="-330200" lvl="0" marL="457200" rtl="0" algn="l">
              <a:lnSpc>
                <a:spcPct val="90000"/>
              </a:lnSpc>
              <a:spcBef>
                <a:spcPts val="480"/>
              </a:spcBef>
              <a:spcAft>
                <a:spcPts val="0"/>
              </a:spcAft>
              <a:buClr>
                <a:srgbClr val="7F7F7F"/>
              </a:buClr>
              <a:buSzPts val="1600"/>
              <a:buChar char="•"/>
            </a:pPr>
            <a:r>
              <a:rPr lang="en-US"/>
              <a:t>Small OS used to install or repair Windows</a:t>
            </a:r>
            <a:endParaRPr/>
          </a:p>
          <a:p>
            <a:pPr indent="-330200" lvl="0" marL="457200" rtl="0" algn="l">
              <a:lnSpc>
                <a:spcPct val="90000"/>
              </a:lnSpc>
              <a:spcBef>
                <a:spcPts val="480"/>
              </a:spcBef>
              <a:spcAft>
                <a:spcPts val="0"/>
              </a:spcAft>
              <a:buClr>
                <a:srgbClr val="7F7F7F"/>
              </a:buClr>
              <a:buSzPts val="1600"/>
              <a:buChar char="•"/>
            </a:pPr>
            <a:r>
              <a:rPr lang="en-US"/>
              <a:t>Allows you to run diskpart to view your partitions</a:t>
            </a:r>
            <a:endParaRPr/>
          </a:p>
          <a:p>
            <a:pPr indent="-330200" lvl="0" marL="457200" rtl="0" algn="l">
              <a:lnSpc>
                <a:spcPct val="90000"/>
              </a:lnSpc>
              <a:spcBef>
                <a:spcPts val="480"/>
              </a:spcBef>
              <a:spcAft>
                <a:spcPts val="0"/>
              </a:spcAft>
              <a:buClr>
                <a:srgbClr val="7F7F7F"/>
              </a:buClr>
              <a:buSzPts val="1600"/>
              <a:buChar char="•"/>
            </a:pPr>
            <a:r>
              <a:rPr lang="en-US"/>
              <a:t>Allows you to run DISM to capture the C drive image.</a:t>
            </a:r>
            <a:endParaRPr/>
          </a:p>
          <a:p>
            <a:pPr indent="-330200" lvl="0" marL="457200" rtl="0" algn="l">
              <a:lnSpc>
                <a:spcPct val="90000"/>
              </a:lnSpc>
              <a:spcBef>
                <a:spcPts val="480"/>
              </a:spcBef>
              <a:spcAft>
                <a:spcPts val="0"/>
              </a:spcAft>
              <a:buClr>
                <a:srgbClr val="7F7F7F"/>
              </a:buClr>
              <a:buSzPts val="1600"/>
              <a:buChar char="•"/>
            </a:pPr>
            <a:r>
              <a:rPr lang="en-US"/>
              <a:t>Recover data from hard drive if it’s not bootable</a:t>
            </a:r>
            <a:endParaRPr/>
          </a:p>
          <a:p>
            <a:pPr indent="-228600" lvl="0" marL="457200" rtl="0" algn="l">
              <a:lnSpc>
                <a:spcPct val="90000"/>
              </a:lnSpc>
              <a:spcBef>
                <a:spcPts val="480"/>
              </a:spcBef>
              <a:spcAft>
                <a:spcPts val="0"/>
              </a:spcAft>
              <a:buClr>
                <a:srgbClr val="7F7F7F"/>
              </a:buClr>
              <a:buSzPts val="1600"/>
              <a:buNone/>
            </a:pPr>
            <a:r>
              <a:t/>
            </a:r>
            <a:endParaRPr/>
          </a:p>
        </p:txBody>
      </p:sp>
      <p:pic>
        <p:nvPicPr>
          <p:cNvPr descr="What are the differences between WinRE and WinPE? And which one should I  use?" id="355" name="Google Shape;355;p31"/>
          <p:cNvPicPr preferRelativeResize="0"/>
          <p:nvPr/>
        </p:nvPicPr>
        <p:blipFill rotWithShape="1">
          <a:blip r:embed="rId3">
            <a:alphaModFix/>
          </a:blip>
          <a:srcRect b="0" l="0" r="0" t="0"/>
          <a:stretch/>
        </p:blipFill>
        <p:spPr>
          <a:xfrm>
            <a:off x="476250" y="3078164"/>
            <a:ext cx="5619750" cy="3524250"/>
          </a:xfrm>
          <a:prstGeom prst="rect">
            <a:avLst/>
          </a:prstGeom>
          <a:noFill/>
          <a:ln>
            <a:noFill/>
          </a:ln>
        </p:spPr>
      </p:pic>
      <p:pic>
        <p:nvPicPr>
          <p:cNvPr descr="Methods to install Windows from WinPE - AIO Boot" id="356" name="Google Shape;356;p31"/>
          <p:cNvPicPr preferRelativeResize="0"/>
          <p:nvPr/>
        </p:nvPicPr>
        <p:blipFill rotWithShape="1">
          <a:blip r:embed="rId4">
            <a:alphaModFix/>
          </a:blip>
          <a:srcRect b="0" l="0" r="0" t="0"/>
          <a:stretch/>
        </p:blipFill>
        <p:spPr>
          <a:xfrm>
            <a:off x="7016750" y="3600252"/>
            <a:ext cx="4002882" cy="300216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Saving the Wim image</a:t>
            </a:r>
            <a:endParaRPr/>
          </a:p>
        </p:txBody>
      </p:sp>
      <p:sp>
        <p:nvSpPr>
          <p:cNvPr id="362" name="Google Shape;362;p32"/>
          <p:cNvSpPr txBox="1"/>
          <p:nvPr>
            <p:ph idx="1" type="body"/>
          </p:nvPr>
        </p:nvSpPr>
        <p:spPr>
          <a:xfrm>
            <a:off x="711200" y="1713748"/>
            <a:ext cx="5575300" cy="4045702"/>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sz="2000">
                <a:latin typeface="Calibri"/>
                <a:ea typeface="Calibri"/>
                <a:cs typeface="Calibri"/>
                <a:sym typeface="Calibri"/>
              </a:rPr>
              <a:t>Set the Boot order to start from the Windows 11 ISO (provided in PART 1)</a:t>
            </a:r>
            <a:endParaRPr/>
          </a:p>
          <a:p>
            <a:pPr indent="-419100" lvl="0" marL="457200" rtl="0" algn="l">
              <a:lnSpc>
                <a:spcPct val="90000"/>
              </a:lnSpc>
              <a:spcBef>
                <a:spcPts val="900"/>
              </a:spcBef>
              <a:spcAft>
                <a:spcPts val="0"/>
              </a:spcAft>
              <a:buClr>
                <a:srgbClr val="7F7F7F"/>
              </a:buClr>
              <a:buSzPts val="3000"/>
              <a:buChar char="•"/>
            </a:pPr>
            <a:r>
              <a:rPr lang="en-US" sz="2000">
                <a:latin typeface="Calibri"/>
                <a:ea typeface="Calibri"/>
                <a:cs typeface="Calibri"/>
                <a:sym typeface="Calibri"/>
              </a:rPr>
              <a:t>At the installer PROMPT </a:t>
            </a:r>
            <a:endParaRPr/>
          </a:p>
          <a:p>
            <a:pPr indent="-419100" lvl="0" marL="457200" rtl="0" algn="l">
              <a:lnSpc>
                <a:spcPct val="90000"/>
              </a:lnSpc>
              <a:spcBef>
                <a:spcPts val="900"/>
              </a:spcBef>
              <a:spcAft>
                <a:spcPts val="0"/>
              </a:spcAft>
              <a:buClr>
                <a:srgbClr val="7F7F7F"/>
              </a:buClr>
              <a:buSzPts val="3000"/>
              <a:buChar char="•"/>
            </a:pPr>
            <a:r>
              <a:rPr lang="en-US" sz="2000">
                <a:latin typeface="Calibri"/>
                <a:ea typeface="Calibri"/>
                <a:cs typeface="Calibri"/>
                <a:sym typeface="Calibri"/>
              </a:rPr>
              <a:t>Press SHIFT + F10</a:t>
            </a:r>
            <a:endParaRPr/>
          </a:p>
          <a:p>
            <a:pPr indent="-419100" lvl="0" marL="457200" rtl="0" algn="l">
              <a:lnSpc>
                <a:spcPct val="90000"/>
              </a:lnSpc>
              <a:spcBef>
                <a:spcPts val="900"/>
              </a:spcBef>
              <a:spcAft>
                <a:spcPts val="0"/>
              </a:spcAft>
              <a:buClr>
                <a:srgbClr val="7F7F7F"/>
              </a:buClr>
              <a:buSzPts val="3000"/>
              <a:buChar char="•"/>
            </a:pPr>
            <a:r>
              <a:rPr lang="en-US" sz="2000">
                <a:latin typeface="Calibri"/>
                <a:ea typeface="Calibri"/>
                <a:cs typeface="Calibri"/>
                <a:sym typeface="Calibri"/>
              </a:rPr>
              <a:t>This will open a Recovery Console command Prompt</a:t>
            </a:r>
            <a:endParaRPr/>
          </a:p>
          <a:p>
            <a:pPr indent="-419100" lvl="0" marL="457200" rtl="0" algn="l">
              <a:lnSpc>
                <a:spcPct val="90000"/>
              </a:lnSpc>
              <a:spcBef>
                <a:spcPts val="900"/>
              </a:spcBef>
              <a:spcAft>
                <a:spcPts val="0"/>
              </a:spcAft>
              <a:buClr>
                <a:srgbClr val="7F7F7F"/>
              </a:buClr>
              <a:buSzPts val="3000"/>
              <a:buChar char="•"/>
            </a:pPr>
            <a:r>
              <a:rPr lang="en-US" sz="2000">
                <a:latin typeface="Calibri"/>
                <a:ea typeface="Calibri"/>
                <a:cs typeface="Calibri"/>
                <a:sym typeface="Calibri"/>
              </a:rPr>
              <a:t>You will need to use </a:t>
            </a:r>
            <a:r>
              <a:rPr b="1" lang="en-US" sz="2000">
                <a:latin typeface="Calibri"/>
                <a:ea typeface="Calibri"/>
                <a:cs typeface="Calibri"/>
                <a:sym typeface="Calibri"/>
              </a:rPr>
              <a:t>DISKPART </a:t>
            </a:r>
            <a:r>
              <a:rPr lang="en-US" sz="2000">
                <a:latin typeface="Calibri"/>
                <a:ea typeface="Calibri"/>
                <a:cs typeface="Calibri"/>
                <a:sym typeface="Calibri"/>
              </a:rPr>
              <a:t>to check that your partitions have the correctly assigned letters</a:t>
            </a:r>
            <a:endParaRPr/>
          </a:p>
          <a:p>
            <a:pPr indent="-419100" lvl="0" marL="457200" rtl="0" algn="l">
              <a:lnSpc>
                <a:spcPct val="90000"/>
              </a:lnSpc>
              <a:spcBef>
                <a:spcPts val="900"/>
              </a:spcBef>
              <a:spcAft>
                <a:spcPts val="0"/>
              </a:spcAft>
              <a:buClr>
                <a:srgbClr val="7F7F7F"/>
              </a:buClr>
              <a:buSzPts val="3000"/>
              <a:buChar char="•"/>
            </a:pPr>
            <a:r>
              <a:rPr lang="en-US" sz="2000">
                <a:latin typeface="Calibri"/>
                <a:ea typeface="Calibri"/>
                <a:cs typeface="Calibri"/>
                <a:sym typeface="Calibri"/>
              </a:rPr>
              <a:t>Using the command </a:t>
            </a:r>
            <a:r>
              <a:rPr b="1" lang="en-US" sz="2000">
                <a:latin typeface="Calibri"/>
                <a:ea typeface="Calibri"/>
                <a:cs typeface="Calibri"/>
                <a:sym typeface="Calibri"/>
              </a:rPr>
              <a:t>list vol</a:t>
            </a:r>
            <a:endParaRPr/>
          </a:p>
          <a:p>
            <a:pPr indent="-419100" lvl="0" marL="457200" rtl="0" algn="l">
              <a:lnSpc>
                <a:spcPct val="90000"/>
              </a:lnSpc>
              <a:spcBef>
                <a:spcPts val="900"/>
              </a:spcBef>
              <a:spcAft>
                <a:spcPts val="0"/>
              </a:spcAft>
              <a:buClr>
                <a:srgbClr val="7F7F7F"/>
              </a:buClr>
              <a:buSzPts val="3000"/>
              <a:buChar char="•"/>
            </a:pPr>
            <a:r>
              <a:rPr lang="en-US" sz="2000">
                <a:latin typeface="Calibri"/>
                <a:ea typeface="Calibri"/>
                <a:cs typeface="Calibri"/>
                <a:sym typeface="Calibri"/>
              </a:rPr>
              <a:t>Then you will enter the DISM command 🡪 </a:t>
            </a:r>
            <a:endParaRPr sz="2000">
              <a:latin typeface="Calibri"/>
              <a:ea typeface="Calibri"/>
              <a:cs typeface="Calibri"/>
              <a:sym typeface="Calibri"/>
            </a:endParaRPr>
          </a:p>
          <a:p>
            <a:pPr indent="-228600" lvl="1" marL="914400" rtl="0" algn="l">
              <a:lnSpc>
                <a:spcPct val="90000"/>
              </a:lnSpc>
              <a:spcBef>
                <a:spcPts val="780"/>
              </a:spcBef>
              <a:spcAft>
                <a:spcPts val="0"/>
              </a:spcAft>
              <a:buSzPts val="2600"/>
              <a:buNone/>
            </a:pPr>
            <a:r>
              <a:t/>
            </a:r>
            <a:endParaRPr sz="2000">
              <a:latin typeface="Calibri"/>
              <a:ea typeface="Calibri"/>
              <a:cs typeface="Calibri"/>
              <a:sym typeface="Calibri"/>
            </a:endParaRPr>
          </a:p>
          <a:p>
            <a:pPr indent="-228600" lvl="0" marL="457200" rtl="0" algn="l">
              <a:lnSpc>
                <a:spcPct val="90000"/>
              </a:lnSpc>
              <a:spcBef>
                <a:spcPts val="900"/>
              </a:spcBef>
              <a:spcAft>
                <a:spcPts val="0"/>
              </a:spcAft>
              <a:buClr>
                <a:srgbClr val="7F7F7F"/>
              </a:buClr>
              <a:buSzPts val="3000"/>
              <a:buNone/>
            </a:pPr>
            <a:r>
              <a:t/>
            </a:r>
            <a:endParaRPr sz="2800">
              <a:latin typeface="Calibri"/>
              <a:ea typeface="Calibri"/>
              <a:cs typeface="Calibri"/>
              <a:sym typeface="Calibri"/>
            </a:endParaRPr>
          </a:p>
          <a:p>
            <a:pPr indent="-228600" lvl="0" marL="457200" rtl="0" algn="l">
              <a:lnSpc>
                <a:spcPct val="90000"/>
              </a:lnSpc>
              <a:spcBef>
                <a:spcPts val="900"/>
              </a:spcBef>
              <a:spcAft>
                <a:spcPts val="0"/>
              </a:spcAft>
              <a:buClr>
                <a:srgbClr val="7F7F7F"/>
              </a:buClr>
              <a:buSzPts val="3000"/>
              <a:buNone/>
            </a:pPr>
            <a:r>
              <a:t/>
            </a:r>
            <a:endParaRPr sz="4000"/>
          </a:p>
        </p:txBody>
      </p:sp>
      <p:sp>
        <p:nvSpPr>
          <p:cNvPr id="363" name="Google Shape;363;p32"/>
          <p:cNvSpPr txBox="1"/>
          <p:nvPr/>
        </p:nvSpPr>
        <p:spPr>
          <a:xfrm>
            <a:off x="6991350" y="3162300"/>
            <a:ext cx="3730508" cy="3139193"/>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lang="en-US" sz="1800">
                <a:solidFill>
                  <a:srgbClr val="000000"/>
                </a:solidFill>
                <a:latin typeface="Consolas"/>
                <a:ea typeface="Consolas"/>
                <a:cs typeface="Consolas"/>
                <a:sym typeface="Consolas"/>
              </a:rPr>
              <a:t>dism /capture-image </a:t>
            </a:r>
            <a:endParaRPr sz="1800">
              <a:solidFill>
                <a:schemeClr val="dk1"/>
              </a:solidFill>
              <a:latin typeface="Calibri"/>
              <a:ea typeface="Calibri"/>
              <a:cs typeface="Calibri"/>
              <a:sym typeface="Calibri"/>
            </a:endParaRPr>
          </a:p>
          <a:p>
            <a:pPr indent="0" lvl="0" marL="0" marR="0" rtl="0" algn="l">
              <a:lnSpc>
                <a:spcPct val="107000"/>
              </a:lnSpc>
              <a:spcBef>
                <a:spcPts val="0"/>
              </a:spcBef>
              <a:spcAft>
                <a:spcPts val="0"/>
              </a:spcAft>
              <a:buNone/>
            </a:pPr>
            <a:r>
              <a:rPr lang="en-US" sz="1800">
                <a:solidFill>
                  <a:srgbClr val="C55A11"/>
                </a:solidFill>
                <a:latin typeface="Consolas"/>
                <a:ea typeface="Consolas"/>
                <a:cs typeface="Consolas"/>
                <a:sym typeface="Consolas"/>
              </a:rPr>
              <a:t>/imagefile:</a:t>
            </a:r>
            <a:r>
              <a:rPr lang="en-US" sz="1800">
                <a:solidFill>
                  <a:srgbClr val="C55A11"/>
                </a:solidFill>
                <a:highlight>
                  <a:srgbClr val="FFFF00"/>
                </a:highlight>
                <a:latin typeface="Consolas"/>
                <a:ea typeface="Consolas"/>
                <a:cs typeface="Consolas"/>
                <a:sym typeface="Consolas"/>
              </a:rPr>
              <a:t>E</a:t>
            </a:r>
            <a:r>
              <a:rPr lang="en-US" sz="1800">
                <a:solidFill>
                  <a:srgbClr val="000000"/>
                </a:solidFill>
                <a:highlight>
                  <a:srgbClr val="FFFF00"/>
                </a:highlight>
                <a:latin typeface="Consolas"/>
                <a:ea typeface="Consolas"/>
                <a:cs typeface="Consolas"/>
                <a:sym typeface="Consolas"/>
              </a:rPr>
              <a:t>:\install.wim</a:t>
            </a:r>
            <a:r>
              <a:rPr lang="en-US" sz="1800">
                <a:solidFill>
                  <a:srgbClr val="000000"/>
                </a:solidFill>
                <a:latin typeface="Consolas"/>
                <a:ea typeface="Consolas"/>
                <a:cs typeface="Consolas"/>
                <a:sym typeface="Consolas"/>
              </a:rPr>
              <a:t> </a:t>
            </a:r>
            <a:br>
              <a:rPr lang="en-US" sz="1800">
                <a:solidFill>
                  <a:schemeClr val="dk1"/>
                </a:solidFill>
                <a:latin typeface="Consolas"/>
                <a:ea typeface="Consolas"/>
                <a:cs typeface="Consolas"/>
                <a:sym typeface="Consolas"/>
              </a:rPr>
            </a:br>
            <a:r>
              <a:rPr lang="en-US" sz="1800">
                <a:solidFill>
                  <a:srgbClr val="0070C0"/>
                </a:solidFill>
                <a:latin typeface="Consolas"/>
                <a:ea typeface="Consolas"/>
                <a:cs typeface="Consolas"/>
                <a:sym typeface="Consolas"/>
              </a:rPr>
              <a:t>/capturedir:</a:t>
            </a:r>
            <a:r>
              <a:rPr lang="en-US" sz="1800">
                <a:solidFill>
                  <a:srgbClr val="000000"/>
                </a:solidFill>
                <a:highlight>
                  <a:srgbClr val="FFFF00"/>
                </a:highlight>
                <a:latin typeface="Consolas"/>
                <a:ea typeface="Consolas"/>
                <a:cs typeface="Consolas"/>
                <a:sym typeface="Consolas"/>
              </a:rPr>
              <a:t>C:\</a:t>
            </a:r>
            <a:r>
              <a:rPr lang="en-US" sz="1800">
                <a:solidFill>
                  <a:srgbClr val="000000"/>
                </a:solidFill>
                <a:latin typeface="Consolas"/>
                <a:ea typeface="Consolas"/>
                <a:cs typeface="Consolas"/>
                <a:sym typeface="Consolas"/>
              </a:rPr>
              <a:t> </a:t>
            </a:r>
            <a:br>
              <a:rPr lang="en-US" sz="1800">
                <a:solidFill>
                  <a:schemeClr val="dk1"/>
                </a:solidFill>
                <a:latin typeface="Consolas"/>
                <a:ea typeface="Consolas"/>
                <a:cs typeface="Consolas"/>
                <a:sym typeface="Consolas"/>
              </a:rPr>
            </a:br>
            <a:r>
              <a:rPr lang="en-US" sz="1800">
                <a:solidFill>
                  <a:srgbClr val="548235"/>
                </a:solidFill>
                <a:latin typeface="Consolas"/>
                <a:ea typeface="Consolas"/>
                <a:cs typeface="Consolas"/>
                <a:sym typeface="Consolas"/>
              </a:rPr>
              <a:t>/ScratchDir:</a:t>
            </a:r>
            <a:r>
              <a:rPr lang="en-US" sz="1800">
                <a:solidFill>
                  <a:srgbClr val="548235"/>
                </a:solidFill>
                <a:highlight>
                  <a:srgbClr val="FFFF00"/>
                </a:highlight>
                <a:latin typeface="Consolas"/>
                <a:ea typeface="Consolas"/>
                <a:cs typeface="Consolas"/>
                <a:sym typeface="Consolas"/>
              </a:rPr>
              <a:t>E</a:t>
            </a:r>
            <a:r>
              <a:rPr lang="en-US" sz="1800">
                <a:solidFill>
                  <a:srgbClr val="000000"/>
                </a:solidFill>
                <a:highlight>
                  <a:srgbClr val="FFFF00"/>
                </a:highlight>
                <a:latin typeface="Consolas"/>
                <a:ea typeface="Consolas"/>
                <a:cs typeface="Consolas"/>
                <a:sym typeface="Consolas"/>
              </a:rPr>
              <a:t>:\Scratch</a:t>
            </a:r>
            <a:endParaRPr sz="1800">
              <a:solidFill>
                <a:schemeClr val="dk1"/>
              </a:solidFill>
              <a:highlight>
                <a:srgbClr val="FFFF00"/>
              </a:highlight>
              <a:latin typeface="Consolas"/>
              <a:ea typeface="Consolas"/>
              <a:cs typeface="Consolas"/>
              <a:sym typeface="Consolas"/>
            </a:endParaRPr>
          </a:p>
          <a:p>
            <a:pPr indent="0" lvl="0" marL="0" marR="0" rtl="0" algn="l">
              <a:lnSpc>
                <a:spcPct val="107000"/>
              </a:lnSpc>
              <a:spcBef>
                <a:spcPts val="0"/>
              </a:spcBef>
              <a:spcAft>
                <a:spcPts val="0"/>
              </a:spcAft>
              <a:buNone/>
            </a:pPr>
            <a:r>
              <a:rPr lang="en-US" sz="1800">
                <a:solidFill>
                  <a:srgbClr val="548235"/>
                </a:solidFill>
                <a:latin typeface="Consolas"/>
                <a:ea typeface="Consolas"/>
                <a:cs typeface="Consolas"/>
                <a:sym typeface="Consolas"/>
              </a:rPr>
              <a:t>/name:</a:t>
            </a:r>
            <a:r>
              <a:rPr lang="en-US" sz="1800">
                <a:solidFill>
                  <a:srgbClr val="548235"/>
                </a:solidFill>
                <a:highlight>
                  <a:srgbClr val="FFFF00"/>
                </a:highlight>
                <a:latin typeface="Consolas"/>
                <a:ea typeface="Consolas"/>
                <a:cs typeface="Consolas"/>
                <a:sym typeface="Consolas"/>
              </a:rPr>
              <a:t>"</a:t>
            </a:r>
            <a:r>
              <a:rPr lang="en-US" sz="1800">
                <a:solidFill>
                  <a:srgbClr val="000000"/>
                </a:solidFill>
                <a:highlight>
                  <a:srgbClr val="FFFF00"/>
                </a:highlight>
                <a:latin typeface="Consolas"/>
                <a:ea typeface="Consolas"/>
                <a:cs typeface="Consolas"/>
                <a:sym typeface="Consolas"/>
              </a:rPr>
              <a:t>LASTNAME_Win11EDx64"</a:t>
            </a:r>
            <a:r>
              <a:rPr lang="en-US" sz="1800">
                <a:solidFill>
                  <a:srgbClr val="000000"/>
                </a:solidFill>
                <a:latin typeface="Consolas"/>
                <a:ea typeface="Consolas"/>
                <a:cs typeface="Consolas"/>
                <a:sym typeface="Consolas"/>
              </a:rPr>
              <a:t> </a:t>
            </a:r>
            <a:endParaRPr sz="1800">
              <a:solidFill>
                <a:schemeClr val="dk1"/>
              </a:solidFill>
              <a:latin typeface="Consolas"/>
              <a:ea typeface="Consolas"/>
              <a:cs typeface="Consolas"/>
              <a:sym typeface="Consolas"/>
            </a:endParaRPr>
          </a:p>
          <a:p>
            <a:pPr indent="0" lvl="0" marL="0" marR="0" rtl="0" algn="l">
              <a:lnSpc>
                <a:spcPct val="107000"/>
              </a:lnSpc>
              <a:spcBef>
                <a:spcPts val="0"/>
              </a:spcBef>
              <a:spcAft>
                <a:spcPts val="0"/>
              </a:spcAft>
              <a:buNone/>
            </a:pPr>
            <a:r>
              <a:rPr lang="en-US" sz="1800">
                <a:solidFill>
                  <a:srgbClr val="000000"/>
                </a:solidFill>
                <a:latin typeface="Consolas"/>
                <a:ea typeface="Consolas"/>
                <a:cs typeface="Consolas"/>
                <a:sym typeface="Consolas"/>
              </a:rPr>
              <a:t>/compress:maximum</a:t>
            </a:r>
            <a:endParaRPr sz="1800">
              <a:solidFill>
                <a:schemeClr val="dk1"/>
              </a:solidFill>
              <a:latin typeface="Calibri"/>
              <a:ea typeface="Calibri"/>
              <a:cs typeface="Calibri"/>
              <a:sym typeface="Calibri"/>
            </a:endParaRPr>
          </a:p>
          <a:p>
            <a:pPr indent="0" lvl="0" marL="0" marR="0" rtl="0" algn="l">
              <a:lnSpc>
                <a:spcPct val="107000"/>
              </a:lnSpc>
              <a:spcBef>
                <a:spcPts val="0"/>
              </a:spcBef>
              <a:spcAft>
                <a:spcPts val="0"/>
              </a:spcAft>
              <a:buNone/>
            </a:pPr>
            <a:r>
              <a:rPr lang="en-US" sz="1800">
                <a:solidFill>
                  <a:srgbClr val="000000"/>
                </a:solidFill>
                <a:latin typeface="Consolas"/>
                <a:ea typeface="Consolas"/>
                <a:cs typeface="Consolas"/>
                <a:sym typeface="Consolas"/>
              </a:rPr>
              <a:t>/checkintegrity </a:t>
            </a:r>
            <a:endParaRPr sz="1800">
              <a:solidFill>
                <a:schemeClr val="dk1"/>
              </a:solidFill>
              <a:latin typeface="Calibri"/>
              <a:ea typeface="Calibri"/>
              <a:cs typeface="Calibri"/>
              <a:sym typeface="Calibri"/>
            </a:endParaRPr>
          </a:p>
          <a:p>
            <a:pPr indent="0" lvl="0" marL="0" marR="0" rtl="0" algn="l">
              <a:lnSpc>
                <a:spcPct val="107000"/>
              </a:lnSpc>
              <a:spcBef>
                <a:spcPts val="0"/>
              </a:spcBef>
              <a:spcAft>
                <a:spcPts val="0"/>
              </a:spcAft>
              <a:buNone/>
            </a:pPr>
            <a:r>
              <a:rPr lang="en-US" sz="1800">
                <a:solidFill>
                  <a:srgbClr val="000000"/>
                </a:solidFill>
                <a:latin typeface="Consolas"/>
                <a:ea typeface="Consolas"/>
                <a:cs typeface="Consolas"/>
                <a:sym typeface="Consolas"/>
              </a:rPr>
              <a:t>/verify </a:t>
            </a:r>
            <a:endParaRPr sz="1800">
              <a:solidFill>
                <a:schemeClr val="dk1"/>
              </a:solidFill>
              <a:latin typeface="Calibri"/>
              <a:ea typeface="Calibri"/>
              <a:cs typeface="Calibri"/>
              <a:sym typeface="Calibri"/>
            </a:endParaRPr>
          </a:p>
          <a:p>
            <a:pPr indent="0" lvl="0" marL="0" marR="0" rtl="0" algn="l">
              <a:lnSpc>
                <a:spcPct val="107000"/>
              </a:lnSpc>
              <a:spcBef>
                <a:spcPts val="0"/>
              </a:spcBef>
              <a:spcAft>
                <a:spcPts val="0"/>
              </a:spcAft>
              <a:buNone/>
            </a:pPr>
            <a:r>
              <a:rPr lang="en-US" sz="1800">
                <a:solidFill>
                  <a:srgbClr val="000000"/>
                </a:solidFill>
                <a:latin typeface="Consolas"/>
                <a:ea typeface="Consolas"/>
                <a:cs typeface="Consolas"/>
                <a:sym typeface="Consolas"/>
              </a:rPr>
              <a:t>/bootable</a:t>
            </a:r>
            <a:endParaRPr sz="1800">
              <a:solidFill>
                <a:schemeClr val="dk1"/>
              </a:solidFill>
              <a:latin typeface="Calibri"/>
              <a:ea typeface="Calibri"/>
              <a:cs typeface="Calibri"/>
              <a:sym typeface="Calibri"/>
            </a:endParaRPr>
          </a:p>
          <a:p>
            <a:pPr indent="0" lvl="0" marL="0" marR="0" rtl="0" algn="l">
              <a:spcBef>
                <a:spcPts val="800"/>
              </a:spcBef>
              <a:spcAft>
                <a:spcPts val="0"/>
              </a:spcAft>
              <a:buNone/>
            </a:pPr>
            <a:r>
              <a:t/>
            </a:r>
            <a:endParaRPr sz="1800">
              <a:solidFill>
                <a:schemeClr val="dk1"/>
              </a:solidFill>
              <a:latin typeface="Arial"/>
              <a:ea typeface="Arial"/>
              <a:cs typeface="Arial"/>
              <a:sym typeface="Arial"/>
            </a:endParaRPr>
          </a:p>
        </p:txBody>
      </p:sp>
      <p:sp>
        <p:nvSpPr>
          <p:cNvPr id="364" name="Google Shape;364;p32"/>
          <p:cNvSpPr txBox="1"/>
          <p:nvPr/>
        </p:nvSpPr>
        <p:spPr>
          <a:xfrm>
            <a:off x="7137400" y="6116827"/>
            <a:ext cx="24955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Arial"/>
                <a:ea typeface="Arial"/>
                <a:cs typeface="Arial"/>
                <a:sym typeface="Arial"/>
              </a:rPr>
              <a:t>Takes 10 mins</a:t>
            </a:r>
            <a:endParaRPr b="1" sz="1800">
              <a:solidFill>
                <a:srgbClr val="FF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Creating the ISO image</a:t>
            </a:r>
            <a:endParaRPr/>
          </a:p>
        </p:txBody>
      </p:sp>
      <p:sp>
        <p:nvSpPr>
          <p:cNvPr id="370" name="Google Shape;370;p34"/>
          <p:cNvSpPr txBox="1"/>
          <p:nvPr>
            <p:ph idx="1" type="body"/>
          </p:nvPr>
        </p:nvSpPr>
        <p:spPr>
          <a:xfrm>
            <a:off x="838200" y="1825625"/>
            <a:ext cx="588645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sz="1800">
                <a:latin typeface="Calibri"/>
                <a:ea typeface="Calibri"/>
                <a:cs typeface="Calibri"/>
                <a:sym typeface="Calibri"/>
              </a:rPr>
              <a:t>To be able to use this install.wim, it needs to be created and saved inside inside a Windows 11 ISO image.</a:t>
            </a:r>
            <a:endParaRPr/>
          </a:p>
          <a:p>
            <a:pPr indent="-419100" lvl="0" marL="457200" rtl="0" algn="l">
              <a:lnSpc>
                <a:spcPct val="90000"/>
              </a:lnSpc>
              <a:spcBef>
                <a:spcPts val="900"/>
              </a:spcBef>
              <a:spcAft>
                <a:spcPts val="0"/>
              </a:spcAft>
              <a:buClr>
                <a:srgbClr val="7F7F7F"/>
              </a:buClr>
              <a:buSzPts val="3000"/>
              <a:buChar char="•"/>
            </a:pPr>
            <a:r>
              <a:rPr b="1" lang="en-US" sz="1800">
                <a:latin typeface="Calibri"/>
                <a:ea typeface="Calibri"/>
                <a:cs typeface="Calibri"/>
                <a:sym typeface="Calibri"/>
              </a:rPr>
              <a:t>From within the VM</a:t>
            </a:r>
            <a:endParaRPr/>
          </a:p>
          <a:p>
            <a:pPr indent="-419100" lvl="0" marL="457200" rtl="0" algn="l">
              <a:lnSpc>
                <a:spcPct val="90000"/>
              </a:lnSpc>
              <a:spcBef>
                <a:spcPts val="900"/>
              </a:spcBef>
              <a:spcAft>
                <a:spcPts val="0"/>
              </a:spcAft>
              <a:buClr>
                <a:srgbClr val="7F7F7F"/>
              </a:buClr>
              <a:buSzPts val="3000"/>
              <a:buChar char="•"/>
            </a:pPr>
            <a:r>
              <a:rPr b="1" lang="en-US" sz="1800">
                <a:latin typeface="Calibri"/>
                <a:ea typeface="Calibri"/>
                <a:cs typeface="Calibri"/>
                <a:sym typeface="Calibri"/>
              </a:rPr>
              <a:t>You will go through the OOBE steps, then</a:t>
            </a:r>
            <a:endParaRPr/>
          </a:p>
          <a:p>
            <a:pPr indent="-419100" lvl="0" marL="457200" rtl="0" algn="l">
              <a:lnSpc>
                <a:spcPct val="90000"/>
              </a:lnSpc>
              <a:spcBef>
                <a:spcPts val="900"/>
              </a:spcBef>
              <a:spcAft>
                <a:spcPts val="0"/>
              </a:spcAft>
              <a:buClr>
                <a:srgbClr val="7F7F7F"/>
              </a:buClr>
              <a:buSzPts val="3000"/>
              <a:buChar char="•"/>
            </a:pPr>
            <a:r>
              <a:rPr lang="en-US" sz="1800">
                <a:latin typeface="Calibri"/>
                <a:ea typeface="Calibri"/>
                <a:cs typeface="Calibri"/>
                <a:sym typeface="Calibri"/>
              </a:rPr>
              <a:t>Once Windows is loaded</a:t>
            </a:r>
            <a:endParaRPr/>
          </a:p>
          <a:p>
            <a:pPr indent="-419100" lvl="0" marL="457200" rtl="0" algn="l">
              <a:lnSpc>
                <a:spcPct val="90000"/>
              </a:lnSpc>
              <a:spcBef>
                <a:spcPts val="900"/>
              </a:spcBef>
              <a:spcAft>
                <a:spcPts val="0"/>
              </a:spcAft>
              <a:buClr>
                <a:srgbClr val="7F7F7F"/>
              </a:buClr>
              <a:buSzPts val="3000"/>
              <a:buChar char="•"/>
            </a:pPr>
            <a:r>
              <a:rPr lang="en-US" sz="1800">
                <a:latin typeface="Calibri"/>
                <a:ea typeface="Calibri"/>
                <a:cs typeface="Calibri"/>
                <a:sym typeface="Calibri"/>
              </a:rPr>
              <a:t>Copy the ISO file into the created VHDX (D drive)</a:t>
            </a:r>
            <a:endParaRPr/>
          </a:p>
          <a:p>
            <a:pPr indent="-419100" lvl="0" marL="457200" rtl="0" algn="l">
              <a:lnSpc>
                <a:spcPct val="90000"/>
              </a:lnSpc>
              <a:spcBef>
                <a:spcPts val="900"/>
              </a:spcBef>
              <a:spcAft>
                <a:spcPts val="0"/>
              </a:spcAft>
              <a:buClr>
                <a:srgbClr val="7F7F7F"/>
              </a:buClr>
              <a:buSzPts val="3000"/>
              <a:buChar char="•"/>
            </a:pPr>
            <a:r>
              <a:rPr lang="en-US" sz="1800">
                <a:latin typeface="Calibri"/>
                <a:ea typeface="Calibri"/>
                <a:cs typeface="Calibri"/>
                <a:sym typeface="Calibri"/>
              </a:rPr>
              <a:t>Then we will simply replace the install.wim file with the custom install.wim</a:t>
            </a:r>
            <a:endParaRPr sz="1800">
              <a:latin typeface="Calibri"/>
              <a:ea typeface="Calibri"/>
              <a:cs typeface="Calibri"/>
              <a:sym typeface="Calibri"/>
            </a:endParaRPr>
          </a:p>
          <a:p>
            <a:pPr indent="-228600" lvl="0" marL="457200" rtl="0" algn="l">
              <a:lnSpc>
                <a:spcPct val="90000"/>
              </a:lnSpc>
              <a:spcBef>
                <a:spcPts val="900"/>
              </a:spcBef>
              <a:spcAft>
                <a:spcPts val="0"/>
              </a:spcAft>
              <a:buClr>
                <a:srgbClr val="7F7F7F"/>
              </a:buClr>
              <a:buSzPts val="3000"/>
              <a:buNone/>
            </a:pPr>
            <a:r>
              <a:t/>
            </a:r>
            <a:endParaRPr/>
          </a:p>
        </p:txBody>
      </p:sp>
      <p:pic>
        <p:nvPicPr>
          <p:cNvPr id="371" name="Google Shape;371;p34"/>
          <p:cNvPicPr preferRelativeResize="0"/>
          <p:nvPr/>
        </p:nvPicPr>
        <p:blipFill rotWithShape="1">
          <a:blip r:embed="rId3">
            <a:alphaModFix/>
          </a:blip>
          <a:srcRect b="0" l="0" r="0" t="0"/>
          <a:stretch/>
        </p:blipFill>
        <p:spPr>
          <a:xfrm>
            <a:off x="7399149" y="3037412"/>
            <a:ext cx="1737511" cy="2118544"/>
          </a:xfrm>
          <a:prstGeom prst="rect">
            <a:avLst/>
          </a:prstGeom>
          <a:noFill/>
          <a:ln>
            <a:noFill/>
          </a:ln>
        </p:spPr>
      </p:pic>
      <p:pic>
        <p:nvPicPr>
          <p:cNvPr id="372" name="Google Shape;372;p34"/>
          <p:cNvPicPr preferRelativeResize="0"/>
          <p:nvPr/>
        </p:nvPicPr>
        <p:blipFill rotWithShape="1">
          <a:blip r:embed="rId4">
            <a:alphaModFix/>
          </a:blip>
          <a:srcRect b="54489" l="0" r="0" t="0"/>
          <a:stretch/>
        </p:blipFill>
        <p:spPr>
          <a:xfrm>
            <a:off x="9260930" y="3037412"/>
            <a:ext cx="2187130" cy="2431256"/>
          </a:xfrm>
          <a:prstGeom prst="rect">
            <a:avLst/>
          </a:prstGeom>
          <a:noFill/>
          <a:ln>
            <a:noFill/>
          </a:ln>
        </p:spPr>
      </p:pic>
      <p:sp>
        <p:nvSpPr>
          <p:cNvPr id="373" name="Google Shape;373;p34"/>
          <p:cNvSpPr/>
          <p:nvPr/>
        </p:nvSpPr>
        <p:spPr>
          <a:xfrm>
            <a:off x="8921955" y="3550968"/>
            <a:ext cx="120649" cy="165100"/>
          </a:xfrm>
          <a:prstGeom prst="chevron">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74" name="Google Shape;374;p34"/>
          <p:cNvSpPr/>
          <p:nvPr/>
        </p:nvSpPr>
        <p:spPr>
          <a:xfrm>
            <a:off x="9260930" y="3001565"/>
            <a:ext cx="1299325" cy="323850"/>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5" name="Google Shape;375;p34"/>
          <p:cNvSpPr/>
          <p:nvPr/>
        </p:nvSpPr>
        <p:spPr>
          <a:xfrm>
            <a:off x="7323804" y="3414315"/>
            <a:ext cx="1299325" cy="323850"/>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6" name="Google Shape;376;p34"/>
          <p:cNvSpPr txBox="1"/>
          <p:nvPr/>
        </p:nvSpPr>
        <p:spPr>
          <a:xfrm>
            <a:off x="7389390" y="2184526"/>
            <a:ext cx="173751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Content of the ISO file</a:t>
            </a:r>
            <a:endParaRPr sz="1800">
              <a:solidFill>
                <a:schemeClr val="dk1"/>
              </a:solidFill>
              <a:latin typeface="Arial"/>
              <a:ea typeface="Arial"/>
              <a:cs typeface="Arial"/>
              <a:sym typeface="Arial"/>
            </a:endParaRPr>
          </a:p>
        </p:txBody>
      </p:sp>
      <p:sp>
        <p:nvSpPr>
          <p:cNvPr id="377" name="Google Shape;377;p34"/>
          <p:cNvSpPr txBox="1"/>
          <p:nvPr/>
        </p:nvSpPr>
        <p:spPr>
          <a:xfrm>
            <a:off x="9791642" y="1907527"/>
            <a:ext cx="2001665"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Arial"/>
                <a:ea typeface="Arial"/>
                <a:cs typeface="Arial"/>
                <a:sym typeface="Arial"/>
              </a:rPr>
              <a:t>To be replaced with your custom .wim</a:t>
            </a:r>
            <a:endParaRPr sz="1800">
              <a:solidFill>
                <a:srgbClr val="FF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5"/>
          <p:cNvSpPr txBox="1"/>
          <p:nvPr>
            <p:ph type="title"/>
          </p:nvPr>
        </p:nvSpPr>
        <p:spPr>
          <a:xfrm>
            <a:off x="838201" y="2402238"/>
            <a:ext cx="4508715" cy="2187227"/>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55A4"/>
              </a:buClr>
              <a:buSzPts val="9600"/>
              <a:buFont typeface="Quattrocento Sans"/>
              <a:buNone/>
            </a:pPr>
            <a:r>
              <a:rPr lang="en-US" sz="9600"/>
              <a:t>Q &amp; 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elcomeDoc">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2023-11-03T21:38:19Z</dcterms:created>
  <dc:creator>Youmna Badawy</dc:creator>
</cp:coreProperties>
</file>